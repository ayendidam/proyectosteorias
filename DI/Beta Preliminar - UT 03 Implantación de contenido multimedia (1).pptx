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301" r:id="rId5"/>
    <p:sldId id="302" r:id="rId6"/>
    <p:sldId id="303" r:id="rId7"/>
    <p:sldId id="259" r:id="rId8"/>
    <p:sldId id="304" r:id="rId9"/>
    <p:sldId id="305" r:id="rId10"/>
    <p:sldId id="306" r:id="rId11"/>
    <p:sldId id="260" r:id="rId12"/>
    <p:sldId id="308" r:id="rId13"/>
    <p:sldId id="309" r:id="rId14"/>
    <p:sldId id="310" r:id="rId15"/>
    <p:sldId id="311" r:id="rId16"/>
    <p:sldId id="261" r:id="rId17"/>
    <p:sldId id="312" r:id="rId18"/>
    <p:sldId id="313" r:id="rId19"/>
    <p:sldId id="262" r:id="rId20"/>
    <p:sldId id="314" r:id="rId21"/>
    <p:sldId id="315" r:id="rId22"/>
    <p:sldId id="316" r:id="rId23"/>
    <p:sldId id="317" r:id="rId24"/>
    <p:sldId id="318" r:id="rId25"/>
    <p:sldId id="263" r:id="rId26"/>
    <p:sldId id="320" r:id="rId27"/>
    <p:sldId id="264" r:id="rId28"/>
    <p:sldId id="322" r:id="rId29"/>
    <p:sldId id="265" r:id="rId30"/>
    <p:sldId id="324" r:id="rId31"/>
    <p:sldId id="266" r:id="rId32"/>
    <p:sldId id="326" r:id="rId33"/>
    <p:sldId id="267" r:id="rId34"/>
    <p:sldId id="328" r:id="rId35"/>
    <p:sldId id="329" r:id="rId36"/>
    <p:sldId id="268" r:id="rId37"/>
    <p:sldId id="331" r:id="rId38"/>
    <p:sldId id="332" r:id="rId39"/>
    <p:sldId id="269" r:id="rId40"/>
    <p:sldId id="337" r:id="rId41"/>
    <p:sldId id="338" r:id="rId42"/>
    <p:sldId id="335" r:id="rId43"/>
    <p:sldId id="340" r:id="rId44"/>
    <p:sldId id="341" r:id="rId45"/>
    <p:sldId id="336" r:id="rId46"/>
    <p:sldId id="343" r:id="rId47"/>
    <p:sldId id="344" r:id="rId48"/>
    <p:sldId id="345" r:id="rId49"/>
    <p:sldId id="334" r:id="rId50"/>
    <p:sldId id="347" r:id="rId51"/>
    <p:sldId id="348" r:id="rId52"/>
    <p:sldId id="349" r:id="rId53"/>
    <p:sldId id="270" r:id="rId54"/>
    <p:sldId id="351" r:id="rId55"/>
    <p:sldId id="271" r:id="rId56"/>
    <p:sldId id="353" r:id="rId57"/>
    <p:sldId id="272" r:id="rId58"/>
    <p:sldId id="355" r:id="rId59"/>
    <p:sldId id="356" r:id="rId60"/>
    <p:sldId id="357" r:id="rId61"/>
    <p:sldId id="358" r:id="rId62"/>
    <p:sldId id="359" r:id="rId63"/>
    <p:sldId id="360" r:id="rId64"/>
    <p:sldId id="361" r:id="rId65"/>
    <p:sldId id="362" r:id="rId66"/>
    <p:sldId id="363" r:id="rId67"/>
    <p:sldId id="364" r:id="rId68"/>
    <p:sldId id="365" r:id="rId69"/>
    <p:sldId id="366" r:id="rId70"/>
    <p:sldId id="367" r:id="rId71"/>
    <p:sldId id="368" r:id="rId72"/>
    <p:sldId id="369" r:id="rId73"/>
    <p:sldId id="370" r:id="rId74"/>
    <p:sldId id="273" r:id="rId75"/>
    <p:sldId id="372" r:id="rId76"/>
    <p:sldId id="274" r:id="rId77"/>
    <p:sldId id="373" r:id="rId78"/>
    <p:sldId id="275" r:id="rId79"/>
    <p:sldId id="374" r:id="rId80"/>
    <p:sldId id="276" r:id="rId81"/>
    <p:sldId id="376" r:id="rId82"/>
    <p:sldId id="277" r:id="rId83"/>
    <p:sldId id="378" r:id="rId84"/>
    <p:sldId id="379" r:id="rId85"/>
    <p:sldId id="380" r:id="rId86"/>
    <p:sldId id="381" r:id="rId87"/>
    <p:sldId id="278" r:id="rId88"/>
    <p:sldId id="383" r:id="rId89"/>
    <p:sldId id="279" r:id="rId90"/>
    <p:sldId id="385" r:id="rId91"/>
    <p:sldId id="386" r:id="rId92"/>
    <p:sldId id="387" r:id="rId93"/>
    <p:sldId id="388" r:id="rId94"/>
    <p:sldId id="389" r:id="rId95"/>
    <p:sldId id="390" r:id="rId96"/>
    <p:sldId id="392" r:id="rId97"/>
    <p:sldId id="393" r:id="rId98"/>
    <p:sldId id="395" r:id="rId99"/>
    <p:sldId id="396" r:id="rId100"/>
    <p:sldId id="280" r:id="rId101"/>
    <p:sldId id="398" r:id="rId102"/>
    <p:sldId id="281" r:id="rId103"/>
    <p:sldId id="399" r:id="rId104"/>
    <p:sldId id="282" r:id="rId105"/>
    <p:sldId id="401" r:id="rId106"/>
    <p:sldId id="283" r:id="rId107"/>
    <p:sldId id="403" r:id="rId108"/>
    <p:sldId id="404" r:id="rId109"/>
    <p:sldId id="405" r:id="rId110"/>
    <p:sldId id="284" r:id="rId111"/>
    <p:sldId id="409" r:id="rId112"/>
    <p:sldId id="412" r:id="rId113"/>
    <p:sldId id="410" r:id="rId114"/>
    <p:sldId id="413" r:id="rId115"/>
    <p:sldId id="407" r:id="rId116"/>
    <p:sldId id="414" r:id="rId117"/>
    <p:sldId id="416" r:id="rId118"/>
    <p:sldId id="415" r:id="rId119"/>
    <p:sldId id="408" r:id="rId120"/>
    <p:sldId id="418" r:id="rId121"/>
    <p:sldId id="419" r:id="rId122"/>
    <p:sldId id="285" r:id="rId123"/>
    <p:sldId id="421" r:id="rId124"/>
    <p:sldId id="286" r:id="rId125"/>
    <p:sldId id="423" r:id="rId126"/>
    <p:sldId id="287" r:id="rId127"/>
    <p:sldId id="425" r:id="rId128"/>
    <p:sldId id="426" r:id="rId129"/>
    <p:sldId id="288" r:id="rId130"/>
    <p:sldId id="428" r:id="rId131"/>
    <p:sldId id="429" r:id="rId132"/>
    <p:sldId id="289" r:id="rId133"/>
    <p:sldId id="431" r:id="rId134"/>
    <p:sldId id="290" r:id="rId135"/>
    <p:sldId id="434" r:id="rId136"/>
    <p:sldId id="435" r:id="rId137"/>
    <p:sldId id="433" r:id="rId138"/>
    <p:sldId id="436" r:id="rId139"/>
    <p:sldId id="437" r:id="rId140"/>
    <p:sldId id="291" r:id="rId141"/>
    <p:sldId id="439" r:id="rId142"/>
    <p:sldId id="440" r:id="rId143"/>
    <p:sldId id="442" r:id="rId144"/>
    <p:sldId id="443" r:id="rId145"/>
    <p:sldId id="444" r:id="rId146"/>
    <p:sldId id="293" r:id="rId147"/>
    <p:sldId id="446" r:id="rId148"/>
    <p:sldId id="294" r:id="rId149"/>
    <p:sldId id="447" r:id="rId150"/>
    <p:sldId id="448" r:id="rId151"/>
    <p:sldId id="295" r:id="rId152"/>
    <p:sldId id="449" r:id="rId153"/>
    <p:sldId id="296" r:id="rId154"/>
    <p:sldId id="451" r:id="rId155"/>
    <p:sldId id="452" r:id="rId156"/>
    <p:sldId id="453" r:id="rId157"/>
    <p:sldId id="454" r:id="rId158"/>
    <p:sldId id="455" r:id="rId159"/>
    <p:sldId id="456" r:id="rId160"/>
    <p:sldId id="298" r:id="rId161"/>
    <p:sldId id="457" r:id="rId162"/>
    <p:sldId id="458" r:id="rId163"/>
    <p:sldId id="459" r:id="rId164"/>
    <p:sldId id="460" r:id="rId165"/>
    <p:sldId id="461" r:id="rId166"/>
    <p:sldId id="299" r:id="rId167"/>
    <p:sldId id="462" r:id="rId168"/>
    <p:sldId id="463" r:id="rId169"/>
    <p:sldId id="465" r:id="rId170"/>
    <p:sldId id="466" r:id="rId171"/>
    <p:sldId id="300" r:id="rId172"/>
    <p:sldId id="472" r:id="rId173"/>
    <p:sldId id="473" r:id="rId174"/>
    <p:sldId id="468" r:id="rId175"/>
    <p:sldId id="475" r:id="rId176"/>
    <p:sldId id="469" r:id="rId177"/>
    <p:sldId id="477" r:id="rId178"/>
    <p:sldId id="470" r:id="rId179"/>
    <p:sldId id="479" r:id="rId180"/>
    <p:sldId id="480" r:id="rId181"/>
    <p:sldId id="481" r:id="rId182"/>
    <p:sldId id="482" r:id="rId183"/>
    <p:sldId id="483" r:id="rId184"/>
    <p:sldId id="484" r:id="rId185"/>
    <p:sldId id="485" r:id="rId186"/>
    <p:sldId id="486" r:id="rId187"/>
    <p:sldId id="487" r:id="rId18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25EC21-8A20-BB62-ACD4-F403478D75BC}" v="72" dt="2025-09-10T13:44:22.5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0" autoAdjust="0"/>
    <p:restoredTop sz="94660"/>
  </p:normalViewPr>
  <p:slideViewPr>
    <p:cSldViewPr snapToGrid="0">
      <p:cViewPr varScale="1">
        <p:scale>
          <a:sx n="73" d="100"/>
          <a:sy n="73" d="100"/>
        </p:scale>
        <p:origin x="72" y="3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microsoft.com/office/2016/11/relationships/changesInfo" Target="changesInfos/changesInfo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presProps" Target="pres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José García González" userId="S::djgg03@educastillalamancha.es::62bb8909-ef9f-4346-8089-2f19c88e63fa" providerId="AD" clId="Web-{F1A9D525-9F98-F1B2-36CF-E9C3C9850FE4}"/>
    <pc:docChg chg="addSld modSld addMainMaster delMainMaster">
      <pc:chgData name="Diego José García González" userId="S::djgg03@educastillalamancha.es::62bb8909-ef9f-4346-8089-2f19c88e63fa" providerId="AD" clId="Web-{F1A9D525-9F98-F1B2-36CF-E9C3C9850FE4}" dt="2025-08-15T08:16:22.855" v="171" actId="20577"/>
      <pc:docMkLst>
        <pc:docMk/>
      </pc:docMkLst>
      <pc:sldChg chg="addSp delSp modSp mod setBg modClrScheme setClrOvrMap chgLayout">
        <pc:chgData name="Diego José García González" userId="S::djgg03@educastillalamancha.es::62bb8909-ef9f-4346-8089-2f19c88e63fa" providerId="AD" clId="Web-{F1A9D525-9F98-F1B2-36CF-E9C3C9850FE4}" dt="2025-08-15T08:06:46.213" v="43"/>
        <pc:sldMkLst>
          <pc:docMk/>
          <pc:sldMk cId="2406273178" sldId="256"/>
        </pc:sldMkLst>
        <pc:spChg chg="mod">
          <ac:chgData name="Diego José García González" userId="S::djgg03@educastillalamancha.es::62bb8909-ef9f-4346-8089-2f19c88e63fa" providerId="AD" clId="Web-{F1A9D525-9F98-F1B2-36CF-E9C3C9850FE4}" dt="2025-08-15T08:03:18.018" v="30"/>
          <ac:spMkLst>
            <pc:docMk/>
            <pc:sldMk cId="2406273178" sldId="256"/>
            <ac:spMk id="2" creationId="{00000000-0000-0000-0000-000000000000}"/>
          </ac:spMkLst>
        </pc:spChg>
        <pc:spChg chg="mod">
          <ac:chgData name="Diego José García González" userId="S::djgg03@educastillalamancha.es::62bb8909-ef9f-4346-8089-2f19c88e63fa" providerId="AD" clId="Web-{F1A9D525-9F98-F1B2-36CF-E9C3C9850FE4}" dt="2025-08-15T08:03:18.018" v="30"/>
          <ac:spMkLst>
            <pc:docMk/>
            <pc:sldMk cId="2406273178" sldId="256"/>
            <ac:spMk id="3" creationId="{00000000-0000-0000-0000-000000000000}"/>
          </ac:spMkLst>
        </pc:spChg>
        <pc:spChg chg="add">
          <ac:chgData name="Diego José García González" userId="S::djgg03@educastillalamancha.es::62bb8909-ef9f-4346-8089-2f19c88e63fa" providerId="AD" clId="Web-{F1A9D525-9F98-F1B2-36CF-E9C3C9850FE4}" dt="2025-08-15T08:03:18.018" v="30"/>
          <ac:spMkLst>
            <pc:docMk/>
            <pc:sldMk cId="2406273178" sldId="256"/>
            <ac:spMk id="89" creationId="{A88F843D-1C1B-C740-AC27-E3238D0F5F47}"/>
          </ac:spMkLst>
        </pc:spChg>
        <pc:spChg chg="add">
          <ac:chgData name="Diego José García González" userId="S::djgg03@educastillalamancha.es::62bb8909-ef9f-4346-8089-2f19c88e63fa" providerId="AD" clId="Web-{F1A9D525-9F98-F1B2-36CF-E9C3C9850FE4}" dt="2025-08-15T08:03:18.018" v="30"/>
          <ac:spMkLst>
            <pc:docMk/>
            <pc:sldMk cId="2406273178" sldId="256"/>
            <ac:spMk id="91" creationId="{A21C8291-E3D5-4240-8FF4-E5213CBCC453}"/>
          </ac:spMkLst>
        </pc:spChg>
        <pc:spChg chg="add">
          <ac:chgData name="Diego José García González" userId="S::djgg03@educastillalamancha.es::62bb8909-ef9f-4346-8089-2f19c88e63fa" providerId="AD" clId="Web-{F1A9D525-9F98-F1B2-36CF-E9C3C9850FE4}" dt="2025-08-15T08:03:18.018" v="30"/>
          <ac:spMkLst>
            <pc:docMk/>
            <pc:sldMk cId="2406273178" sldId="256"/>
            <ac:spMk id="92" creationId="{08B44AFE-C181-7047-8CC9-CA00BD385EEA}"/>
          </ac:spMkLst>
        </pc:spChg>
        <pc:picChg chg="add">
          <ac:chgData name="Diego José García González" userId="S::djgg03@educastillalamancha.es::62bb8909-ef9f-4346-8089-2f19c88e63fa" providerId="AD" clId="Web-{F1A9D525-9F98-F1B2-36CF-E9C3C9850FE4}" dt="2025-08-15T08:03:18.018" v="30"/>
          <ac:picMkLst>
            <pc:docMk/>
            <pc:sldMk cId="2406273178" sldId="256"/>
            <ac:picMk id="90" creationId="{68DA1F05-1095-7779-9F3B-D94C8B7DFAFA}"/>
          </ac:picMkLst>
        </pc:picChg>
      </pc:sldChg>
      <pc:sldChg chg="addSp modSp new mod setBg">
        <pc:chgData name="Diego José García González" userId="S::djgg03@educastillalamancha.es::62bb8909-ef9f-4346-8089-2f19c88e63fa" providerId="AD" clId="Web-{F1A9D525-9F98-F1B2-36CF-E9C3C9850FE4}" dt="2025-08-15T08:06:34.010" v="42" actId="20577"/>
        <pc:sldMkLst>
          <pc:docMk/>
          <pc:sldMk cId="471477334" sldId="257"/>
        </pc:sldMkLst>
        <pc:spChg chg="mod">
          <ac:chgData name="Diego José García González" userId="S::djgg03@educastillalamancha.es::62bb8909-ef9f-4346-8089-2f19c88e63fa" providerId="AD" clId="Web-{F1A9D525-9F98-F1B2-36CF-E9C3C9850FE4}" dt="2025-08-15T08:03:59.567" v="40" actId="20577"/>
          <ac:spMkLst>
            <pc:docMk/>
            <pc:sldMk cId="471477334" sldId="257"/>
            <ac:spMk id="2" creationId="{24C22E95-E780-7544-854C-49A0880B3664}"/>
          </ac:spMkLst>
        </pc:spChg>
        <pc:spChg chg="mod">
          <ac:chgData name="Diego José García González" userId="S::djgg03@educastillalamancha.es::62bb8909-ef9f-4346-8089-2f19c88e63fa" providerId="AD" clId="Web-{F1A9D525-9F98-F1B2-36CF-E9C3C9850FE4}" dt="2025-08-15T08:06:34.010" v="42" actId="20577"/>
          <ac:spMkLst>
            <pc:docMk/>
            <pc:sldMk cId="471477334" sldId="257"/>
            <ac:spMk id="3" creationId="{C9ACF0C2-D9B2-DDB4-2429-FF35E7AB2744}"/>
          </ac:spMkLst>
        </pc:spChg>
        <pc:spChg chg="add">
          <ac:chgData name="Diego José García González" userId="S::djgg03@educastillalamancha.es::62bb8909-ef9f-4346-8089-2f19c88e63fa" providerId="AD" clId="Web-{F1A9D525-9F98-F1B2-36CF-E9C3C9850FE4}" dt="2025-08-15T08:03:49.629" v="34"/>
          <ac:spMkLst>
            <pc:docMk/>
            <pc:sldMk cId="471477334" sldId="257"/>
            <ac:spMk id="8" creationId="{23BB7E73-E730-42EA-AACE-D1E323EA547E}"/>
          </ac:spMkLst>
        </pc:spChg>
        <pc:spChg chg="add">
          <ac:chgData name="Diego José García González" userId="S::djgg03@educastillalamancha.es::62bb8909-ef9f-4346-8089-2f19c88e63fa" providerId="AD" clId="Web-{F1A9D525-9F98-F1B2-36CF-E9C3C9850FE4}" dt="2025-08-15T08:03:49.629" v="34"/>
          <ac:spMkLst>
            <pc:docMk/>
            <pc:sldMk cId="471477334" sldId="257"/>
            <ac:spMk id="10" creationId="{F1F6C2E9-B316-4410-88E5-74F044FC3575}"/>
          </ac:spMkLst>
        </pc:spChg>
        <pc:spChg chg="add">
          <ac:chgData name="Diego José García González" userId="S::djgg03@educastillalamancha.es::62bb8909-ef9f-4346-8089-2f19c88e63fa" providerId="AD" clId="Web-{F1A9D525-9F98-F1B2-36CF-E9C3C9850FE4}" dt="2025-08-15T08:03:49.629" v="34"/>
          <ac:spMkLst>
            <pc:docMk/>
            <pc:sldMk cId="471477334" sldId="257"/>
            <ac:spMk id="12" creationId="{83D07262-43A6-451F-9B19-77B943C6399D}"/>
          </ac:spMkLst>
        </pc:spChg>
      </pc:sldChg>
      <pc:sldChg chg="modSp add replId">
        <pc:chgData name="Diego José García González" userId="S::djgg03@educastillalamancha.es::62bb8909-ef9f-4346-8089-2f19c88e63fa" providerId="AD" clId="Web-{F1A9D525-9F98-F1B2-36CF-E9C3C9850FE4}" dt="2025-08-15T08:08:26.060" v="89" actId="20577"/>
        <pc:sldMkLst>
          <pc:docMk/>
          <pc:sldMk cId="3946450112" sldId="258"/>
        </pc:sldMkLst>
        <pc:spChg chg="mod">
          <ac:chgData name="Diego José García González" userId="S::djgg03@educastillalamancha.es::62bb8909-ef9f-4346-8089-2f19c88e63fa" providerId="AD" clId="Web-{F1A9D525-9F98-F1B2-36CF-E9C3C9850FE4}" dt="2025-08-15T08:08:26.060" v="89" actId="20577"/>
          <ac:spMkLst>
            <pc:docMk/>
            <pc:sldMk cId="3946450112" sldId="258"/>
            <ac:spMk id="2" creationId="{57DABE11-B344-823B-821D-BD486418119E}"/>
          </ac:spMkLst>
        </pc:spChg>
        <pc:spChg chg="mod">
          <ac:chgData name="Diego José García González" userId="S::djgg03@educastillalamancha.es::62bb8909-ef9f-4346-8089-2f19c88e63fa" providerId="AD" clId="Web-{F1A9D525-9F98-F1B2-36CF-E9C3C9850FE4}" dt="2025-08-15T08:07:27.480" v="46" actId="20577"/>
          <ac:spMkLst>
            <pc:docMk/>
            <pc:sldMk cId="3946450112" sldId="258"/>
            <ac:spMk id="3" creationId="{E26E4267-69DB-1C88-90EC-A2106ADE39CE}"/>
          </ac:spMkLst>
        </pc:spChg>
      </pc:sldChg>
      <pc:sldChg chg="modSp add replId">
        <pc:chgData name="Diego José García González" userId="S::djgg03@educastillalamancha.es::62bb8909-ef9f-4346-8089-2f19c88e63fa" providerId="AD" clId="Web-{F1A9D525-9F98-F1B2-36CF-E9C3C9850FE4}" dt="2025-08-15T08:08:51.436" v="91" actId="20577"/>
        <pc:sldMkLst>
          <pc:docMk/>
          <pc:sldMk cId="3419798515" sldId="259"/>
        </pc:sldMkLst>
        <pc:spChg chg="mod">
          <ac:chgData name="Diego José García González" userId="S::djgg03@educastillalamancha.es::62bb8909-ef9f-4346-8089-2f19c88e63fa" providerId="AD" clId="Web-{F1A9D525-9F98-F1B2-36CF-E9C3C9850FE4}" dt="2025-08-15T08:08:51.436" v="91" actId="20577"/>
          <ac:spMkLst>
            <pc:docMk/>
            <pc:sldMk cId="3419798515" sldId="259"/>
            <ac:spMk id="2" creationId="{33120706-E1EA-307F-314E-4809198CBE80}"/>
          </ac:spMkLst>
        </pc:spChg>
      </pc:sldChg>
      <pc:sldChg chg="modSp add replId">
        <pc:chgData name="Diego José García González" userId="S::djgg03@educastillalamancha.es::62bb8909-ef9f-4346-8089-2f19c88e63fa" providerId="AD" clId="Web-{F1A9D525-9F98-F1B2-36CF-E9C3C9850FE4}" dt="2025-08-15T08:09:00.311" v="93" actId="20577"/>
        <pc:sldMkLst>
          <pc:docMk/>
          <pc:sldMk cId="2840399915" sldId="260"/>
        </pc:sldMkLst>
        <pc:spChg chg="mod">
          <ac:chgData name="Diego José García González" userId="S::djgg03@educastillalamancha.es::62bb8909-ef9f-4346-8089-2f19c88e63fa" providerId="AD" clId="Web-{F1A9D525-9F98-F1B2-36CF-E9C3C9850FE4}" dt="2025-08-15T08:09:00.311" v="93" actId="20577"/>
          <ac:spMkLst>
            <pc:docMk/>
            <pc:sldMk cId="2840399915" sldId="260"/>
            <ac:spMk id="2" creationId="{5CA58C0E-57DC-8303-3EC9-210BEE881998}"/>
          </ac:spMkLst>
        </pc:spChg>
      </pc:sldChg>
      <pc:sldChg chg="modSp add replId">
        <pc:chgData name="Diego José García González" userId="S::djgg03@educastillalamancha.es::62bb8909-ef9f-4346-8089-2f19c88e63fa" providerId="AD" clId="Web-{F1A9D525-9F98-F1B2-36CF-E9C3C9850FE4}" dt="2025-08-15T08:09:09.546" v="95" actId="20577"/>
        <pc:sldMkLst>
          <pc:docMk/>
          <pc:sldMk cId="462428446" sldId="261"/>
        </pc:sldMkLst>
        <pc:spChg chg="mod">
          <ac:chgData name="Diego José García González" userId="S::djgg03@educastillalamancha.es::62bb8909-ef9f-4346-8089-2f19c88e63fa" providerId="AD" clId="Web-{F1A9D525-9F98-F1B2-36CF-E9C3C9850FE4}" dt="2025-08-15T08:09:09.546" v="95" actId="20577"/>
          <ac:spMkLst>
            <pc:docMk/>
            <pc:sldMk cId="462428446" sldId="261"/>
            <ac:spMk id="2" creationId="{6A5BC7A3-8469-490F-9B69-7BED4CE4FAE8}"/>
          </ac:spMkLst>
        </pc:spChg>
      </pc:sldChg>
      <pc:sldChg chg="modSp add replId">
        <pc:chgData name="Diego José García González" userId="S::djgg03@educastillalamancha.es::62bb8909-ef9f-4346-8089-2f19c88e63fa" providerId="AD" clId="Web-{F1A9D525-9F98-F1B2-36CF-E9C3C9850FE4}" dt="2025-08-15T08:09:28.843" v="97" actId="20577"/>
        <pc:sldMkLst>
          <pc:docMk/>
          <pc:sldMk cId="1588326153" sldId="262"/>
        </pc:sldMkLst>
        <pc:spChg chg="mod">
          <ac:chgData name="Diego José García González" userId="S::djgg03@educastillalamancha.es::62bb8909-ef9f-4346-8089-2f19c88e63fa" providerId="AD" clId="Web-{F1A9D525-9F98-F1B2-36CF-E9C3C9850FE4}" dt="2025-08-15T08:09:28.843" v="97" actId="20577"/>
          <ac:spMkLst>
            <pc:docMk/>
            <pc:sldMk cId="1588326153" sldId="262"/>
            <ac:spMk id="2" creationId="{EBB8E09B-D7B7-E0C3-EA4A-F0441EEFD3FF}"/>
          </ac:spMkLst>
        </pc:spChg>
      </pc:sldChg>
      <pc:sldChg chg="modSp add replId">
        <pc:chgData name="Diego José García González" userId="S::djgg03@educastillalamancha.es::62bb8909-ef9f-4346-8089-2f19c88e63fa" providerId="AD" clId="Web-{F1A9D525-9F98-F1B2-36CF-E9C3C9850FE4}" dt="2025-08-15T08:09:38.797" v="99" actId="20577"/>
        <pc:sldMkLst>
          <pc:docMk/>
          <pc:sldMk cId="499930949" sldId="263"/>
        </pc:sldMkLst>
        <pc:spChg chg="mod">
          <ac:chgData name="Diego José García González" userId="S::djgg03@educastillalamancha.es::62bb8909-ef9f-4346-8089-2f19c88e63fa" providerId="AD" clId="Web-{F1A9D525-9F98-F1B2-36CF-E9C3C9850FE4}" dt="2025-08-15T08:09:38.797" v="99" actId="20577"/>
          <ac:spMkLst>
            <pc:docMk/>
            <pc:sldMk cId="499930949" sldId="263"/>
            <ac:spMk id="2" creationId="{BA9A2A0C-7086-6ADA-8500-80D7EF3C7F74}"/>
          </ac:spMkLst>
        </pc:spChg>
      </pc:sldChg>
      <pc:sldChg chg="modSp add replId">
        <pc:chgData name="Diego José García González" userId="S::djgg03@educastillalamancha.es::62bb8909-ef9f-4346-8089-2f19c88e63fa" providerId="AD" clId="Web-{F1A9D525-9F98-F1B2-36CF-E9C3C9850FE4}" dt="2025-08-15T08:09:49.078" v="101" actId="20577"/>
        <pc:sldMkLst>
          <pc:docMk/>
          <pc:sldMk cId="3141355448" sldId="264"/>
        </pc:sldMkLst>
        <pc:spChg chg="mod">
          <ac:chgData name="Diego José García González" userId="S::djgg03@educastillalamancha.es::62bb8909-ef9f-4346-8089-2f19c88e63fa" providerId="AD" clId="Web-{F1A9D525-9F98-F1B2-36CF-E9C3C9850FE4}" dt="2025-08-15T08:09:49.078" v="101" actId="20577"/>
          <ac:spMkLst>
            <pc:docMk/>
            <pc:sldMk cId="3141355448" sldId="264"/>
            <ac:spMk id="2" creationId="{0BDA4033-2E4D-470E-58BE-D395A60FC76F}"/>
          </ac:spMkLst>
        </pc:spChg>
      </pc:sldChg>
      <pc:sldChg chg="modSp add replId">
        <pc:chgData name="Diego José García González" userId="S::djgg03@educastillalamancha.es::62bb8909-ef9f-4346-8089-2f19c88e63fa" providerId="AD" clId="Web-{F1A9D525-9F98-F1B2-36CF-E9C3C9850FE4}" dt="2025-08-15T08:09:55.141" v="103" actId="20577"/>
        <pc:sldMkLst>
          <pc:docMk/>
          <pc:sldMk cId="3367866942" sldId="265"/>
        </pc:sldMkLst>
        <pc:spChg chg="mod">
          <ac:chgData name="Diego José García González" userId="S::djgg03@educastillalamancha.es::62bb8909-ef9f-4346-8089-2f19c88e63fa" providerId="AD" clId="Web-{F1A9D525-9F98-F1B2-36CF-E9C3C9850FE4}" dt="2025-08-15T08:09:55.141" v="103" actId="20577"/>
          <ac:spMkLst>
            <pc:docMk/>
            <pc:sldMk cId="3367866942" sldId="265"/>
            <ac:spMk id="2" creationId="{83EB36DE-A6F6-82CA-D1BD-E068FE6C7146}"/>
          </ac:spMkLst>
        </pc:spChg>
      </pc:sldChg>
      <pc:sldChg chg="modSp add replId">
        <pc:chgData name="Diego José García González" userId="S::djgg03@educastillalamancha.es::62bb8909-ef9f-4346-8089-2f19c88e63fa" providerId="AD" clId="Web-{F1A9D525-9F98-F1B2-36CF-E9C3C9850FE4}" dt="2025-08-15T08:09:56.750" v="104" actId="20577"/>
        <pc:sldMkLst>
          <pc:docMk/>
          <pc:sldMk cId="1644286058" sldId="266"/>
        </pc:sldMkLst>
        <pc:spChg chg="mod">
          <ac:chgData name="Diego José García González" userId="S::djgg03@educastillalamancha.es::62bb8909-ef9f-4346-8089-2f19c88e63fa" providerId="AD" clId="Web-{F1A9D525-9F98-F1B2-36CF-E9C3C9850FE4}" dt="2025-08-15T08:09:56.750" v="104" actId="20577"/>
          <ac:spMkLst>
            <pc:docMk/>
            <pc:sldMk cId="1644286058" sldId="266"/>
            <ac:spMk id="2" creationId="{B94C7A09-6904-C681-255D-CC0188335281}"/>
          </ac:spMkLst>
        </pc:spChg>
      </pc:sldChg>
      <pc:sldChg chg="modSp add replId">
        <pc:chgData name="Diego José García González" userId="S::djgg03@educastillalamancha.es::62bb8909-ef9f-4346-8089-2f19c88e63fa" providerId="AD" clId="Web-{F1A9D525-9F98-F1B2-36CF-E9C3C9850FE4}" dt="2025-08-15T08:10:11.641" v="106" actId="20577"/>
        <pc:sldMkLst>
          <pc:docMk/>
          <pc:sldMk cId="1785682598" sldId="267"/>
        </pc:sldMkLst>
        <pc:spChg chg="mod">
          <ac:chgData name="Diego José García González" userId="S::djgg03@educastillalamancha.es::62bb8909-ef9f-4346-8089-2f19c88e63fa" providerId="AD" clId="Web-{F1A9D525-9F98-F1B2-36CF-E9C3C9850FE4}" dt="2025-08-15T08:10:11.641" v="106" actId="20577"/>
          <ac:spMkLst>
            <pc:docMk/>
            <pc:sldMk cId="1785682598" sldId="267"/>
            <ac:spMk id="2" creationId="{039D90CF-4961-8CB8-9427-328BA0FB64B9}"/>
          </ac:spMkLst>
        </pc:spChg>
      </pc:sldChg>
      <pc:sldChg chg="modSp add replId">
        <pc:chgData name="Diego José García González" userId="S::djgg03@educastillalamancha.es::62bb8909-ef9f-4346-8089-2f19c88e63fa" providerId="AD" clId="Web-{F1A9D525-9F98-F1B2-36CF-E9C3C9850FE4}" dt="2025-08-15T08:10:16.891" v="108" actId="20577"/>
        <pc:sldMkLst>
          <pc:docMk/>
          <pc:sldMk cId="3759134848" sldId="268"/>
        </pc:sldMkLst>
        <pc:spChg chg="mod">
          <ac:chgData name="Diego José García González" userId="S::djgg03@educastillalamancha.es::62bb8909-ef9f-4346-8089-2f19c88e63fa" providerId="AD" clId="Web-{F1A9D525-9F98-F1B2-36CF-E9C3C9850FE4}" dt="2025-08-15T08:10:16.891" v="108" actId="20577"/>
          <ac:spMkLst>
            <pc:docMk/>
            <pc:sldMk cId="3759134848" sldId="268"/>
            <ac:spMk id="2" creationId="{7DF2761C-9CE7-F473-79AB-9058E6092C0F}"/>
          </ac:spMkLst>
        </pc:spChg>
      </pc:sldChg>
      <pc:sldChg chg="modSp add replId">
        <pc:chgData name="Diego José García González" userId="S::djgg03@educastillalamancha.es::62bb8909-ef9f-4346-8089-2f19c88e63fa" providerId="AD" clId="Web-{F1A9D525-9F98-F1B2-36CF-E9C3C9850FE4}" dt="2025-08-15T08:10:38.470" v="110" actId="20577"/>
        <pc:sldMkLst>
          <pc:docMk/>
          <pc:sldMk cId="1815306873" sldId="269"/>
        </pc:sldMkLst>
        <pc:spChg chg="mod">
          <ac:chgData name="Diego José García González" userId="S::djgg03@educastillalamancha.es::62bb8909-ef9f-4346-8089-2f19c88e63fa" providerId="AD" clId="Web-{F1A9D525-9F98-F1B2-36CF-E9C3C9850FE4}" dt="2025-08-15T08:10:38.470" v="110" actId="20577"/>
          <ac:spMkLst>
            <pc:docMk/>
            <pc:sldMk cId="1815306873" sldId="269"/>
            <ac:spMk id="2" creationId="{96E20AC1-5619-0B03-ABDE-F3324591C461}"/>
          </ac:spMkLst>
        </pc:spChg>
      </pc:sldChg>
      <pc:sldChg chg="modSp add replId">
        <pc:chgData name="Diego José García González" userId="S::djgg03@educastillalamancha.es::62bb8909-ef9f-4346-8089-2f19c88e63fa" providerId="AD" clId="Web-{F1A9D525-9F98-F1B2-36CF-E9C3C9850FE4}" dt="2025-08-15T08:10:48.689" v="112" actId="20577"/>
        <pc:sldMkLst>
          <pc:docMk/>
          <pc:sldMk cId="235823383" sldId="270"/>
        </pc:sldMkLst>
        <pc:spChg chg="mod">
          <ac:chgData name="Diego José García González" userId="S::djgg03@educastillalamancha.es::62bb8909-ef9f-4346-8089-2f19c88e63fa" providerId="AD" clId="Web-{F1A9D525-9F98-F1B2-36CF-E9C3C9850FE4}" dt="2025-08-15T08:10:48.689" v="112" actId="20577"/>
          <ac:spMkLst>
            <pc:docMk/>
            <pc:sldMk cId="235823383" sldId="270"/>
            <ac:spMk id="2" creationId="{BA1E1A65-54C4-CB20-9555-984A7A5AAEB2}"/>
          </ac:spMkLst>
        </pc:spChg>
      </pc:sldChg>
      <pc:sldChg chg="modSp add replId">
        <pc:chgData name="Diego José García González" userId="S::djgg03@educastillalamancha.es::62bb8909-ef9f-4346-8089-2f19c88e63fa" providerId="AD" clId="Web-{F1A9D525-9F98-F1B2-36CF-E9C3C9850FE4}" dt="2025-08-15T08:10:59.830" v="114" actId="20577"/>
        <pc:sldMkLst>
          <pc:docMk/>
          <pc:sldMk cId="1717862479" sldId="271"/>
        </pc:sldMkLst>
        <pc:spChg chg="mod">
          <ac:chgData name="Diego José García González" userId="S::djgg03@educastillalamancha.es::62bb8909-ef9f-4346-8089-2f19c88e63fa" providerId="AD" clId="Web-{F1A9D525-9F98-F1B2-36CF-E9C3C9850FE4}" dt="2025-08-15T08:10:59.830" v="114" actId="20577"/>
          <ac:spMkLst>
            <pc:docMk/>
            <pc:sldMk cId="1717862479" sldId="271"/>
            <ac:spMk id="2" creationId="{C0D3AD1F-EB71-585E-9D76-7AF41703E1F1}"/>
          </ac:spMkLst>
        </pc:spChg>
      </pc:sldChg>
      <pc:sldChg chg="modSp add replId">
        <pc:chgData name="Diego José García González" userId="S::djgg03@educastillalamancha.es::62bb8909-ef9f-4346-8089-2f19c88e63fa" providerId="AD" clId="Web-{F1A9D525-9F98-F1B2-36CF-E9C3C9850FE4}" dt="2025-08-15T08:11:10.018" v="116" actId="20577"/>
        <pc:sldMkLst>
          <pc:docMk/>
          <pc:sldMk cId="1048628833" sldId="272"/>
        </pc:sldMkLst>
        <pc:spChg chg="mod">
          <ac:chgData name="Diego José García González" userId="S::djgg03@educastillalamancha.es::62bb8909-ef9f-4346-8089-2f19c88e63fa" providerId="AD" clId="Web-{F1A9D525-9F98-F1B2-36CF-E9C3C9850FE4}" dt="2025-08-15T08:11:10.018" v="116" actId="20577"/>
          <ac:spMkLst>
            <pc:docMk/>
            <pc:sldMk cId="1048628833" sldId="272"/>
            <ac:spMk id="2" creationId="{81D1E4D0-A814-798F-FA7F-CE20020131EF}"/>
          </ac:spMkLst>
        </pc:spChg>
      </pc:sldChg>
      <pc:sldChg chg="modSp add replId">
        <pc:chgData name="Diego José García González" userId="S::djgg03@educastillalamancha.es::62bb8909-ef9f-4346-8089-2f19c88e63fa" providerId="AD" clId="Web-{F1A9D525-9F98-F1B2-36CF-E9C3C9850FE4}" dt="2025-08-15T08:11:21.893" v="118" actId="20577"/>
        <pc:sldMkLst>
          <pc:docMk/>
          <pc:sldMk cId="4165506513" sldId="273"/>
        </pc:sldMkLst>
        <pc:spChg chg="mod">
          <ac:chgData name="Diego José García González" userId="S::djgg03@educastillalamancha.es::62bb8909-ef9f-4346-8089-2f19c88e63fa" providerId="AD" clId="Web-{F1A9D525-9F98-F1B2-36CF-E9C3C9850FE4}" dt="2025-08-15T08:11:21.893" v="118" actId="20577"/>
          <ac:spMkLst>
            <pc:docMk/>
            <pc:sldMk cId="4165506513" sldId="273"/>
            <ac:spMk id="2" creationId="{9DD6EF05-E9D0-E451-10DE-1246E0DC8B56}"/>
          </ac:spMkLst>
        </pc:spChg>
      </pc:sldChg>
      <pc:sldChg chg="modSp add replId">
        <pc:chgData name="Diego José García González" userId="S::djgg03@educastillalamancha.es::62bb8909-ef9f-4346-8089-2f19c88e63fa" providerId="AD" clId="Web-{F1A9D525-9F98-F1B2-36CF-E9C3C9850FE4}" dt="2025-08-15T08:11:29.050" v="120" actId="20577"/>
        <pc:sldMkLst>
          <pc:docMk/>
          <pc:sldMk cId="1913438329" sldId="274"/>
        </pc:sldMkLst>
        <pc:spChg chg="mod">
          <ac:chgData name="Diego José García González" userId="S::djgg03@educastillalamancha.es::62bb8909-ef9f-4346-8089-2f19c88e63fa" providerId="AD" clId="Web-{F1A9D525-9F98-F1B2-36CF-E9C3C9850FE4}" dt="2025-08-15T08:11:29.050" v="120" actId="20577"/>
          <ac:spMkLst>
            <pc:docMk/>
            <pc:sldMk cId="1913438329" sldId="274"/>
            <ac:spMk id="2" creationId="{B1B9E3DF-E91B-92F1-5CF1-4EB8A7E9C033}"/>
          </ac:spMkLst>
        </pc:spChg>
      </pc:sldChg>
      <pc:sldChg chg="modSp add replId">
        <pc:chgData name="Diego José García González" userId="S::djgg03@educastillalamancha.es::62bb8909-ef9f-4346-8089-2f19c88e63fa" providerId="AD" clId="Web-{F1A9D525-9F98-F1B2-36CF-E9C3C9850FE4}" dt="2025-08-15T08:11:40.425" v="122" actId="20577"/>
        <pc:sldMkLst>
          <pc:docMk/>
          <pc:sldMk cId="4095264066" sldId="275"/>
        </pc:sldMkLst>
        <pc:spChg chg="mod">
          <ac:chgData name="Diego José García González" userId="S::djgg03@educastillalamancha.es::62bb8909-ef9f-4346-8089-2f19c88e63fa" providerId="AD" clId="Web-{F1A9D525-9F98-F1B2-36CF-E9C3C9850FE4}" dt="2025-08-15T08:11:40.425" v="122" actId="20577"/>
          <ac:spMkLst>
            <pc:docMk/>
            <pc:sldMk cId="4095264066" sldId="275"/>
            <ac:spMk id="2" creationId="{E69F8615-9E1C-BEBF-FD7C-F8BDC657DAEE}"/>
          </ac:spMkLst>
        </pc:spChg>
      </pc:sldChg>
      <pc:sldChg chg="modSp add replId">
        <pc:chgData name="Diego José García González" userId="S::djgg03@educastillalamancha.es::62bb8909-ef9f-4346-8089-2f19c88e63fa" providerId="AD" clId="Web-{F1A9D525-9F98-F1B2-36CF-E9C3C9850FE4}" dt="2025-08-15T08:11:48.566" v="125" actId="20577"/>
        <pc:sldMkLst>
          <pc:docMk/>
          <pc:sldMk cId="2768890155" sldId="276"/>
        </pc:sldMkLst>
        <pc:spChg chg="mod">
          <ac:chgData name="Diego José García González" userId="S::djgg03@educastillalamancha.es::62bb8909-ef9f-4346-8089-2f19c88e63fa" providerId="AD" clId="Web-{F1A9D525-9F98-F1B2-36CF-E9C3C9850FE4}" dt="2025-08-15T08:11:48.566" v="125" actId="20577"/>
          <ac:spMkLst>
            <pc:docMk/>
            <pc:sldMk cId="2768890155" sldId="276"/>
            <ac:spMk id="2" creationId="{A6DA0BDC-6109-7419-01D2-EEE1E4C17EE9}"/>
          </ac:spMkLst>
        </pc:spChg>
      </pc:sldChg>
      <pc:sldChg chg="modSp add replId">
        <pc:chgData name="Diego José García González" userId="S::djgg03@educastillalamancha.es::62bb8909-ef9f-4346-8089-2f19c88e63fa" providerId="AD" clId="Web-{F1A9D525-9F98-F1B2-36CF-E9C3C9850FE4}" dt="2025-08-15T08:11:57.973" v="127" actId="20577"/>
        <pc:sldMkLst>
          <pc:docMk/>
          <pc:sldMk cId="888144231" sldId="277"/>
        </pc:sldMkLst>
        <pc:spChg chg="mod">
          <ac:chgData name="Diego José García González" userId="S::djgg03@educastillalamancha.es::62bb8909-ef9f-4346-8089-2f19c88e63fa" providerId="AD" clId="Web-{F1A9D525-9F98-F1B2-36CF-E9C3C9850FE4}" dt="2025-08-15T08:11:57.973" v="127" actId="20577"/>
          <ac:spMkLst>
            <pc:docMk/>
            <pc:sldMk cId="888144231" sldId="277"/>
            <ac:spMk id="2" creationId="{077B09A2-8B26-A491-C224-05F0901EE89B}"/>
          </ac:spMkLst>
        </pc:spChg>
      </pc:sldChg>
      <pc:sldChg chg="modSp add replId">
        <pc:chgData name="Diego José García González" userId="S::djgg03@educastillalamancha.es::62bb8909-ef9f-4346-8089-2f19c88e63fa" providerId="AD" clId="Web-{F1A9D525-9F98-F1B2-36CF-E9C3C9850FE4}" dt="2025-08-15T08:12:10.395" v="129" actId="20577"/>
        <pc:sldMkLst>
          <pc:docMk/>
          <pc:sldMk cId="218504191" sldId="278"/>
        </pc:sldMkLst>
        <pc:spChg chg="mod">
          <ac:chgData name="Diego José García González" userId="S::djgg03@educastillalamancha.es::62bb8909-ef9f-4346-8089-2f19c88e63fa" providerId="AD" clId="Web-{F1A9D525-9F98-F1B2-36CF-E9C3C9850FE4}" dt="2025-08-15T08:12:10.395" v="129" actId="20577"/>
          <ac:spMkLst>
            <pc:docMk/>
            <pc:sldMk cId="218504191" sldId="278"/>
            <ac:spMk id="2" creationId="{FD4152D0-AA64-227C-B17A-4259F7A1DED3}"/>
          </ac:spMkLst>
        </pc:spChg>
      </pc:sldChg>
      <pc:sldChg chg="modSp add replId">
        <pc:chgData name="Diego José García González" userId="S::djgg03@educastillalamancha.es::62bb8909-ef9f-4346-8089-2f19c88e63fa" providerId="AD" clId="Web-{F1A9D525-9F98-F1B2-36CF-E9C3C9850FE4}" dt="2025-08-15T08:12:16.786" v="131" actId="20577"/>
        <pc:sldMkLst>
          <pc:docMk/>
          <pc:sldMk cId="2191269960" sldId="279"/>
        </pc:sldMkLst>
        <pc:spChg chg="mod">
          <ac:chgData name="Diego José García González" userId="S::djgg03@educastillalamancha.es::62bb8909-ef9f-4346-8089-2f19c88e63fa" providerId="AD" clId="Web-{F1A9D525-9F98-F1B2-36CF-E9C3C9850FE4}" dt="2025-08-15T08:12:16.786" v="131" actId="20577"/>
          <ac:spMkLst>
            <pc:docMk/>
            <pc:sldMk cId="2191269960" sldId="279"/>
            <ac:spMk id="2" creationId="{1BFD43F1-FFEF-5425-7623-509B881D12AD}"/>
          </ac:spMkLst>
        </pc:spChg>
      </pc:sldChg>
      <pc:sldChg chg="modSp add replId">
        <pc:chgData name="Diego José García González" userId="S::djgg03@educastillalamancha.es::62bb8909-ef9f-4346-8089-2f19c88e63fa" providerId="AD" clId="Web-{F1A9D525-9F98-F1B2-36CF-E9C3C9850FE4}" dt="2025-08-15T08:12:33.005" v="133" actId="20577"/>
        <pc:sldMkLst>
          <pc:docMk/>
          <pc:sldMk cId="3143303502" sldId="280"/>
        </pc:sldMkLst>
        <pc:spChg chg="mod">
          <ac:chgData name="Diego José García González" userId="S::djgg03@educastillalamancha.es::62bb8909-ef9f-4346-8089-2f19c88e63fa" providerId="AD" clId="Web-{F1A9D525-9F98-F1B2-36CF-E9C3C9850FE4}" dt="2025-08-15T08:12:33.005" v="133" actId="20577"/>
          <ac:spMkLst>
            <pc:docMk/>
            <pc:sldMk cId="3143303502" sldId="280"/>
            <ac:spMk id="2" creationId="{E60292C8-0C3B-66F8-0C09-C37BC25EC36B}"/>
          </ac:spMkLst>
        </pc:spChg>
      </pc:sldChg>
      <pc:sldChg chg="modSp add replId">
        <pc:chgData name="Diego José García González" userId="S::djgg03@educastillalamancha.es::62bb8909-ef9f-4346-8089-2f19c88e63fa" providerId="AD" clId="Web-{F1A9D525-9F98-F1B2-36CF-E9C3C9850FE4}" dt="2025-08-15T08:12:42.177" v="135" actId="20577"/>
        <pc:sldMkLst>
          <pc:docMk/>
          <pc:sldMk cId="1106308150" sldId="281"/>
        </pc:sldMkLst>
        <pc:spChg chg="mod">
          <ac:chgData name="Diego José García González" userId="S::djgg03@educastillalamancha.es::62bb8909-ef9f-4346-8089-2f19c88e63fa" providerId="AD" clId="Web-{F1A9D525-9F98-F1B2-36CF-E9C3C9850FE4}" dt="2025-08-15T08:12:42.177" v="135" actId="20577"/>
          <ac:spMkLst>
            <pc:docMk/>
            <pc:sldMk cId="1106308150" sldId="281"/>
            <ac:spMk id="2" creationId="{A8131078-1B45-FE4D-F39C-00AF2A3D52F9}"/>
          </ac:spMkLst>
        </pc:spChg>
      </pc:sldChg>
      <pc:sldChg chg="modSp add replId">
        <pc:chgData name="Diego José García González" userId="S::djgg03@educastillalamancha.es::62bb8909-ef9f-4346-8089-2f19c88e63fa" providerId="AD" clId="Web-{F1A9D525-9F98-F1B2-36CF-E9C3C9850FE4}" dt="2025-08-15T08:12:50.505" v="137" actId="20577"/>
        <pc:sldMkLst>
          <pc:docMk/>
          <pc:sldMk cId="4186737074" sldId="282"/>
        </pc:sldMkLst>
        <pc:spChg chg="mod">
          <ac:chgData name="Diego José García González" userId="S::djgg03@educastillalamancha.es::62bb8909-ef9f-4346-8089-2f19c88e63fa" providerId="AD" clId="Web-{F1A9D525-9F98-F1B2-36CF-E9C3C9850FE4}" dt="2025-08-15T08:12:50.505" v="137" actId="20577"/>
          <ac:spMkLst>
            <pc:docMk/>
            <pc:sldMk cId="4186737074" sldId="282"/>
            <ac:spMk id="2" creationId="{949DFA65-14D9-D3A4-E6BF-364F28A5B861}"/>
          </ac:spMkLst>
        </pc:spChg>
      </pc:sldChg>
      <pc:sldChg chg="modSp add replId">
        <pc:chgData name="Diego José García González" userId="S::djgg03@educastillalamancha.es::62bb8909-ef9f-4346-8089-2f19c88e63fa" providerId="AD" clId="Web-{F1A9D525-9F98-F1B2-36CF-E9C3C9850FE4}" dt="2025-08-15T08:13:07.334" v="139" actId="20577"/>
        <pc:sldMkLst>
          <pc:docMk/>
          <pc:sldMk cId="3773644916" sldId="283"/>
        </pc:sldMkLst>
        <pc:spChg chg="mod">
          <ac:chgData name="Diego José García González" userId="S::djgg03@educastillalamancha.es::62bb8909-ef9f-4346-8089-2f19c88e63fa" providerId="AD" clId="Web-{F1A9D525-9F98-F1B2-36CF-E9C3C9850FE4}" dt="2025-08-15T08:13:07.334" v="139" actId="20577"/>
          <ac:spMkLst>
            <pc:docMk/>
            <pc:sldMk cId="3773644916" sldId="283"/>
            <ac:spMk id="2" creationId="{F55033EA-0290-C151-F75E-FCBA8632BB83}"/>
          </ac:spMkLst>
        </pc:spChg>
      </pc:sldChg>
      <pc:sldChg chg="modSp add replId">
        <pc:chgData name="Diego José García González" userId="S::djgg03@educastillalamancha.es::62bb8909-ef9f-4346-8089-2f19c88e63fa" providerId="AD" clId="Web-{F1A9D525-9F98-F1B2-36CF-E9C3C9850FE4}" dt="2025-08-15T08:13:16.365" v="141" actId="20577"/>
        <pc:sldMkLst>
          <pc:docMk/>
          <pc:sldMk cId="3517377187" sldId="284"/>
        </pc:sldMkLst>
        <pc:spChg chg="mod">
          <ac:chgData name="Diego José García González" userId="S::djgg03@educastillalamancha.es::62bb8909-ef9f-4346-8089-2f19c88e63fa" providerId="AD" clId="Web-{F1A9D525-9F98-F1B2-36CF-E9C3C9850FE4}" dt="2025-08-15T08:13:16.365" v="141" actId="20577"/>
          <ac:spMkLst>
            <pc:docMk/>
            <pc:sldMk cId="3517377187" sldId="284"/>
            <ac:spMk id="2" creationId="{E9C76C64-4D0D-FCBE-53B9-0E3486B36C57}"/>
          </ac:spMkLst>
        </pc:spChg>
      </pc:sldChg>
      <pc:sldChg chg="modSp add replId">
        <pc:chgData name="Diego José García González" userId="S::djgg03@educastillalamancha.es::62bb8909-ef9f-4346-8089-2f19c88e63fa" providerId="AD" clId="Web-{F1A9D525-9F98-F1B2-36CF-E9C3C9850FE4}" dt="2025-08-15T08:13:23.428" v="143" actId="20577"/>
        <pc:sldMkLst>
          <pc:docMk/>
          <pc:sldMk cId="3186954855" sldId="285"/>
        </pc:sldMkLst>
        <pc:spChg chg="mod">
          <ac:chgData name="Diego José García González" userId="S::djgg03@educastillalamancha.es::62bb8909-ef9f-4346-8089-2f19c88e63fa" providerId="AD" clId="Web-{F1A9D525-9F98-F1B2-36CF-E9C3C9850FE4}" dt="2025-08-15T08:13:23.428" v="143" actId="20577"/>
          <ac:spMkLst>
            <pc:docMk/>
            <pc:sldMk cId="3186954855" sldId="285"/>
            <ac:spMk id="2" creationId="{1C092713-77B6-5777-ED5B-A588BF59C27F}"/>
          </ac:spMkLst>
        </pc:spChg>
      </pc:sldChg>
      <pc:sldChg chg="modSp add replId">
        <pc:chgData name="Diego José García González" userId="S::djgg03@educastillalamancha.es::62bb8909-ef9f-4346-8089-2f19c88e63fa" providerId="AD" clId="Web-{F1A9D525-9F98-F1B2-36CF-E9C3C9850FE4}" dt="2025-08-15T08:13:32.475" v="145" actId="20577"/>
        <pc:sldMkLst>
          <pc:docMk/>
          <pc:sldMk cId="1700854400" sldId="286"/>
        </pc:sldMkLst>
        <pc:spChg chg="mod">
          <ac:chgData name="Diego José García González" userId="S::djgg03@educastillalamancha.es::62bb8909-ef9f-4346-8089-2f19c88e63fa" providerId="AD" clId="Web-{F1A9D525-9F98-F1B2-36CF-E9C3C9850FE4}" dt="2025-08-15T08:13:32.475" v="145" actId="20577"/>
          <ac:spMkLst>
            <pc:docMk/>
            <pc:sldMk cId="1700854400" sldId="286"/>
            <ac:spMk id="2" creationId="{48ABC839-628D-93AE-B89F-1CD1F3A5DAAB}"/>
          </ac:spMkLst>
        </pc:spChg>
      </pc:sldChg>
      <pc:sldChg chg="modSp add replId">
        <pc:chgData name="Diego José García González" userId="S::djgg03@educastillalamancha.es::62bb8909-ef9f-4346-8089-2f19c88e63fa" providerId="AD" clId="Web-{F1A9D525-9F98-F1B2-36CF-E9C3C9850FE4}" dt="2025-08-15T08:13:43.288" v="147" actId="20577"/>
        <pc:sldMkLst>
          <pc:docMk/>
          <pc:sldMk cId="2574365940" sldId="287"/>
        </pc:sldMkLst>
        <pc:spChg chg="mod">
          <ac:chgData name="Diego José García González" userId="S::djgg03@educastillalamancha.es::62bb8909-ef9f-4346-8089-2f19c88e63fa" providerId="AD" clId="Web-{F1A9D525-9F98-F1B2-36CF-E9C3C9850FE4}" dt="2025-08-15T08:13:43.288" v="147" actId="20577"/>
          <ac:spMkLst>
            <pc:docMk/>
            <pc:sldMk cId="2574365940" sldId="287"/>
            <ac:spMk id="2" creationId="{8C25FAE9-451E-81D0-571D-724BFB51890C}"/>
          </ac:spMkLst>
        </pc:spChg>
      </pc:sldChg>
      <pc:sldChg chg="modSp add replId">
        <pc:chgData name="Diego José García González" userId="S::djgg03@educastillalamancha.es::62bb8909-ef9f-4346-8089-2f19c88e63fa" providerId="AD" clId="Web-{F1A9D525-9F98-F1B2-36CF-E9C3C9850FE4}" dt="2025-08-15T08:13:53.804" v="149" actId="20577"/>
        <pc:sldMkLst>
          <pc:docMk/>
          <pc:sldMk cId="275841908" sldId="288"/>
        </pc:sldMkLst>
        <pc:spChg chg="mod">
          <ac:chgData name="Diego José García González" userId="S::djgg03@educastillalamancha.es::62bb8909-ef9f-4346-8089-2f19c88e63fa" providerId="AD" clId="Web-{F1A9D525-9F98-F1B2-36CF-E9C3C9850FE4}" dt="2025-08-15T08:13:53.804" v="149" actId="20577"/>
          <ac:spMkLst>
            <pc:docMk/>
            <pc:sldMk cId="275841908" sldId="288"/>
            <ac:spMk id="2" creationId="{A67F631B-0EAE-42F5-9DB1-E8F868FCC7E9}"/>
          </ac:spMkLst>
        </pc:spChg>
      </pc:sldChg>
      <pc:sldChg chg="modSp add replId">
        <pc:chgData name="Diego José García González" userId="S::djgg03@educastillalamancha.es::62bb8909-ef9f-4346-8089-2f19c88e63fa" providerId="AD" clId="Web-{F1A9D525-9F98-F1B2-36CF-E9C3C9850FE4}" dt="2025-08-15T08:14:03.304" v="151" actId="20577"/>
        <pc:sldMkLst>
          <pc:docMk/>
          <pc:sldMk cId="368959837" sldId="289"/>
        </pc:sldMkLst>
        <pc:spChg chg="mod">
          <ac:chgData name="Diego José García González" userId="S::djgg03@educastillalamancha.es::62bb8909-ef9f-4346-8089-2f19c88e63fa" providerId="AD" clId="Web-{F1A9D525-9F98-F1B2-36CF-E9C3C9850FE4}" dt="2025-08-15T08:14:03.304" v="151" actId="20577"/>
          <ac:spMkLst>
            <pc:docMk/>
            <pc:sldMk cId="368959837" sldId="289"/>
            <ac:spMk id="2" creationId="{1AD2F23B-1F3F-A3C3-BF29-CB6EB279B244}"/>
          </ac:spMkLst>
        </pc:spChg>
      </pc:sldChg>
      <pc:sldChg chg="modSp add replId">
        <pc:chgData name="Diego José García González" userId="S::djgg03@educastillalamancha.es::62bb8909-ef9f-4346-8089-2f19c88e63fa" providerId="AD" clId="Web-{F1A9D525-9F98-F1B2-36CF-E9C3C9850FE4}" dt="2025-08-15T08:14:11.304" v="153" actId="20577"/>
        <pc:sldMkLst>
          <pc:docMk/>
          <pc:sldMk cId="2024836147" sldId="290"/>
        </pc:sldMkLst>
        <pc:spChg chg="mod">
          <ac:chgData name="Diego José García González" userId="S::djgg03@educastillalamancha.es::62bb8909-ef9f-4346-8089-2f19c88e63fa" providerId="AD" clId="Web-{F1A9D525-9F98-F1B2-36CF-E9C3C9850FE4}" dt="2025-08-15T08:14:11.304" v="153" actId="20577"/>
          <ac:spMkLst>
            <pc:docMk/>
            <pc:sldMk cId="2024836147" sldId="290"/>
            <ac:spMk id="2" creationId="{6C953295-4E1C-1848-A00C-67A7AF4DCD65}"/>
          </ac:spMkLst>
        </pc:spChg>
      </pc:sldChg>
      <pc:sldChg chg="modSp add replId">
        <pc:chgData name="Diego José García González" userId="S::djgg03@educastillalamancha.es::62bb8909-ef9f-4346-8089-2f19c88e63fa" providerId="AD" clId="Web-{F1A9D525-9F98-F1B2-36CF-E9C3C9850FE4}" dt="2025-08-15T08:14:40.915" v="157" actId="20577"/>
        <pc:sldMkLst>
          <pc:docMk/>
          <pc:sldMk cId="819333416" sldId="291"/>
        </pc:sldMkLst>
        <pc:spChg chg="mod">
          <ac:chgData name="Diego José García González" userId="S::djgg03@educastillalamancha.es::62bb8909-ef9f-4346-8089-2f19c88e63fa" providerId="AD" clId="Web-{F1A9D525-9F98-F1B2-36CF-E9C3C9850FE4}" dt="2025-08-15T08:14:40.915" v="157" actId="20577"/>
          <ac:spMkLst>
            <pc:docMk/>
            <pc:sldMk cId="819333416" sldId="291"/>
            <ac:spMk id="2" creationId="{2405E981-B1B8-D69D-42F4-09697433E3F9}"/>
          </ac:spMkLst>
        </pc:spChg>
      </pc:sldChg>
      <pc:sldChg chg="add replId">
        <pc:chgData name="Diego José García González" userId="S::djgg03@educastillalamancha.es::62bb8909-ef9f-4346-8089-2f19c88e63fa" providerId="AD" clId="Web-{F1A9D525-9F98-F1B2-36CF-E9C3C9850FE4}" dt="2025-08-15T08:07:54.965" v="80"/>
        <pc:sldMkLst>
          <pc:docMk/>
          <pc:sldMk cId="3187091807" sldId="292"/>
        </pc:sldMkLst>
      </pc:sldChg>
      <pc:sldChg chg="modSp add replId">
        <pc:chgData name="Diego José García González" userId="S::djgg03@educastillalamancha.es::62bb8909-ef9f-4346-8089-2f19c88e63fa" providerId="AD" clId="Web-{F1A9D525-9F98-F1B2-36CF-E9C3C9850FE4}" dt="2025-08-15T08:14:51.149" v="159" actId="20577"/>
        <pc:sldMkLst>
          <pc:docMk/>
          <pc:sldMk cId="3179132294" sldId="293"/>
        </pc:sldMkLst>
        <pc:spChg chg="mod">
          <ac:chgData name="Diego José García González" userId="S::djgg03@educastillalamancha.es::62bb8909-ef9f-4346-8089-2f19c88e63fa" providerId="AD" clId="Web-{F1A9D525-9F98-F1B2-36CF-E9C3C9850FE4}" dt="2025-08-15T08:14:51.149" v="159" actId="20577"/>
          <ac:spMkLst>
            <pc:docMk/>
            <pc:sldMk cId="3179132294" sldId="293"/>
            <ac:spMk id="2" creationId="{DC42E4CC-B56C-162E-B45B-F8A0EC87377B}"/>
          </ac:spMkLst>
        </pc:spChg>
      </pc:sldChg>
      <pc:sldChg chg="modSp add replId">
        <pc:chgData name="Diego José García González" userId="S::djgg03@educastillalamancha.es::62bb8909-ef9f-4346-8089-2f19c88e63fa" providerId="AD" clId="Web-{F1A9D525-9F98-F1B2-36CF-E9C3C9850FE4}" dt="2025-08-15T08:15:24.744" v="161" actId="20577"/>
        <pc:sldMkLst>
          <pc:docMk/>
          <pc:sldMk cId="1659296146" sldId="294"/>
        </pc:sldMkLst>
        <pc:spChg chg="mod">
          <ac:chgData name="Diego José García González" userId="S::djgg03@educastillalamancha.es::62bb8909-ef9f-4346-8089-2f19c88e63fa" providerId="AD" clId="Web-{F1A9D525-9F98-F1B2-36CF-E9C3C9850FE4}" dt="2025-08-15T08:15:24.744" v="161" actId="20577"/>
          <ac:spMkLst>
            <pc:docMk/>
            <pc:sldMk cId="1659296146" sldId="294"/>
            <ac:spMk id="2" creationId="{FD65B07F-9BAE-B9AF-827B-466594C4F776}"/>
          </ac:spMkLst>
        </pc:spChg>
      </pc:sldChg>
      <pc:sldChg chg="modSp add replId">
        <pc:chgData name="Diego José García González" userId="S::djgg03@educastillalamancha.es::62bb8909-ef9f-4346-8089-2f19c88e63fa" providerId="AD" clId="Web-{F1A9D525-9F98-F1B2-36CF-E9C3C9850FE4}" dt="2025-08-15T08:15:34.682" v="163" actId="20577"/>
        <pc:sldMkLst>
          <pc:docMk/>
          <pc:sldMk cId="417888989" sldId="295"/>
        </pc:sldMkLst>
        <pc:spChg chg="mod">
          <ac:chgData name="Diego José García González" userId="S::djgg03@educastillalamancha.es::62bb8909-ef9f-4346-8089-2f19c88e63fa" providerId="AD" clId="Web-{F1A9D525-9F98-F1B2-36CF-E9C3C9850FE4}" dt="2025-08-15T08:15:34.682" v="163" actId="20577"/>
          <ac:spMkLst>
            <pc:docMk/>
            <pc:sldMk cId="417888989" sldId="295"/>
            <ac:spMk id="2" creationId="{C0F390BC-420B-7E38-4B9E-3B15F7FCA93C}"/>
          </ac:spMkLst>
        </pc:spChg>
      </pc:sldChg>
      <pc:sldChg chg="modSp add replId">
        <pc:chgData name="Diego José García González" userId="S::djgg03@educastillalamancha.es::62bb8909-ef9f-4346-8089-2f19c88e63fa" providerId="AD" clId="Web-{F1A9D525-9F98-F1B2-36CF-E9C3C9850FE4}" dt="2025-08-15T08:15:36.947" v="164" actId="20577"/>
        <pc:sldMkLst>
          <pc:docMk/>
          <pc:sldMk cId="1339232770" sldId="296"/>
        </pc:sldMkLst>
        <pc:spChg chg="mod">
          <ac:chgData name="Diego José García González" userId="S::djgg03@educastillalamancha.es::62bb8909-ef9f-4346-8089-2f19c88e63fa" providerId="AD" clId="Web-{F1A9D525-9F98-F1B2-36CF-E9C3C9850FE4}" dt="2025-08-15T08:15:36.947" v="164" actId="20577"/>
          <ac:spMkLst>
            <pc:docMk/>
            <pc:sldMk cId="1339232770" sldId="296"/>
            <ac:spMk id="2" creationId="{64D3E30C-DF93-2206-1C38-1FB546252814}"/>
          </ac:spMkLst>
        </pc:spChg>
      </pc:sldChg>
      <pc:sldChg chg="modSp add replId">
        <pc:chgData name="Diego José García González" userId="S::djgg03@educastillalamancha.es::62bb8909-ef9f-4346-8089-2f19c88e63fa" providerId="AD" clId="Web-{F1A9D525-9F98-F1B2-36CF-E9C3C9850FE4}" dt="2025-08-15T08:15:59.573" v="166" actId="20577"/>
        <pc:sldMkLst>
          <pc:docMk/>
          <pc:sldMk cId="262894524" sldId="297"/>
        </pc:sldMkLst>
        <pc:spChg chg="mod">
          <ac:chgData name="Diego José García González" userId="S::djgg03@educastillalamancha.es::62bb8909-ef9f-4346-8089-2f19c88e63fa" providerId="AD" clId="Web-{F1A9D525-9F98-F1B2-36CF-E9C3C9850FE4}" dt="2025-08-15T08:15:59.573" v="166" actId="20577"/>
          <ac:spMkLst>
            <pc:docMk/>
            <pc:sldMk cId="262894524" sldId="297"/>
            <ac:spMk id="2" creationId="{B14281FE-90BE-1DE2-9DCC-23C46D55AE08}"/>
          </ac:spMkLst>
        </pc:spChg>
      </pc:sldChg>
      <pc:sldChg chg="modSp add replId">
        <pc:chgData name="Diego José García González" userId="S::djgg03@educastillalamancha.es::62bb8909-ef9f-4346-8089-2f19c88e63fa" providerId="AD" clId="Web-{F1A9D525-9F98-F1B2-36CF-E9C3C9850FE4}" dt="2025-08-15T08:16:01.511" v="167" actId="20577"/>
        <pc:sldMkLst>
          <pc:docMk/>
          <pc:sldMk cId="3287555401" sldId="298"/>
        </pc:sldMkLst>
        <pc:spChg chg="mod">
          <ac:chgData name="Diego José García González" userId="S::djgg03@educastillalamancha.es::62bb8909-ef9f-4346-8089-2f19c88e63fa" providerId="AD" clId="Web-{F1A9D525-9F98-F1B2-36CF-E9C3C9850FE4}" dt="2025-08-15T08:16:01.511" v="167" actId="20577"/>
          <ac:spMkLst>
            <pc:docMk/>
            <pc:sldMk cId="3287555401" sldId="298"/>
            <ac:spMk id="2" creationId="{5FC527F0-B6BE-699A-CF49-727EFC394C59}"/>
          </ac:spMkLst>
        </pc:spChg>
      </pc:sldChg>
      <pc:sldChg chg="modSp add replId">
        <pc:chgData name="Diego José García González" userId="S::djgg03@educastillalamancha.es::62bb8909-ef9f-4346-8089-2f19c88e63fa" providerId="AD" clId="Web-{F1A9D525-9F98-F1B2-36CF-E9C3C9850FE4}" dt="2025-08-15T08:16:20.042" v="170" actId="20577"/>
        <pc:sldMkLst>
          <pc:docMk/>
          <pc:sldMk cId="2905719764" sldId="299"/>
        </pc:sldMkLst>
        <pc:spChg chg="mod">
          <ac:chgData name="Diego José García González" userId="S::djgg03@educastillalamancha.es::62bb8909-ef9f-4346-8089-2f19c88e63fa" providerId="AD" clId="Web-{F1A9D525-9F98-F1B2-36CF-E9C3C9850FE4}" dt="2025-08-15T08:16:20.042" v="170" actId="20577"/>
          <ac:spMkLst>
            <pc:docMk/>
            <pc:sldMk cId="2905719764" sldId="299"/>
            <ac:spMk id="2" creationId="{99596C62-9BCD-90CB-E606-FFC610B02A2D}"/>
          </ac:spMkLst>
        </pc:spChg>
      </pc:sldChg>
      <pc:sldChg chg="modSp add replId">
        <pc:chgData name="Diego José García González" userId="S::djgg03@educastillalamancha.es::62bb8909-ef9f-4346-8089-2f19c88e63fa" providerId="AD" clId="Web-{F1A9D525-9F98-F1B2-36CF-E9C3C9850FE4}" dt="2025-08-15T08:16:22.855" v="171" actId="20577"/>
        <pc:sldMkLst>
          <pc:docMk/>
          <pc:sldMk cId="3614272535" sldId="300"/>
        </pc:sldMkLst>
        <pc:spChg chg="mod">
          <ac:chgData name="Diego José García González" userId="S::djgg03@educastillalamancha.es::62bb8909-ef9f-4346-8089-2f19c88e63fa" providerId="AD" clId="Web-{F1A9D525-9F98-F1B2-36CF-E9C3C9850FE4}" dt="2025-08-15T08:16:22.855" v="171" actId="20577"/>
          <ac:spMkLst>
            <pc:docMk/>
            <pc:sldMk cId="3614272535" sldId="300"/>
            <ac:spMk id="2" creationId="{3A3B8FE4-DA3D-6393-BBAC-C5FA965838FF}"/>
          </ac:spMkLst>
        </pc:spChg>
      </pc:sldChg>
      <pc:sldMasterChg chg="add del addSldLayout delSldLayout">
        <pc:chgData name="Diego José García González" userId="S::djgg03@educastillalamancha.es::62bb8909-ef9f-4346-8089-2f19c88e63fa" providerId="AD" clId="Web-{F1A9D525-9F98-F1B2-36CF-E9C3C9850FE4}" dt="2025-08-15T08:03:18.018" v="30"/>
        <pc:sldMasterMkLst>
          <pc:docMk/>
          <pc:sldMasterMk cId="2933118997" sldId="2147483648"/>
        </pc:sldMasterMkLst>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2288191458" sldId="2147483649"/>
          </pc:sldLayoutMkLst>
        </pc:sldLayoutChg>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3398174421" sldId="2147483650"/>
          </pc:sldLayoutMkLst>
        </pc:sldLayoutChg>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2339700568" sldId="2147483651"/>
          </pc:sldLayoutMkLst>
        </pc:sldLayoutChg>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979029867" sldId="2147483652"/>
          </pc:sldLayoutMkLst>
        </pc:sldLayoutChg>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1752394269" sldId="2147483653"/>
          </pc:sldLayoutMkLst>
        </pc:sldLayoutChg>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3630658609" sldId="2147483654"/>
          </pc:sldLayoutMkLst>
        </pc:sldLayoutChg>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3682375612" sldId="2147483655"/>
          </pc:sldLayoutMkLst>
        </pc:sldLayoutChg>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1360449816" sldId="2147483656"/>
          </pc:sldLayoutMkLst>
        </pc:sldLayoutChg>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383603595" sldId="2147483657"/>
          </pc:sldLayoutMkLst>
        </pc:sldLayoutChg>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541863252" sldId="2147483658"/>
          </pc:sldLayoutMkLst>
        </pc:sldLayoutChg>
        <pc:sldLayoutChg chg="add del">
          <pc:chgData name="Diego José García González" userId="S::djgg03@educastillalamancha.es::62bb8909-ef9f-4346-8089-2f19c88e63fa" providerId="AD" clId="Web-{F1A9D525-9F98-F1B2-36CF-E9C3C9850FE4}" dt="2025-08-15T08:03:18.018" v="30"/>
          <pc:sldLayoutMkLst>
            <pc:docMk/>
            <pc:sldMasterMk cId="2933118997" sldId="2147483648"/>
            <pc:sldLayoutMk cId="2215096201" sldId="2147483659"/>
          </pc:sldLayoutMkLst>
        </pc:sldLayoutChg>
      </pc:sldMasterChg>
      <pc:sldMasterChg chg="add del replId addSldLayout delSldLayout">
        <pc:chgData name="Diego José García González" userId="S::djgg03@educastillalamancha.es::62bb8909-ef9f-4346-8089-2f19c88e63fa" providerId="AD" clId="Web-{F1A9D525-9F98-F1B2-36CF-E9C3C9850FE4}" dt="2025-08-15T08:01:58.906" v="11"/>
        <pc:sldMasterMkLst>
          <pc:docMk/>
          <pc:sldMasterMk cId="656871946" sldId="2147483660"/>
        </pc:sldMasterMkLst>
        <pc:sldLayoutChg chg="add del">
          <pc:chgData name="Diego José García González" userId="S::djgg03@educastillalamancha.es::62bb8909-ef9f-4346-8089-2f19c88e63fa" providerId="AD" clId="Web-{F1A9D525-9F98-F1B2-36CF-E9C3C9850FE4}" dt="2025-08-15T08:01:58.906" v="11"/>
          <pc:sldLayoutMkLst>
            <pc:docMk/>
            <pc:sldMasterMk cId="656871946" sldId="2147483660"/>
            <pc:sldLayoutMk cId="3920345598" sldId="2147483661"/>
          </pc:sldLayoutMkLst>
        </pc:sldLayoutChg>
        <pc:sldLayoutChg chg="add del replId">
          <pc:chgData name="Diego José García González" userId="S::djgg03@educastillalamancha.es::62bb8909-ef9f-4346-8089-2f19c88e63fa" providerId="AD" clId="Web-{F1A9D525-9F98-F1B2-36CF-E9C3C9850FE4}" dt="2025-08-15T08:01:58.906" v="11"/>
          <pc:sldLayoutMkLst>
            <pc:docMk/>
            <pc:sldMasterMk cId="656871946" sldId="2147483660"/>
            <pc:sldLayoutMk cId="568858901" sldId="2147483662"/>
          </pc:sldLayoutMkLst>
        </pc:sldLayoutChg>
        <pc:sldLayoutChg chg="add del replId">
          <pc:chgData name="Diego José García González" userId="S::djgg03@educastillalamancha.es::62bb8909-ef9f-4346-8089-2f19c88e63fa" providerId="AD" clId="Web-{F1A9D525-9F98-F1B2-36CF-E9C3C9850FE4}" dt="2025-08-15T08:01:58.906" v="11"/>
          <pc:sldLayoutMkLst>
            <pc:docMk/>
            <pc:sldMasterMk cId="656871946" sldId="2147483660"/>
            <pc:sldLayoutMk cId="2102011096" sldId="2147483663"/>
          </pc:sldLayoutMkLst>
        </pc:sldLayoutChg>
        <pc:sldLayoutChg chg="add del replId">
          <pc:chgData name="Diego José García González" userId="S::djgg03@educastillalamancha.es::62bb8909-ef9f-4346-8089-2f19c88e63fa" providerId="AD" clId="Web-{F1A9D525-9F98-F1B2-36CF-E9C3C9850FE4}" dt="2025-08-15T08:01:58.906" v="11"/>
          <pc:sldLayoutMkLst>
            <pc:docMk/>
            <pc:sldMasterMk cId="656871946" sldId="2147483660"/>
            <pc:sldLayoutMk cId="667195476" sldId="2147483664"/>
          </pc:sldLayoutMkLst>
        </pc:sldLayoutChg>
        <pc:sldLayoutChg chg="add del replId">
          <pc:chgData name="Diego José García González" userId="S::djgg03@educastillalamancha.es::62bb8909-ef9f-4346-8089-2f19c88e63fa" providerId="AD" clId="Web-{F1A9D525-9F98-F1B2-36CF-E9C3C9850FE4}" dt="2025-08-15T08:01:58.906" v="11"/>
          <pc:sldLayoutMkLst>
            <pc:docMk/>
            <pc:sldMasterMk cId="656871946" sldId="2147483660"/>
            <pc:sldLayoutMk cId="3706926160" sldId="2147483665"/>
          </pc:sldLayoutMkLst>
        </pc:sldLayoutChg>
        <pc:sldLayoutChg chg="add del replId">
          <pc:chgData name="Diego José García González" userId="S::djgg03@educastillalamancha.es::62bb8909-ef9f-4346-8089-2f19c88e63fa" providerId="AD" clId="Web-{F1A9D525-9F98-F1B2-36CF-E9C3C9850FE4}" dt="2025-08-15T08:01:58.906" v="11"/>
          <pc:sldLayoutMkLst>
            <pc:docMk/>
            <pc:sldMasterMk cId="656871946" sldId="2147483660"/>
            <pc:sldLayoutMk cId="3633159013" sldId="2147483666"/>
          </pc:sldLayoutMkLst>
        </pc:sldLayoutChg>
        <pc:sldLayoutChg chg="add del replId">
          <pc:chgData name="Diego José García González" userId="S::djgg03@educastillalamancha.es::62bb8909-ef9f-4346-8089-2f19c88e63fa" providerId="AD" clId="Web-{F1A9D525-9F98-F1B2-36CF-E9C3C9850FE4}" dt="2025-08-15T08:01:58.906" v="11"/>
          <pc:sldLayoutMkLst>
            <pc:docMk/>
            <pc:sldMasterMk cId="656871946" sldId="2147483660"/>
            <pc:sldLayoutMk cId="3327766738" sldId="2147483667"/>
          </pc:sldLayoutMkLst>
        </pc:sldLayoutChg>
        <pc:sldLayoutChg chg="add del replId">
          <pc:chgData name="Diego José García González" userId="S::djgg03@educastillalamancha.es::62bb8909-ef9f-4346-8089-2f19c88e63fa" providerId="AD" clId="Web-{F1A9D525-9F98-F1B2-36CF-E9C3C9850FE4}" dt="2025-08-15T08:01:58.906" v="11"/>
          <pc:sldLayoutMkLst>
            <pc:docMk/>
            <pc:sldMasterMk cId="656871946" sldId="2147483660"/>
            <pc:sldLayoutMk cId="3355568221" sldId="2147483668"/>
          </pc:sldLayoutMkLst>
        </pc:sldLayoutChg>
        <pc:sldLayoutChg chg="add del replId">
          <pc:chgData name="Diego José García González" userId="S::djgg03@educastillalamancha.es::62bb8909-ef9f-4346-8089-2f19c88e63fa" providerId="AD" clId="Web-{F1A9D525-9F98-F1B2-36CF-E9C3C9850FE4}" dt="2025-08-15T08:01:58.906" v="11"/>
          <pc:sldLayoutMkLst>
            <pc:docMk/>
            <pc:sldMasterMk cId="656871946" sldId="2147483660"/>
            <pc:sldLayoutMk cId="1950261561" sldId="2147483669"/>
          </pc:sldLayoutMkLst>
        </pc:sldLayoutChg>
        <pc:sldLayoutChg chg="add del replId">
          <pc:chgData name="Diego José García González" userId="S::djgg03@educastillalamancha.es::62bb8909-ef9f-4346-8089-2f19c88e63fa" providerId="AD" clId="Web-{F1A9D525-9F98-F1B2-36CF-E9C3C9850FE4}" dt="2025-08-15T08:01:58.906" v="11"/>
          <pc:sldLayoutMkLst>
            <pc:docMk/>
            <pc:sldMasterMk cId="656871946" sldId="2147483660"/>
            <pc:sldLayoutMk cId="3637538178" sldId="2147483670"/>
          </pc:sldLayoutMkLst>
        </pc:sldLayoutChg>
        <pc:sldLayoutChg chg="add del replId">
          <pc:chgData name="Diego José García González" userId="S::djgg03@educastillalamancha.es::62bb8909-ef9f-4346-8089-2f19c88e63fa" providerId="AD" clId="Web-{F1A9D525-9F98-F1B2-36CF-E9C3C9850FE4}" dt="2025-08-15T08:01:58.906" v="11"/>
          <pc:sldLayoutMkLst>
            <pc:docMk/>
            <pc:sldMasterMk cId="656871946" sldId="2147483660"/>
            <pc:sldLayoutMk cId="1085730778" sldId="2147483671"/>
          </pc:sldLayoutMkLst>
        </pc:sldLayoutChg>
      </pc:sldMasterChg>
      <pc:sldMasterChg chg="add del replId addSldLayout delSldLayout">
        <pc:chgData name="Diego José García González" userId="S::djgg03@educastillalamancha.es::62bb8909-ef9f-4346-8089-2f19c88e63fa" providerId="AD" clId="Web-{F1A9D525-9F98-F1B2-36CF-E9C3C9850FE4}" dt="2025-08-15T08:02:49.627" v="25"/>
        <pc:sldMasterMkLst>
          <pc:docMk/>
          <pc:sldMasterMk cId="2614819091" sldId="2147483660"/>
        </pc:sldMasterMkLst>
        <pc:sldLayoutChg chg="add del">
          <pc:chgData name="Diego José García González" userId="S::djgg03@educastillalamancha.es::62bb8909-ef9f-4346-8089-2f19c88e63fa" providerId="AD" clId="Web-{F1A9D525-9F98-F1B2-36CF-E9C3C9850FE4}" dt="2025-08-15T08:02:49.627" v="25"/>
          <pc:sldLayoutMkLst>
            <pc:docMk/>
            <pc:sldMasterMk cId="2614819091" sldId="2147483660"/>
            <pc:sldLayoutMk cId="48623366" sldId="2147483661"/>
          </pc:sldLayoutMkLst>
        </pc:sldLayoutChg>
        <pc:sldLayoutChg chg="add del replId">
          <pc:chgData name="Diego José García González" userId="S::djgg03@educastillalamancha.es::62bb8909-ef9f-4346-8089-2f19c88e63fa" providerId="AD" clId="Web-{F1A9D525-9F98-F1B2-36CF-E9C3C9850FE4}" dt="2025-08-15T08:02:49.627" v="25"/>
          <pc:sldLayoutMkLst>
            <pc:docMk/>
            <pc:sldMasterMk cId="2614819091" sldId="2147483660"/>
            <pc:sldLayoutMk cId="2556716821" sldId="2147483662"/>
          </pc:sldLayoutMkLst>
        </pc:sldLayoutChg>
        <pc:sldLayoutChg chg="add del replId">
          <pc:chgData name="Diego José García González" userId="S::djgg03@educastillalamancha.es::62bb8909-ef9f-4346-8089-2f19c88e63fa" providerId="AD" clId="Web-{F1A9D525-9F98-F1B2-36CF-E9C3C9850FE4}" dt="2025-08-15T08:02:49.627" v="25"/>
          <pc:sldLayoutMkLst>
            <pc:docMk/>
            <pc:sldMasterMk cId="2614819091" sldId="2147483660"/>
            <pc:sldLayoutMk cId="1789391453" sldId="2147483663"/>
          </pc:sldLayoutMkLst>
        </pc:sldLayoutChg>
        <pc:sldLayoutChg chg="add del replId">
          <pc:chgData name="Diego José García González" userId="S::djgg03@educastillalamancha.es::62bb8909-ef9f-4346-8089-2f19c88e63fa" providerId="AD" clId="Web-{F1A9D525-9F98-F1B2-36CF-E9C3C9850FE4}" dt="2025-08-15T08:02:49.627" v="25"/>
          <pc:sldLayoutMkLst>
            <pc:docMk/>
            <pc:sldMasterMk cId="2614819091" sldId="2147483660"/>
            <pc:sldLayoutMk cId="1702928328" sldId="2147483664"/>
          </pc:sldLayoutMkLst>
        </pc:sldLayoutChg>
        <pc:sldLayoutChg chg="add del replId">
          <pc:chgData name="Diego José García González" userId="S::djgg03@educastillalamancha.es::62bb8909-ef9f-4346-8089-2f19c88e63fa" providerId="AD" clId="Web-{F1A9D525-9F98-F1B2-36CF-E9C3C9850FE4}" dt="2025-08-15T08:02:49.627" v="25"/>
          <pc:sldLayoutMkLst>
            <pc:docMk/>
            <pc:sldMasterMk cId="2614819091" sldId="2147483660"/>
            <pc:sldLayoutMk cId="1088194498" sldId="2147483665"/>
          </pc:sldLayoutMkLst>
        </pc:sldLayoutChg>
        <pc:sldLayoutChg chg="add del replId">
          <pc:chgData name="Diego José García González" userId="S::djgg03@educastillalamancha.es::62bb8909-ef9f-4346-8089-2f19c88e63fa" providerId="AD" clId="Web-{F1A9D525-9F98-F1B2-36CF-E9C3C9850FE4}" dt="2025-08-15T08:02:49.627" v="25"/>
          <pc:sldLayoutMkLst>
            <pc:docMk/>
            <pc:sldMasterMk cId="2614819091" sldId="2147483660"/>
            <pc:sldLayoutMk cId="1254429332" sldId="2147483666"/>
          </pc:sldLayoutMkLst>
        </pc:sldLayoutChg>
        <pc:sldLayoutChg chg="add del replId">
          <pc:chgData name="Diego José García González" userId="S::djgg03@educastillalamancha.es::62bb8909-ef9f-4346-8089-2f19c88e63fa" providerId="AD" clId="Web-{F1A9D525-9F98-F1B2-36CF-E9C3C9850FE4}" dt="2025-08-15T08:02:49.627" v="25"/>
          <pc:sldLayoutMkLst>
            <pc:docMk/>
            <pc:sldMasterMk cId="2614819091" sldId="2147483660"/>
            <pc:sldLayoutMk cId="3971211707" sldId="2147483667"/>
          </pc:sldLayoutMkLst>
        </pc:sldLayoutChg>
        <pc:sldLayoutChg chg="add del replId">
          <pc:chgData name="Diego José García González" userId="S::djgg03@educastillalamancha.es::62bb8909-ef9f-4346-8089-2f19c88e63fa" providerId="AD" clId="Web-{F1A9D525-9F98-F1B2-36CF-E9C3C9850FE4}" dt="2025-08-15T08:02:49.627" v="25"/>
          <pc:sldLayoutMkLst>
            <pc:docMk/>
            <pc:sldMasterMk cId="2614819091" sldId="2147483660"/>
            <pc:sldLayoutMk cId="2233283241" sldId="2147483668"/>
          </pc:sldLayoutMkLst>
        </pc:sldLayoutChg>
        <pc:sldLayoutChg chg="add del replId">
          <pc:chgData name="Diego José García González" userId="S::djgg03@educastillalamancha.es::62bb8909-ef9f-4346-8089-2f19c88e63fa" providerId="AD" clId="Web-{F1A9D525-9F98-F1B2-36CF-E9C3C9850FE4}" dt="2025-08-15T08:02:49.627" v="25"/>
          <pc:sldLayoutMkLst>
            <pc:docMk/>
            <pc:sldMasterMk cId="2614819091" sldId="2147483660"/>
            <pc:sldLayoutMk cId="1960717199" sldId="2147483669"/>
          </pc:sldLayoutMkLst>
        </pc:sldLayoutChg>
        <pc:sldLayoutChg chg="add del replId">
          <pc:chgData name="Diego José García González" userId="S::djgg03@educastillalamancha.es::62bb8909-ef9f-4346-8089-2f19c88e63fa" providerId="AD" clId="Web-{F1A9D525-9F98-F1B2-36CF-E9C3C9850FE4}" dt="2025-08-15T08:02:49.627" v="25"/>
          <pc:sldLayoutMkLst>
            <pc:docMk/>
            <pc:sldMasterMk cId="2614819091" sldId="2147483660"/>
            <pc:sldLayoutMk cId="562227049" sldId="2147483670"/>
          </pc:sldLayoutMkLst>
        </pc:sldLayoutChg>
        <pc:sldLayoutChg chg="add del replId">
          <pc:chgData name="Diego José García González" userId="S::djgg03@educastillalamancha.es::62bb8909-ef9f-4346-8089-2f19c88e63fa" providerId="AD" clId="Web-{F1A9D525-9F98-F1B2-36CF-E9C3C9850FE4}" dt="2025-08-15T08:02:49.627" v="25"/>
          <pc:sldLayoutMkLst>
            <pc:docMk/>
            <pc:sldMasterMk cId="2614819091" sldId="2147483660"/>
            <pc:sldLayoutMk cId="89197602" sldId="2147483671"/>
          </pc:sldLayoutMkLst>
        </pc:sldLayoutChg>
      </pc:sldMasterChg>
      <pc:sldMasterChg chg="add del replId addSldLayout delSldLayout">
        <pc:chgData name="Diego José García González" userId="S::djgg03@educastillalamancha.es::62bb8909-ef9f-4346-8089-2f19c88e63fa" providerId="AD" clId="Web-{F1A9D525-9F98-F1B2-36CF-E9C3C9850FE4}" dt="2025-08-15T08:01:26.858" v="3"/>
        <pc:sldMasterMkLst>
          <pc:docMk/>
          <pc:sldMasterMk cId="3081976236" sldId="2147483660"/>
        </pc:sldMasterMkLst>
        <pc:sldLayoutChg chg="add del">
          <pc:chgData name="Diego José García González" userId="S::djgg03@educastillalamancha.es::62bb8909-ef9f-4346-8089-2f19c88e63fa" providerId="AD" clId="Web-{F1A9D525-9F98-F1B2-36CF-E9C3C9850FE4}" dt="2025-08-15T08:01:26.858" v="3"/>
          <pc:sldLayoutMkLst>
            <pc:docMk/>
            <pc:sldMasterMk cId="3081976236" sldId="2147483660"/>
            <pc:sldLayoutMk cId="1566616496" sldId="2147483661"/>
          </pc:sldLayoutMkLst>
        </pc:sldLayoutChg>
        <pc:sldLayoutChg chg="add del replId">
          <pc:chgData name="Diego José García González" userId="S::djgg03@educastillalamancha.es::62bb8909-ef9f-4346-8089-2f19c88e63fa" providerId="AD" clId="Web-{F1A9D525-9F98-F1B2-36CF-E9C3C9850FE4}" dt="2025-08-15T08:01:26.858" v="3"/>
          <pc:sldLayoutMkLst>
            <pc:docMk/>
            <pc:sldMasterMk cId="3081976236" sldId="2147483660"/>
            <pc:sldLayoutMk cId="1415859773" sldId="2147483662"/>
          </pc:sldLayoutMkLst>
        </pc:sldLayoutChg>
        <pc:sldLayoutChg chg="add del replId">
          <pc:chgData name="Diego José García González" userId="S::djgg03@educastillalamancha.es::62bb8909-ef9f-4346-8089-2f19c88e63fa" providerId="AD" clId="Web-{F1A9D525-9F98-F1B2-36CF-E9C3C9850FE4}" dt="2025-08-15T08:01:26.858" v="3"/>
          <pc:sldLayoutMkLst>
            <pc:docMk/>
            <pc:sldMasterMk cId="3081976236" sldId="2147483660"/>
            <pc:sldLayoutMk cId="2729296513" sldId="2147483663"/>
          </pc:sldLayoutMkLst>
        </pc:sldLayoutChg>
        <pc:sldLayoutChg chg="add del replId">
          <pc:chgData name="Diego José García González" userId="S::djgg03@educastillalamancha.es::62bb8909-ef9f-4346-8089-2f19c88e63fa" providerId="AD" clId="Web-{F1A9D525-9F98-F1B2-36CF-E9C3C9850FE4}" dt="2025-08-15T08:01:26.858" v="3"/>
          <pc:sldLayoutMkLst>
            <pc:docMk/>
            <pc:sldMasterMk cId="3081976236" sldId="2147483660"/>
            <pc:sldLayoutMk cId="375660302" sldId="2147483664"/>
          </pc:sldLayoutMkLst>
        </pc:sldLayoutChg>
        <pc:sldLayoutChg chg="add del replId">
          <pc:chgData name="Diego José García González" userId="S::djgg03@educastillalamancha.es::62bb8909-ef9f-4346-8089-2f19c88e63fa" providerId="AD" clId="Web-{F1A9D525-9F98-F1B2-36CF-E9C3C9850FE4}" dt="2025-08-15T08:01:26.858" v="3"/>
          <pc:sldLayoutMkLst>
            <pc:docMk/>
            <pc:sldMasterMk cId="3081976236" sldId="2147483660"/>
            <pc:sldLayoutMk cId="2785424450" sldId="2147483665"/>
          </pc:sldLayoutMkLst>
        </pc:sldLayoutChg>
        <pc:sldLayoutChg chg="add del replId">
          <pc:chgData name="Diego José García González" userId="S::djgg03@educastillalamancha.es::62bb8909-ef9f-4346-8089-2f19c88e63fa" providerId="AD" clId="Web-{F1A9D525-9F98-F1B2-36CF-E9C3C9850FE4}" dt="2025-08-15T08:01:26.858" v="3"/>
          <pc:sldLayoutMkLst>
            <pc:docMk/>
            <pc:sldMasterMk cId="3081976236" sldId="2147483660"/>
            <pc:sldLayoutMk cId="755371407" sldId="2147483666"/>
          </pc:sldLayoutMkLst>
        </pc:sldLayoutChg>
        <pc:sldLayoutChg chg="add del replId">
          <pc:chgData name="Diego José García González" userId="S::djgg03@educastillalamancha.es::62bb8909-ef9f-4346-8089-2f19c88e63fa" providerId="AD" clId="Web-{F1A9D525-9F98-F1B2-36CF-E9C3C9850FE4}" dt="2025-08-15T08:01:26.858" v="3"/>
          <pc:sldLayoutMkLst>
            <pc:docMk/>
            <pc:sldMasterMk cId="3081976236" sldId="2147483660"/>
            <pc:sldLayoutMk cId="1581402366" sldId="2147483667"/>
          </pc:sldLayoutMkLst>
        </pc:sldLayoutChg>
        <pc:sldLayoutChg chg="add del replId">
          <pc:chgData name="Diego José García González" userId="S::djgg03@educastillalamancha.es::62bb8909-ef9f-4346-8089-2f19c88e63fa" providerId="AD" clId="Web-{F1A9D525-9F98-F1B2-36CF-E9C3C9850FE4}" dt="2025-08-15T08:01:26.858" v="3"/>
          <pc:sldLayoutMkLst>
            <pc:docMk/>
            <pc:sldMasterMk cId="3081976236" sldId="2147483660"/>
            <pc:sldLayoutMk cId="2205557113" sldId="2147483668"/>
          </pc:sldLayoutMkLst>
        </pc:sldLayoutChg>
        <pc:sldLayoutChg chg="add del replId">
          <pc:chgData name="Diego José García González" userId="S::djgg03@educastillalamancha.es::62bb8909-ef9f-4346-8089-2f19c88e63fa" providerId="AD" clId="Web-{F1A9D525-9F98-F1B2-36CF-E9C3C9850FE4}" dt="2025-08-15T08:01:26.858" v="3"/>
          <pc:sldLayoutMkLst>
            <pc:docMk/>
            <pc:sldMasterMk cId="3081976236" sldId="2147483660"/>
            <pc:sldLayoutMk cId="998023658" sldId="2147483669"/>
          </pc:sldLayoutMkLst>
        </pc:sldLayoutChg>
        <pc:sldLayoutChg chg="add del replId">
          <pc:chgData name="Diego José García González" userId="S::djgg03@educastillalamancha.es::62bb8909-ef9f-4346-8089-2f19c88e63fa" providerId="AD" clId="Web-{F1A9D525-9F98-F1B2-36CF-E9C3C9850FE4}" dt="2025-08-15T08:01:26.858" v="3"/>
          <pc:sldLayoutMkLst>
            <pc:docMk/>
            <pc:sldMasterMk cId="3081976236" sldId="2147483660"/>
            <pc:sldLayoutMk cId="480923278" sldId="2147483670"/>
          </pc:sldLayoutMkLst>
        </pc:sldLayoutChg>
        <pc:sldLayoutChg chg="add del replId">
          <pc:chgData name="Diego José García González" userId="S::djgg03@educastillalamancha.es::62bb8909-ef9f-4346-8089-2f19c88e63fa" providerId="AD" clId="Web-{F1A9D525-9F98-F1B2-36CF-E9C3C9850FE4}" dt="2025-08-15T08:01:26.858" v="3"/>
          <pc:sldLayoutMkLst>
            <pc:docMk/>
            <pc:sldMasterMk cId="3081976236" sldId="2147483660"/>
            <pc:sldLayoutMk cId="3431660003" sldId="2147483671"/>
          </pc:sldLayoutMkLst>
        </pc:sldLayoutChg>
      </pc:sldMasterChg>
      <pc:sldMasterChg chg="add del replId addSldLayout delSldLayout">
        <pc:chgData name="Diego José García González" userId="S::djgg03@educastillalamancha.es::62bb8909-ef9f-4346-8089-2f19c88e63fa" providerId="AD" clId="Web-{F1A9D525-9F98-F1B2-36CF-E9C3C9850FE4}" dt="2025-08-15T08:02:22.126" v="17"/>
        <pc:sldMasterMkLst>
          <pc:docMk/>
          <pc:sldMasterMk cId="4036629415" sldId="2147483660"/>
        </pc:sldMasterMkLst>
        <pc:sldLayoutChg chg="add del">
          <pc:chgData name="Diego José García González" userId="S::djgg03@educastillalamancha.es::62bb8909-ef9f-4346-8089-2f19c88e63fa" providerId="AD" clId="Web-{F1A9D525-9F98-F1B2-36CF-E9C3C9850FE4}" dt="2025-08-15T08:02:22.126" v="17"/>
          <pc:sldLayoutMkLst>
            <pc:docMk/>
            <pc:sldMasterMk cId="4036629415" sldId="2147483660"/>
            <pc:sldLayoutMk cId="4199288508" sldId="2147483661"/>
          </pc:sldLayoutMkLst>
        </pc:sldLayoutChg>
        <pc:sldLayoutChg chg="add del replId">
          <pc:chgData name="Diego José García González" userId="S::djgg03@educastillalamancha.es::62bb8909-ef9f-4346-8089-2f19c88e63fa" providerId="AD" clId="Web-{F1A9D525-9F98-F1B2-36CF-E9C3C9850FE4}" dt="2025-08-15T08:02:22.126" v="17"/>
          <pc:sldLayoutMkLst>
            <pc:docMk/>
            <pc:sldMasterMk cId="4036629415" sldId="2147483660"/>
            <pc:sldLayoutMk cId="2411878532" sldId="2147483662"/>
          </pc:sldLayoutMkLst>
        </pc:sldLayoutChg>
        <pc:sldLayoutChg chg="add del replId">
          <pc:chgData name="Diego José García González" userId="S::djgg03@educastillalamancha.es::62bb8909-ef9f-4346-8089-2f19c88e63fa" providerId="AD" clId="Web-{F1A9D525-9F98-F1B2-36CF-E9C3C9850FE4}" dt="2025-08-15T08:02:22.126" v="17"/>
          <pc:sldLayoutMkLst>
            <pc:docMk/>
            <pc:sldMasterMk cId="4036629415" sldId="2147483660"/>
            <pc:sldLayoutMk cId="3586934268" sldId="2147483663"/>
          </pc:sldLayoutMkLst>
        </pc:sldLayoutChg>
        <pc:sldLayoutChg chg="add del replId">
          <pc:chgData name="Diego José García González" userId="S::djgg03@educastillalamancha.es::62bb8909-ef9f-4346-8089-2f19c88e63fa" providerId="AD" clId="Web-{F1A9D525-9F98-F1B2-36CF-E9C3C9850FE4}" dt="2025-08-15T08:02:22.126" v="17"/>
          <pc:sldLayoutMkLst>
            <pc:docMk/>
            <pc:sldMasterMk cId="4036629415" sldId="2147483660"/>
            <pc:sldLayoutMk cId="397233195" sldId="2147483664"/>
          </pc:sldLayoutMkLst>
        </pc:sldLayoutChg>
        <pc:sldLayoutChg chg="add del replId">
          <pc:chgData name="Diego José García González" userId="S::djgg03@educastillalamancha.es::62bb8909-ef9f-4346-8089-2f19c88e63fa" providerId="AD" clId="Web-{F1A9D525-9F98-F1B2-36CF-E9C3C9850FE4}" dt="2025-08-15T08:02:22.126" v="17"/>
          <pc:sldLayoutMkLst>
            <pc:docMk/>
            <pc:sldMasterMk cId="4036629415" sldId="2147483660"/>
            <pc:sldLayoutMk cId="3293576121" sldId="2147483665"/>
          </pc:sldLayoutMkLst>
        </pc:sldLayoutChg>
        <pc:sldLayoutChg chg="add del replId">
          <pc:chgData name="Diego José García González" userId="S::djgg03@educastillalamancha.es::62bb8909-ef9f-4346-8089-2f19c88e63fa" providerId="AD" clId="Web-{F1A9D525-9F98-F1B2-36CF-E9C3C9850FE4}" dt="2025-08-15T08:02:22.126" v="17"/>
          <pc:sldLayoutMkLst>
            <pc:docMk/>
            <pc:sldMasterMk cId="4036629415" sldId="2147483660"/>
            <pc:sldLayoutMk cId="4255245008" sldId="2147483666"/>
          </pc:sldLayoutMkLst>
        </pc:sldLayoutChg>
        <pc:sldLayoutChg chg="add del replId">
          <pc:chgData name="Diego José García González" userId="S::djgg03@educastillalamancha.es::62bb8909-ef9f-4346-8089-2f19c88e63fa" providerId="AD" clId="Web-{F1A9D525-9F98-F1B2-36CF-E9C3C9850FE4}" dt="2025-08-15T08:02:22.126" v="17"/>
          <pc:sldLayoutMkLst>
            <pc:docMk/>
            <pc:sldMasterMk cId="4036629415" sldId="2147483660"/>
            <pc:sldLayoutMk cId="748514424" sldId="2147483667"/>
          </pc:sldLayoutMkLst>
        </pc:sldLayoutChg>
        <pc:sldLayoutChg chg="add del replId">
          <pc:chgData name="Diego José García González" userId="S::djgg03@educastillalamancha.es::62bb8909-ef9f-4346-8089-2f19c88e63fa" providerId="AD" clId="Web-{F1A9D525-9F98-F1B2-36CF-E9C3C9850FE4}" dt="2025-08-15T08:02:22.126" v="17"/>
          <pc:sldLayoutMkLst>
            <pc:docMk/>
            <pc:sldMasterMk cId="4036629415" sldId="2147483660"/>
            <pc:sldLayoutMk cId="1054591833" sldId="2147483668"/>
          </pc:sldLayoutMkLst>
        </pc:sldLayoutChg>
        <pc:sldLayoutChg chg="add del replId">
          <pc:chgData name="Diego José García González" userId="S::djgg03@educastillalamancha.es::62bb8909-ef9f-4346-8089-2f19c88e63fa" providerId="AD" clId="Web-{F1A9D525-9F98-F1B2-36CF-E9C3C9850FE4}" dt="2025-08-15T08:02:22.126" v="17"/>
          <pc:sldLayoutMkLst>
            <pc:docMk/>
            <pc:sldMasterMk cId="4036629415" sldId="2147483660"/>
            <pc:sldLayoutMk cId="684187429" sldId="2147483669"/>
          </pc:sldLayoutMkLst>
        </pc:sldLayoutChg>
        <pc:sldLayoutChg chg="add del replId">
          <pc:chgData name="Diego José García González" userId="S::djgg03@educastillalamancha.es::62bb8909-ef9f-4346-8089-2f19c88e63fa" providerId="AD" clId="Web-{F1A9D525-9F98-F1B2-36CF-E9C3C9850FE4}" dt="2025-08-15T08:02:22.126" v="17"/>
          <pc:sldLayoutMkLst>
            <pc:docMk/>
            <pc:sldMasterMk cId="4036629415" sldId="2147483660"/>
            <pc:sldLayoutMk cId="1148249983" sldId="2147483670"/>
          </pc:sldLayoutMkLst>
        </pc:sldLayoutChg>
        <pc:sldLayoutChg chg="add del replId">
          <pc:chgData name="Diego José García González" userId="S::djgg03@educastillalamancha.es::62bb8909-ef9f-4346-8089-2f19c88e63fa" providerId="AD" clId="Web-{F1A9D525-9F98-F1B2-36CF-E9C3C9850FE4}" dt="2025-08-15T08:02:22.126" v="17"/>
          <pc:sldLayoutMkLst>
            <pc:docMk/>
            <pc:sldMasterMk cId="4036629415" sldId="2147483660"/>
            <pc:sldLayoutMk cId="505990282" sldId="2147483671"/>
          </pc:sldLayoutMkLst>
        </pc:sldLayoutChg>
      </pc:sldMasterChg>
      <pc:sldMasterChg chg="add del addSldLayout delSldLayout">
        <pc:chgData name="Diego José García González" userId="S::djgg03@educastillalamancha.es::62bb8909-ef9f-4346-8089-2f19c88e63fa" providerId="AD" clId="Web-{F1A9D525-9F98-F1B2-36CF-E9C3C9850FE4}" dt="2025-08-15T08:02:54.158" v="27"/>
        <pc:sldMasterMkLst>
          <pc:docMk/>
          <pc:sldMasterMk cId="682302671" sldId="2147483686"/>
        </pc:sldMasterMkLst>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1210691679" sldId="2147483675"/>
          </pc:sldLayoutMkLst>
        </pc:sldLayoutChg>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3171798887" sldId="2147483676"/>
          </pc:sldLayoutMkLst>
        </pc:sldLayoutChg>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117193887" sldId="2147483677"/>
          </pc:sldLayoutMkLst>
        </pc:sldLayoutChg>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4092344396" sldId="2147483678"/>
          </pc:sldLayoutMkLst>
        </pc:sldLayoutChg>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969808673" sldId="2147483679"/>
          </pc:sldLayoutMkLst>
        </pc:sldLayoutChg>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4093519239" sldId="2147483680"/>
          </pc:sldLayoutMkLst>
        </pc:sldLayoutChg>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1022004854" sldId="2147483681"/>
          </pc:sldLayoutMkLst>
        </pc:sldLayoutChg>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3097597737" sldId="2147483682"/>
          </pc:sldLayoutMkLst>
        </pc:sldLayoutChg>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4102270316" sldId="2147483683"/>
          </pc:sldLayoutMkLst>
        </pc:sldLayoutChg>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213598293" sldId="2147483684"/>
          </pc:sldLayoutMkLst>
        </pc:sldLayoutChg>
        <pc:sldLayoutChg chg="add del">
          <pc:chgData name="Diego José García González" userId="S::djgg03@educastillalamancha.es::62bb8909-ef9f-4346-8089-2f19c88e63fa" providerId="AD" clId="Web-{F1A9D525-9F98-F1B2-36CF-E9C3C9850FE4}" dt="2025-08-15T08:02:54.158" v="27"/>
          <pc:sldLayoutMkLst>
            <pc:docMk/>
            <pc:sldMasterMk cId="682302671" sldId="2147483686"/>
            <pc:sldLayoutMk cId="3950700873" sldId="2147483685"/>
          </pc:sldLayoutMkLst>
        </pc:sldLayoutChg>
      </pc:sldMasterChg>
      <pc:sldMasterChg chg="add del addSldLayout delSldLayout">
        <pc:chgData name="Diego José García González" userId="S::djgg03@educastillalamancha.es::62bb8909-ef9f-4346-8089-2f19c88e63fa" providerId="AD" clId="Web-{F1A9D525-9F98-F1B2-36CF-E9C3C9850FE4}" dt="2025-08-15T08:01:32.608" v="5"/>
        <pc:sldMasterMkLst>
          <pc:docMk/>
          <pc:sldMasterMk cId="1077472989" sldId="2147483686"/>
        </pc:sldMasterMkLst>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2054087804" sldId="2147483675"/>
          </pc:sldLayoutMkLst>
        </pc:sldLayoutChg>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893001843" sldId="2147483676"/>
          </pc:sldLayoutMkLst>
        </pc:sldLayoutChg>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1339131681" sldId="2147483677"/>
          </pc:sldLayoutMkLst>
        </pc:sldLayoutChg>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929060071" sldId="2147483678"/>
          </pc:sldLayoutMkLst>
        </pc:sldLayoutChg>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2934888500" sldId="2147483679"/>
          </pc:sldLayoutMkLst>
        </pc:sldLayoutChg>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3635894997" sldId="2147483680"/>
          </pc:sldLayoutMkLst>
        </pc:sldLayoutChg>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4249253613" sldId="2147483681"/>
          </pc:sldLayoutMkLst>
        </pc:sldLayoutChg>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512477387" sldId="2147483682"/>
          </pc:sldLayoutMkLst>
        </pc:sldLayoutChg>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2386116085" sldId="2147483683"/>
          </pc:sldLayoutMkLst>
        </pc:sldLayoutChg>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999784274" sldId="2147483684"/>
          </pc:sldLayoutMkLst>
        </pc:sldLayoutChg>
        <pc:sldLayoutChg chg="add del">
          <pc:chgData name="Diego José García González" userId="S::djgg03@educastillalamancha.es::62bb8909-ef9f-4346-8089-2f19c88e63fa" providerId="AD" clId="Web-{F1A9D525-9F98-F1B2-36CF-E9C3C9850FE4}" dt="2025-08-15T08:01:32.608" v="5"/>
          <pc:sldLayoutMkLst>
            <pc:docMk/>
            <pc:sldMasterMk cId="1077472989" sldId="2147483686"/>
            <pc:sldLayoutMk cId="3209978933" sldId="2147483685"/>
          </pc:sldLayoutMkLst>
        </pc:sldLayoutChg>
      </pc:sldMasterChg>
      <pc:sldMasterChg chg="add del addSldLayout delSldLayout">
        <pc:chgData name="Diego José García González" userId="S::djgg03@educastillalamancha.es::62bb8909-ef9f-4346-8089-2f19c88e63fa" providerId="AD" clId="Web-{F1A9D525-9F98-F1B2-36CF-E9C3C9850FE4}" dt="2025-08-15T08:02:30.438" v="19"/>
        <pc:sldMasterMkLst>
          <pc:docMk/>
          <pc:sldMasterMk cId="1915557281" sldId="2147483686"/>
        </pc:sldMasterMkLst>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1199857129" sldId="2147483675"/>
          </pc:sldLayoutMkLst>
        </pc:sldLayoutChg>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3044423286" sldId="2147483676"/>
          </pc:sldLayoutMkLst>
        </pc:sldLayoutChg>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4265479943" sldId="2147483677"/>
          </pc:sldLayoutMkLst>
        </pc:sldLayoutChg>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1358358881" sldId="2147483678"/>
          </pc:sldLayoutMkLst>
        </pc:sldLayoutChg>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1683271679" sldId="2147483679"/>
          </pc:sldLayoutMkLst>
        </pc:sldLayoutChg>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1362045645" sldId="2147483680"/>
          </pc:sldLayoutMkLst>
        </pc:sldLayoutChg>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2617829822" sldId="2147483681"/>
          </pc:sldLayoutMkLst>
        </pc:sldLayoutChg>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431408302" sldId="2147483682"/>
          </pc:sldLayoutMkLst>
        </pc:sldLayoutChg>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793674295" sldId="2147483683"/>
          </pc:sldLayoutMkLst>
        </pc:sldLayoutChg>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1362033175" sldId="2147483684"/>
          </pc:sldLayoutMkLst>
        </pc:sldLayoutChg>
        <pc:sldLayoutChg chg="add del">
          <pc:chgData name="Diego José García González" userId="S::djgg03@educastillalamancha.es::62bb8909-ef9f-4346-8089-2f19c88e63fa" providerId="AD" clId="Web-{F1A9D525-9F98-F1B2-36CF-E9C3C9850FE4}" dt="2025-08-15T08:02:30.438" v="19"/>
          <pc:sldLayoutMkLst>
            <pc:docMk/>
            <pc:sldMasterMk cId="1915557281" sldId="2147483686"/>
            <pc:sldLayoutMk cId="3056914025" sldId="2147483685"/>
          </pc:sldLayoutMkLst>
        </pc:sldLayoutChg>
      </pc:sldMasterChg>
      <pc:sldMasterChg chg="add del addSldLayout delSldLayout">
        <pc:chgData name="Diego José García González" userId="S::djgg03@educastillalamancha.es::62bb8909-ef9f-4346-8089-2f19c88e63fa" providerId="AD" clId="Web-{F1A9D525-9F98-F1B2-36CF-E9C3C9850FE4}" dt="2025-08-15T08:02:14.141" v="15"/>
        <pc:sldMasterMkLst>
          <pc:docMk/>
          <pc:sldMasterMk cId="1480758640" sldId="2147483712"/>
        </pc:sldMasterMkLst>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2228289065" sldId="2147483701"/>
          </pc:sldLayoutMkLst>
        </pc:sldLayoutChg>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816959112" sldId="2147483702"/>
          </pc:sldLayoutMkLst>
        </pc:sldLayoutChg>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4024256618" sldId="2147483703"/>
          </pc:sldLayoutMkLst>
        </pc:sldLayoutChg>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987070775" sldId="2147483704"/>
          </pc:sldLayoutMkLst>
        </pc:sldLayoutChg>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4095173642" sldId="2147483705"/>
          </pc:sldLayoutMkLst>
        </pc:sldLayoutChg>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1284912731" sldId="2147483706"/>
          </pc:sldLayoutMkLst>
        </pc:sldLayoutChg>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4022401580" sldId="2147483707"/>
          </pc:sldLayoutMkLst>
        </pc:sldLayoutChg>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1105283048" sldId="2147483708"/>
          </pc:sldLayoutMkLst>
        </pc:sldLayoutChg>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3610429677" sldId="2147483709"/>
          </pc:sldLayoutMkLst>
        </pc:sldLayoutChg>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3236855836" sldId="2147483710"/>
          </pc:sldLayoutMkLst>
        </pc:sldLayoutChg>
        <pc:sldLayoutChg chg="add del">
          <pc:chgData name="Diego José García González" userId="S::djgg03@educastillalamancha.es::62bb8909-ef9f-4346-8089-2f19c88e63fa" providerId="AD" clId="Web-{F1A9D525-9F98-F1B2-36CF-E9C3C9850FE4}" dt="2025-08-15T08:02:14.141" v="15"/>
          <pc:sldLayoutMkLst>
            <pc:docMk/>
            <pc:sldMasterMk cId="1480758640" sldId="2147483712"/>
            <pc:sldLayoutMk cId="1915259573" sldId="2147483711"/>
          </pc:sldLayoutMkLst>
        </pc:sldLayoutChg>
      </pc:sldMasterChg>
      <pc:sldMasterChg chg="add del addSldLayout delSldLayout">
        <pc:chgData name="Diego José García González" userId="S::djgg03@educastillalamancha.es::62bb8909-ef9f-4346-8089-2f19c88e63fa" providerId="AD" clId="Web-{F1A9D525-9F98-F1B2-36CF-E9C3C9850FE4}" dt="2025-08-15T08:01:42.155" v="7"/>
        <pc:sldMasterMkLst>
          <pc:docMk/>
          <pc:sldMasterMk cId="4072118665" sldId="2147483712"/>
        </pc:sldMasterMkLst>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3799965180" sldId="2147483701"/>
          </pc:sldLayoutMkLst>
        </pc:sldLayoutChg>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838347449" sldId="2147483702"/>
          </pc:sldLayoutMkLst>
        </pc:sldLayoutChg>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3532653622" sldId="2147483703"/>
          </pc:sldLayoutMkLst>
        </pc:sldLayoutChg>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4055109521" sldId="2147483704"/>
          </pc:sldLayoutMkLst>
        </pc:sldLayoutChg>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2723692701" sldId="2147483705"/>
          </pc:sldLayoutMkLst>
        </pc:sldLayoutChg>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1687158162" sldId="2147483706"/>
          </pc:sldLayoutMkLst>
        </pc:sldLayoutChg>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231972520" sldId="2147483707"/>
          </pc:sldLayoutMkLst>
        </pc:sldLayoutChg>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3488816636" sldId="2147483708"/>
          </pc:sldLayoutMkLst>
        </pc:sldLayoutChg>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1702947211" sldId="2147483709"/>
          </pc:sldLayoutMkLst>
        </pc:sldLayoutChg>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3659357785" sldId="2147483710"/>
          </pc:sldLayoutMkLst>
        </pc:sldLayoutChg>
        <pc:sldLayoutChg chg="add del">
          <pc:chgData name="Diego José García González" userId="S::djgg03@educastillalamancha.es::62bb8909-ef9f-4346-8089-2f19c88e63fa" providerId="AD" clId="Web-{F1A9D525-9F98-F1B2-36CF-E9C3C9850FE4}" dt="2025-08-15T08:01:42.155" v="7"/>
          <pc:sldLayoutMkLst>
            <pc:docMk/>
            <pc:sldMasterMk cId="4072118665" sldId="2147483712"/>
            <pc:sldLayoutMk cId="1184648610" sldId="2147483711"/>
          </pc:sldLayoutMkLst>
        </pc:sldLayoutChg>
      </pc:sldMasterChg>
      <pc:sldMasterChg chg="add del addSldLayout delSldLayout">
        <pc:chgData name="Diego José García González" userId="S::djgg03@educastillalamancha.es::62bb8909-ef9f-4346-8089-2f19c88e63fa" providerId="AD" clId="Web-{F1A9D525-9F98-F1B2-36CF-E9C3C9850FE4}" dt="2025-08-15T08:02:02.593" v="13"/>
        <pc:sldMasterMkLst>
          <pc:docMk/>
          <pc:sldMasterMk cId="2451807647" sldId="2147483725"/>
        </pc:sldMasterMkLst>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1936273807" sldId="2147483714"/>
          </pc:sldLayoutMkLst>
        </pc:sldLayoutChg>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524146960" sldId="2147483715"/>
          </pc:sldLayoutMkLst>
        </pc:sldLayoutChg>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4262603255" sldId="2147483716"/>
          </pc:sldLayoutMkLst>
        </pc:sldLayoutChg>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1560038279" sldId="2147483717"/>
          </pc:sldLayoutMkLst>
        </pc:sldLayoutChg>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955975249" sldId="2147483718"/>
          </pc:sldLayoutMkLst>
        </pc:sldLayoutChg>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3777788930" sldId="2147483719"/>
          </pc:sldLayoutMkLst>
        </pc:sldLayoutChg>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1114835277" sldId="2147483720"/>
          </pc:sldLayoutMkLst>
        </pc:sldLayoutChg>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3535351999" sldId="2147483721"/>
          </pc:sldLayoutMkLst>
        </pc:sldLayoutChg>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3433305762" sldId="2147483722"/>
          </pc:sldLayoutMkLst>
        </pc:sldLayoutChg>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1983565845" sldId="2147483723"/>
          </pc:sldLayoutMkLst>
        </pc:sldLayoutChg>
        <pc:sldLayoutChg chg="add del">
          <pc:chgData name="Diego José García González" userId="S::djgg03@educastillalamancha.es::62bb8909-ef9f-4346-8089-2f19c88e63fa" providerId="AD" clId="Web-{F1A9D525-9F98-F1B2-36CF-E9C3C9850FE4}" dt="2025-08-15T08:02:02.593" v="13"/>
          <pc:sldLayoutMkLst>
            <pc:docMk/>
            <pc:sldMasterMk cId="2451807647" sldId="2147483725"/>
            <pc:sldLayoutMk cId="3288216650" sldId="2147483724"/>
          </pc:sldLayoutMkLst>
        </pc:sldLayoutChg>
      </pc:sldMasterChg>
      <pc:sldMasterChg chg="add del addSldLayout delSldLayout">
        <pc:chgData name="Diego José García González" userId="S::djgg03@educastillalamancha.es::62bb8909-ef9f-4346-8089-2f19c88e63fa" providerId="AD" clId="Web-{F1A9D525-9F98-F1B2-36CF-E9C3C9850FE4}" dt="2025-08-15T08:03:17.956" v="29"/>
        <pc:sldMasterMkLst>
          <pc:docMk/>
          <pc:sldMasterMk cId="3157250495" sldId="2147483725"/>
        </pc:sldMasterMkLst>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3510082048" sldId="2147483714"/>
          </pc:sldLayoutMkLst>
        </pc:sldLayoutChg>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1469734830" sldId="2147483715"/>
          </pc:sldLayoutMkLst>
        </pc:sldLayoutChg>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2295758547" sldId="2147483716"/>
          </pc:sldLayoutMkLst>
        </pc:sldLayoutChg>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451777055" sldId="2147483717"/>
          </pc:sldLayoutMkLst>
        </pc:sldLayoutChg>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1889327722" sldId="2147483718"/>
          </pc:sldLayoutMkLst>
        </pc:sldLayoutChg>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1742667464" sldId="2147483719"/>
          </pc:sldLayoutMkLst>
        </pc:sldLayoutChg>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3274164325" sldId="2147483720"/>
          </pc:sldLayoutMkLst>
        </pc:sldLayoutChg>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869112105" sldId="2147483721"/>
          </pc:sldLayoutMkLst>
        </pc:sldLayoutChg>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738854148" sldId="2147483722"/>
          </pc:sldLayoutMkLst>
        </pc:sldLayoutChg>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1389748374" sldId="2147483723"/>
          </pc:sldLayoutMkLst>
        </pc:sldLayoutChg>
        <pc:sldLayoutChg chg="add del">
          <pc:chgData name="Diego José García González" userId="S::djgg03@educastillalamancha.es::62bb8909-ef9f-4346-8089-2f19c88e63fa" providerId="AD" clId="Web-{F1A9D525-9F98-F1B2-36CF-E9C3C9850FE4}" dt="2025-08-15T08:03:17.956" v="29"/>
          <pc:sldLayoutMkLst>
            <pc:docMk/>
            <pc:sldMasterMk cId="3157250495" sldId="2147483725"/>
            <pc:sldLayoutMk cId="3875498697" sldId="2147483724"/>
          </pc:sldLayoutMkLst>
        </pc:sldLayoutChg>
      </pc:sldMasterChg>
      <pc:sldMasterChg chg="add del addSldLayout delSldLayout">
        <pc:chgData name="Diego José García González" userId="S::djgg03@educastillalamancha.es::62bb8909-ef9f-4346-8089-2f19c88e63fa" providerId="AD" clId="Web-{F1A9D525-9F98-F1B2-36CF-E9C3C9850FE4}" dt="2025-08-15T08:02:36.157" v="21"/>
        <pc:sldMasterMkLst>
          <pc:docMk/>
          <pc:sldMasterMk cId="4161888858" sldId="2147483725"/>
        </pc:sldMasterMkLst>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1520404509" sldId="2147483714"/>
          </pc:sldLayoutMkLst>
        </pc:sldLayoutChg>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1110241389" sldId="2147483715"/>
          </pc:sldLayoutMkLst>
        </pc:sldLayoutChg>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2661268713" sldId="2147483716"/>
          </pc:sldLayoutMkLst>
        </pc:sldLayoutChg>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490446689" sldId="2147483717"/>
          </pc:sldLayoutMkLst>
        </pc:sldLayoutChg>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118317447" sldId="2147483718"/>
          </pc:sldLayoutMkLst>
        </pc:sldLayoutChg>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594519556" sldId="2147483719"/>
          </pc:sldLayoutMkLst>
        </pc:sldLayoutChg>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1965758614" sldId="2147483720"/>
          </pc:sldLayoutMkLst>
        </pc:sldLayoutChg>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1368321072" sldId="2147483721"/>
          </pc:sldLayoutMkLst>
        </pc:sldLayoutChg>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1635371337" sldId="2147483722"/>
          </pc:sldLayoutMkLst>
        </pc:sldLayoutChg>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3012412046" sldId="2147483723"/>
          </pc:sldLayoutMkLst>
        </pc:sldLayoutChg>
        <pc:sldLayoutChg chg="add del">
          <pc:chgData name="Diego José García González" userId="S::djgg03@educastillalamancha.es::62bb8909-ef9f-4346-8089-2f19c88e63fa" providerId="AD" clId="Web-{F1A9D525-9F98-F1B2-36CF-E9C3C9850FE4}" dt="2025-08-15T08:02:36.157" v="21"/>
          <pc:sldLayoutMkLst>
            <pc:docMk/>
            <pc:sldMasterMk cId="4161888858" sldId="2147483725"/>
            <pc:sldLayoutMk cId="4200777241" sldId="2147483724"/>
          </pc:sldLayoutMkLst>
        </pc:sldLayoutChg>
      </pc:sldMasterChg>
      <pc:sldMasterChg chg="add del addSldLayout delSldLayout">
        <pc:chgData name="Diego José García González" userId="S::djgg03@educastillalamancha.es::62bb8909-ef9f-4346-8089-2f19c88e63fa" providerId="AD" clId="Web-{F1A9D525-9F98-F1B2-36CF-E9C3C9850FE4}" dt="2025-08-15T08:02:45.673" v="23"/>
        <pc:sldMasterMkLst>
          <pc:docMk/>
          <pc:sldMasterMk cId="747380439" sldId="2147483738"/>
        </pc:sldMasterMkLst>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4259157472" sldId="2147483727"/>
          </pc:sldLayoutMkLst>
        </pc:sldLayoutChg>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1175839567" sldId="2147483728"/>
          </pc:sldLayoutMkLst>
        </pc:sldLayoutChg>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3683891425" sldId="2147483729"/>
          </pc:sldLayoutMkLst>
        </pc:sldLayoutChg>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3284519608" sldId="2147483730"/>
          </pc:sldLayoutMkLst>
        </pc:sldLayoutChg>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105764896" sldId="2147483731"/>
          </pc:sldLayoutMkLst>
        </pc:sldLayoutChg>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3558589328" sldId="2147483732"/>
          </pc:sldLayoutMkLst>
        </pc:sldLayoutChg>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1432822135" sldId="2147483733"/>
          </pc:sldLayoutMkLst>
        </pc:sldLayoutChg>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4030835328" sldId="2147483734"/>
          </pc:sldLayoutMkLst>
        </pc:sldLayoutChg>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1865046406" sldId="2147483735"/>
          </pc:sldLayoutMkLst>
        </pc:sldLayoutChg>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397096518" sldId="2147483736"/>
          </pc:sldLayoutMkLst>
        </pc:sldLayoutChg>
        <pc:sldLayoutChg chg="add del">
          <pc:chgData name="Diego José García González" userId="S::djgg03@educastillalamancha.es::62bb8909-ef9f-4346-8089-2f19c88e63fa" providerId="AD" clId="Web-{F1A9D525-9F98-F1B2-36CF-E9C3C9850FE4}" dt="2025-08-15T08:02:45.673" v="23"/>
          <pc:sldLayoutMkLst>
            <pc:docMk/>
            <pc:sldMasterMk cId="747380439" sldId="2147483738"/>
            <pc:sldLayoutMk cId="1451541362" sldId="2147483737"/>
          </pc:sldLayoutMkLst>
        </pc:sldLayoutChg>
      </pc:sldMasterChg>
      <pc:sldMasterChg chg="add del addSldLayout delSldLayout">
        <pc:chgData name="Diego José García González" userId="S::djgg03@educastillalamancha.es::62bb8909-ef9f-4346-8089-2f19c88e63fa" providerId="AD" clId="Web-{F1A9D525-9F98-F1B2-36CF-E9C3C9850FE4}" dt="2025-08-15T08:01:50.921" v="9"/>
        <pc:sldMasterMkLst>
          <pc:docMk/>
          <pc:sldMasterMk cId="978430932" sldId="2147483738"/>
        </pc:sldMasterMkLst>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3195186994" sldId="2147483727"/>
          </pc:sldLayoutMkLst>
        </pc:sldLayoutChg>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1644919842" sldId="2147483728"/>
          </pc:sldLayoutMkLst>
        </pc:sldLayoutChg>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3752667920" sldId="2147483729"/>
          </pc:sldLayoutMkLst>
        </pc:sldLayoutChg>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3622877060" sldId="2147483730"/>
          </pc:sldLayoutMkLst>
        </pc:sldLayoutChg>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2657250555" sldId="2147483731"/>
          </pc:sldLayoutMkLst>
        </pc:sldLayoutChg>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729829060" sldId="2147483732"/>
          </pc:sldLayoutMkLst>
        </pc:sldLayoutChg>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1097478888" sldId="2147483733"/>
          </pc:sldLayoutMkLst>
        </pc:sldLayoutChg>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1569413970" sldId="2147483734"/>
          </pc:sldLayoutMkLst>
        </pc:sldLayoutChg>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4029337150" sldId="2147483735"/>
          </pc:sldLayoutMkLst>
        </pc:sldLayoutChg>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2190757307" sldId="2147483736"/>
          </pc:sldLayoutMkLst>
        </pc:sldLayoutChg>
        <pc:sldLayoutChg chg="add del">
          <pc:chgData name="Diego José García González" userId="S::djgg03@educastillalamancha.es::62bb8909-ef9f-4346-8089-2f19c88e63fa" providerId="AD" clId="Web-{F1A9D525-9F98-F1B2-36CF-E9C3C9850FE4}" dt="2025-08-15T08:01:50.921" v="9"/>
          <pc:sldLayoutMkLst>
            <pc:docMk/>
            <pc:sldMasterMk cId="978430932" sldId="2147483738"/>
            <pc:sldLayoutMk cId="4142483780" sldId="2147483737"/>
          </pc:sldLayoutMkLst>
        </pc:sldLayoutChg>
      </pc:sldMasterChg>
      <pc:sldMasterChg chg="add addSldLayout">
        <pc:chgData name="Diego José García González" userId="S::djgg03@educastillalamancha.es::62bb8909-ef9f-4346-8089-2f19c88e63fa" providerId="AD" clId="Web-{F1A9D525-9F98-F1B2-36CF-E9C3C9850FE4}" dt="2025-08-15T08:03:18.018" v="30"/>
        <pc:sldMasterMkLst>
          <pc:docMk/>
          <pc:sldMasterMk cId="1731903452" sldId="2147483738"/>
        </pc:sldMasterMkLst>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3243397614" sldId="2147483727"/>
          </pc:sldLayoutMkLst>
        </pc:sldLayoutChg>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3439310717" sldId="2147483728"/>
          </pc:sldLayoutMkLst>
        </pc:sldLayoutChg>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3275948303" sldId="2147483729"/>
          </pc:sldLayoutMkLst>
        </pc:sldLayoutChg>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2013683707" sldId="2147483730"/>
          </pc:sldLayoutMkLst>
        </pc:sldLayoutChg>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828783530" sldId="2147483731"/>
          </pc:sldLayoutMkLst>
        </pc:sldLayoutChg>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158010993" sldId="2147483732"/>
          </pc:sldLayoutMkLst>
        </pc:sldLayoutChg>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3379406224" sldId="2147483733"/>
          </pc:sldLayoutMkLst>
        </pc:sldLayoutChg>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2281940484" sldId="2147483734"/>
          </pc:sldLayoutMkLst>
        </pc:sldLayoutChg>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981036344" sldId="2147483735"/>
          </pc:sldLayoutMkLst>
        </pc:sldLayoutChg>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3650312786" sldId="2147483736"/>
          </pc:sldLayoutMkLst>
        </pc:sldLayoutChg>
        <pc:sldLayoutChg chg="add">
          <pc:chgData name="Diego José García González" userId="S::djgg03@educastillalamancha.es::62bb8909-ef9f-4346-8089-2f19c88e63fa" providerId="AD" clId="Web-{F1A9D525-9F98-F1B2-36CF-E9C3C9850FE4}" dt="2025-08-15T08:03:18.018" v="30"/>
          <pc:sldLayoutMkLst>
            <pc:docMk/>
            <pc:sldMasterMk cId="1731903452" sldId="2147483738"/>
            <pc:sldLayoutMk cId="1088976016" sldId="2147483737"/>
          </pc:sldLayoutMkLst>
        </pc:sldLayoutChg>
      </pc:sldMasterChg>
    </pc:docChg>
  </pc:docChgLst>
  <pc:docChgLst>
    <pc:chgData name="Diego José García González" userId="S::djgg03@educastillalamancha.es::62bb8909-ef9f-4346-8089-2f19c88e63fa" providerId="AD" clId="Web-{56B2FB89-5B13-79ED-188B-6AE9E802ED09}"/>
    <pc:docChg chg="delSld">
      <pc:chgData name="Diego José García González" userId="S::djgg03@educastillalamancha.es::62bb8909-ef9f-4346-8089-2f19c88e63fa" providerId="AD" clId="Web-{56B2FB89-5B13-79ED-188B-6AE9E802ED09}" dt="2025-08-15T08:16:54.287" v="0"/>
      <pc:docMkLst>
        <pc:docMk/>
      </pc:docMkLst>
      <pc:sldChg chg="del">
        <pc:chgData name="Diego José García González" userId="S::djgg03@educastillalamancha.es::62bb8909-ef9f-4346-8089-2f19c88e63fa" providerId="AD" clId="Web-{56B2FB89-5B13-79ED-188B-6AE9E802ED09}" dt="2025-08-15T08:16:54.287" v="0"/>
        <pc:sldMkLst>
          <pc:docMk/>
          <pc:sldMk cId="3187091807" sldId="292"/>
        </pc:sldMkLst>
      </pc:sldChg>
    </pc:docChg>
  </pc:docChgLst>
  <pc:docChgLst>
    <pc:chgData name="Diego José García González" userId="S::djgg03@educastillalamancha.es::62bb8909-ef9f-4346-8089-2f19c88e63fa" providerId="AD" clId="Web-{38D19B64-F29B-FDEE-F0D4-121B3747242A}"/>
    <pc:docChg chg="addSld delSld modSld sldOrd">
      <pc:chgData name="Diego José García González" userId="S::djgg03@educastillalamancha.es::62bb8909-ef9f-4346-8089-2f19c88e63fa" providerId="AD" clId="Web-{38D19B64-F29B-FDEE-F0D4-121B3747242A}" dt="2025-08-15T19:53:25.602" v="2809" actId="20577"/>
      <pc:docMkLst>
        <pc:docMk/>
      </pc:docMkLst>
      <pc:sldChg chg="modSp">
        <pc:chgData name="Diego José García González" userId="S::djgg03@educastillalamancha.es::62bb8909-ef9f-4346-8089-2f19c88e63fa" providerId="AD" clId="Web-{38D19B64-F29B-FDEE-F0D4-121B3747242A}" dt="2025-08-15T17:11:08.126" v="6" actId="20577"/>
        <pc:sldMkLst>
          <pc:docMk/>
          <pc:sldMk cId="3946450112" sldId="258"/>
        </pc:sldMkLst>
        <pc:spChg chg="mod">
          <ac:chgData name="Diego José García González" userId="S::djgg03@educastillalamancha.es::62bb8909-ef9f-4346-8089-2f19c88e63fa" providerId="AD" clId="Web-{38D19B64-F29B-FDEE-F0D4-121B3747242A}" dt="2025-08-15T17:11:08.126" v="6" actId="20577"/>
          <ac:spMkLst>
            <pc:docMk/>
            <pc:sldMk cId="3946450112" sldId="258"/>
            <ac:spMk id="3" creationId="{E26E4267-69DB-1C88-90EC-A2106ADE39CE}"/>
          </ac:spMkLst>
        </pc:spChg>
      </pc:sldChg>
      <pc:sldChg chg="modSp">
        <pc:chgData name="Diego José García González" userId="S::djgg03@educastillalamancha.es::62bb8909-ef9f-4346-8089-2f19c88e63fa" providerId="AD" clId="Web-{38D19B64-F29B-FDEE-F0D4-121B3747242A}" dt="2025-08-15T17:14:41.404" v="66" actId="20577"/>
        <pc:sldMkLst>
          <pc:docMk/>
          <pc:sldMk cId="3419798515" sldId="259"/>
        </pc:sldMkLst>
        <pc:spChg chg="mod">
          <ac:chgData name="Diego José García González" userId="S::djgg03@educastillalamancha.es::62bb8909-ef9f-4346-8089-2f19c88e63fa" providerId="AD" clId="Web-{38D19B64-F29B-FDEE-F0D4-121B3747242A}" dt="2025-08-15T17:14:41.404" v="66" actId="20577"/>
          <ac:spMkLst>
            <pc:docMk/>
            <pc:sldMk cId="3419798515" sldId="259"/>
            <ac:spMk id="3" creationId="{B0BED5A0-6185-CF51-CA0B-40F590BC6AB5}"/>
          </ac:spMkLst>
        </pc:spChg>
      </pc:sldChg>
      <pc:sldChg chg="modSp">
        <pc:chgData name="Diego José García González" userId="S::djgg03@educastillalamancha.es::62bb8909-ef9f-4346-8089-2f19c88e63fa" providerId="AD" clId="Web-{38D19B64-F29B-FDEE-F0D4-121B3747242A}" dt="2025-08-15T17:22:16.401" v="153" actId="20577"/>
        <pc:sldMkLst>
          <pc:docMk/>
          <pc:sldMk cId="2840399915" sldId="260"/>
        </pc:sldMkLst>
        <pc:spChg chg="mod">
          <ac:chgData name="Diego José García González" userId="S::djgg03@educastillalamancha.es::62bb8909-ef9f-4346-8089-2f19c88e63fa" providerId="AD" clId="Web-{38D19B64-F29B-FDEE-F0D4-121B3747242A}" dt="2025-08-15T17:22:16.401" v="153" actId="20577"/>
          <ac:spMkLst>
            <pc:docMk/>
            <pc:sldMk cId="2840399915" sldId="260"/>
            <ac:spMk id="3" creationId="{93C57FB3-7CBC-5978-0527-15363E676A74}"/>
          </ac:spMkLst>
        </pc:spChg>
      </pc:sldChg>
      <pc:sldChg chg="modSp">
        <pc:chgData name="Diego José García González" userId="S::djgg03@educastillalamancha.es::62bb8909-ef9f-4346-8089-2f19c88e63fa" providerId="AD" clId="Web-{38D19B64-F29B-FDEE-F0D4-121B3747242A}" dt="2025-08-15T17:55:46.233" v="259" actId="20577"/>
        <pc:sldMkLst>
          <pc:docMk/>
          <pc:sldMk cId="462428446" sldId="261"/>
        </pc:sldMkLst>
        <pc:spChg chg="mod">
          <ac:chgData name="Diego José García González" userId="S::djgg03@educastillalamancha.es::62bb8909-ef9f-4346-8089-2f19c88e63fa" providerId="AD" clId="Web-{38D19B64-F29B-FDEE-F0D4-121B3747242A}" dt="2025-08-15T17:55:46.233" v="259" actId="20577"/>
          <ac:spMkLst>
            <pc:docMk/>
            <pc:sldMk cId="462428446" sldId="261"/>
            <ac:spMk id="3" creationId="{730258DD-10DC-5073-87F3-DC113E47F0F7}"/>
          </ac:spMkLst>
        </pc:spChg>
      </pc:sldChg>
      <pc:sldChg chg="modSp">
        <pc:chgData name="Diego José García González" userId="S::djgg03@educastillalamancha.es::62bb8909-ef9f-4346-8089-2f19c88e63fa" providerId="AD" clId="Web-{38D19B64-F29B-FDEE-F0D4-121B3747242A}" dt="2025-08-15T18:03:23.455" v="356" actId="20577"/>
        <pc:sldMkLst>
          <pc:docMk/>
          <pc:sldMk cId="1588326153" sldId="262"/>
        </pc:sldMkLst>
        <pc:spChg chg="mod">
          <ac:chgData name="Diego José García González" userId="S::djgg03@educastillalamancha.es::62bb8909-ef9f-4346-8089-2f19c88e63fa" providerId="AD" clId="Web-{38D19B64-F29B-FDEE-F0D4-121B3747242A}" dt="2025-08-15T18:03:23.455" v="356" actId="20577"/>
          <ac:spMkLst>
            <pc:docMk/>
            <pc:sldMk cId="1588326153" sldId="262"/>
            <ac:spMk id="3" creationId="{C851278D-2116-19FC-9C4A-CAAF16F26F51}"/>
          </ac:spMkLst>
        </pc:spChg>
      </pc:sldChg>
      <pc:sldChg chg="modSp">
        <pc:chgData name="Diego José García González" userId="S::djgg03@educastillalamancha.es::62bb8909-ef9f-4346-8089-2f19c88e63fa" providerId="AD" clId="Web-{38D19B64-F29B-FDEE-F0D4-121B3747242A}" dt="2025-08-15T18:15:28.606" v="567" actId="20577"/>
        <pc:sldMkLst>
          <pc:docMk/>
          <pc:sldMk cId="499930949" sldId="263"/>
        </pc:sldMkLst>
        <pc:spChg chg="mod">
          <ac:chgData name="Diego José García González" userId="S::djgg03@educastillalamancha.es::62bb8909-ef9f-4346-8089-2f19c88e63fa" providerId="AD" clId="Web-{38D19B64-F29B-FDEE-F0D4-121B3747242A}" dt="2025-08-15T18:15:28.606" v="567" actId="20577"/>
          <ac:spMkLst>
            <pc:docMk/>
            <pc:sldMk cId="499930949" sldId="263"/>
            <ac:spMk id="3" creationId="{605E6A06-DF44-8873-E6EE-3FDB324F5A16}"/>
          </ac:spMkLst>
        </pc:spChg>
      </pc:sldChg>
      <pc:sldChg chg="modSp">
        <pc:chgData name="Diego José García González" userId="S::djgg03@educastillalamancha.es::62bb8909-ef9f-4346-8089-2f19c88e63fa" providerId="AD" clId="Web-{38D19B64-F29B-FDEE-F0D4-121B3747242A}" dt="2025-08-15T18:20:54.181" v="658" actId="20577"/>
        <pc:sldMkLst>
          <pc:docMk/>
          <pc:sldMk cId="3141355448" sldId="264"/>
        </pc:sldMkLst>
        <pc:spChg chg="mod">
          <ac:chgData name="Diego José García González" userId="S::djgg03@educastillalamancha.es::62bb8909-ef9f-4346-8089-2f19c88e63fa" providerId="AD" clId="Web-{38D19B64-F29B-FDEE-F0D4-121B3747242A}" dt="2025-08-15T18:20:54.181" v="658" actId="20577"/>
          <ac:spMkLst>
            <pc:docMk/>
            <pc:sldMk cId="3141355448" sldId="264"/>
            <ac:spMk id="3" creationId="{EE9A604F-9192-D0C8-C91C-79AF721E2D28}"/>
          </ac:spMkLst>
        </pc:spChg>
      </pc:sldChg>
      <pc:sldChg chg="modSp">
        <pc:chgData name="Diego José García González" userId="S::djgg03@educastillalamancha.es::62bb8909-ef9f-4346-8089-2f19c88e63fa" providerId="AD" clId="Web-{38D19B64-F29B-FDEE-F0D4-121B3747242A}" dt="2025-08-15T18:27:02.194" v="786" actId="20577"/>
        <pc:sldMkLst>
          <pc:docMk/>
          <pc:sldMk cId="3367866942" sldId="265"/>
        </pc:sldMkLst>
        <pc:spChg chg="mod">
          <ac:chgData name="Diego José García González" userId="S::djgg03@educastillalamancha.es::62bb8909-ef9f-4346-8089-2f19c88e63fa" providerId="AD" clId="Web-{38D19B64-F29B-FDEE-F0D4-121B3747242A}" dt="2025-08-15T18:27:02.194" v="786" actId="20577"/>
          <ac:spMkLst>
            <pc:docMk/>
            <pc:sldMk cId="3367866942" sldId="265"/>
            <ac:spMk id="3" creationId="{AF8F733A-6DDC-0B12-EAB3-A10D17E753F2}"/>
          </ac:spMkLst>
        </pc:spChg>
      </pc:sldChg>
      <pc:sldChg chg="modSp">
        <pc:chgData name="Diego José García González" userId="S::djgg03@educastillalamancha.es::62bb8909-ef9f-4346-8089-2f19c88e63fa" providerId="AD" clId="Web-{38D19B64-F29B-FDEE-F0D4-121B3747242A}" dt="2025-08-15T18:32:35.206" v="900" actId="20577"/>
        <pc:sldMkLst>
          <pc:docMk/>
          <pc:sldMk cId="1644286058" sldId="266"/>
        </pc:sldMkLst>
        <pc:spChg chg="mod">
          <ac:chgData name="Diego José García González" userId="S::djgg03@educastillalamancha.es::62bb8909-ef9f-4346-8089-2f19c88e63fa" providerId="AD" clId="Web-{38D19B64-F29B-FDEE-F0D4-121B3747242A}" dt="2025-08-15T18:32:35.206" v="900" actId="20577"/>
          <ac:spMkLst>
            <pc:docMk/>
            <pc:sldMk cId="1644286058" sldId="266"/>
            <ac:spMk id="3" creationId="{4D4674CB-086E-6737-5ADC-40BB177ADC58}"/>
          </ac:spMkLst>
        </pc:spChg>
      </pc:sldChg>
      <pc:sldChg chg="modSp">
        <pc:chgData name="Diego José García González" userId="S::djgg03@educastillalamancha.es::62bb8909-ef9f-4346-8089-2f19c88e63fa" providerId="AD" clId="Web-{38D19B64-F29B-FDEE-F0D4-121B3747242A}" dt="2025-08-15T18:37:18.873" v="1009" actId="20577"/>
        <pc:sldMkLst>
          <pc:docMk/>
          <pc:sldMk cId="1785682598" sldId="267"/>
        </pc:sldMkLst>
        <pc:spChg chg="mod">
          <ac:chgData name="Diego José García González" userId="S::djgg03@educastillalamancha.es::62bb8909-ef9f-4346-8089-2f19c88e63fa" providerId="AD" clId="Web-{38D19B64-F29B-FDEE-F0D4-121B3747242A}" dt="2025-08-15T18:37:18.873" v="1009" actId="20577"/>
          <ac:spMkLst>
            <pc:docMk/>
            <pc:sldMk cId="1785682598" sldId="267"/>
            <ac:spMk id="3" creationId="{E9024A14-3839-AAD2-FFB1-86B4F7BE15CD}"/>
          </ac:spMkLst>
        </pc:spChg>
      </pc:sldChg>
      <pc:sldChg chg="modSp">
        <pc:chgData name="Diego José García González" userId="S::djgg03@educastillalamancha.es::62bb8909-ef9f-4346-8089-2f19c88e63fa" providerId="AD" clId="Web-{38D19B64-F29B-FDEE-F0D4-121B3747242A}" dt="2025-08-15T18:44:12.467" v="1137" actId="20577"/>
        <pc:sldMkLst>
          <pc:docMk/>
          <pc:sldMk cId="3759134848" sldId="268"/>
        </pc:sldMkLst>
        <pc:spChg chg="mod">
          <ac:chgData name="Diego José García González" userId="S::djgg03@educastillalamancha.es::62bb8909-ef9f-4346-8089-2f19c88e63fa" providerId="AD" clId="Web-{38D19B64-F29B-FDEE-F0D4-121B3747242A}" dt="2025-08-15T18:44:12.467" v="1137" actId="20577"/>
          <ac:spMkLst>
            <pc:docMk/>
            <pc:sldMk cId="3759134848" sldId="268"/>
            <ac:spMk id="3" creationId="{C17B57D6-14CD-4554-2DED-A276E8CF5B97}"/>
          </ac:spMkLst>
        </pc:spChg>
      </pc:sldChg>
      <pc:sldChg chg="modSp">
        <pc:chgData name="Diego José García González" userId="S::djgg03@educastillalamancha.es::62bb8909-ef9f-4346-8089-2f19c88e63fa" providerId="AD" clId="Web-{38D19B64-F29B-FDEE-F0D4-121B3747242A}" dt="2025-08-15T18:49:45.369" v="1225" actId="20577"/>
        <pc:sldMkLst>
          <pc:docMk/>
          <pc:sldMk cId="1815306873" sldId="269"/>
        </pc:sldMkLst>
        <pc:spChg chg="mod">
          <ac:chgData name="Diego José García González" userId="S::djgg03@educastillalamancha.es::62bb8909-ef9f-4346-8089-2f19c88e63fa" providerId="AD" clId="Web-{38D19B64-F29B-FDEE-F0D4-121B3747242A}" dt="2025-08-15T18:48:20.960" v="1201" actId="20577"/>
          <ac:spMkLst>
            <pc:docMk/>
            <pc:sldMk cId="1815306873" sldId="269"/>
            <ac:spMk id="2" creationId="{96E20AC1-5619-0B03-ABDE-F3324591C461}"/>
          </ac:spMkLst>
        </pc:spChg>
        <pc:spChg chg="mod">
          <ac:chgData name="Diego José García González" userId="S::djgg03@educastillalamancha.es::62bb8909-ef9f-4346-8089-2f19c88e63fa" providerId="AD" clId="Web-{38D19B64-F29B-FDEE-F0D4-121B3747242A}" dt="2025-08-15T18:49:45.369" v="1225" actId="20577"/>
          <ac:spMkLst>
            <pc:docMk/>
            <pc:sldMk cId="1815306873" sldId="269"/>
            <ac:spMk id="3" creationId="{EE747843-49DA-E10F-2755-CFC4B517ED04}"/>
          </ac:spMkLst>
        </pc:spChg>
      </pc:sldChg>
      <pc:sldChg chg="modSp">
        <pc:chgData name="Diego José García González" userId="S::djgg03@educastillalamancha.es::62bb8909-ef9f-4346-8089-2f19c88e63fa" providerId="AD" clId="Web-{38D19B64-F29B-FDEE-F0D4-121B3747242A}" dt="2025-08-15T19:15:37.160" v="1799" actId="20577"/>
        <pc:sldMkLst>
          <pc:docMk/>
          <pc:sldMk cId="235823383" sldId="270"/>
        </pc:sldMkLst>
        <pc:spChg chg="mod">
          <ac:chgData name="Diego José García González" userId="S::djgg03@educastillalamancha.es::62bb8909-ef9f-4346-8089-2f19c88e63fa" providerId="AD" clId="Web-{38D19B64-F29B-FDEE-F0D4-121B3747242A}" dt="2025-08-15T19:15:37.160" v="1799" actId="20577"/>
          <ac:spMkLst>
            <pc:docMk/>
            <pc:sldMk cId="235823383" sldId="270"/>
            <ac:spMk id="3" creationId="{EAF62F94-D71B-04F7-B7E0-769F1019F9FD}"/>
          </ac:spMkLst>
        </pc:spChg>
      </pc:sldChg>
      <pc:sldChg chg="modSp">
        <pc:chgData name="Diego José García González" userId="S::djgg03@educastillalamancha.es::62bb8909-ef9f-4346-8089-2f19c88e63fa" providerId="AD" clId="Web-{38D19B64-F29B-FDEE-F0D4-121B3747242A}" dt="2025-08-15T19:19:18.387" v="1874" actId="20577"/>
        <pc:sldMkLst>
          <pc:docMk/>
          <pc:sldMk cId="1717862479" sldId="271"/>
        </pc:sldMkLst>
        <pc:spChg chg="mod">
          <ac:chgData name="Diego José García González" userId="S::djgg03@educastillalamancha.es::62bb8909-ef9f-4346-8089-2f19c88e63fa" providerId="AD" clId="Web-{38D19B64-F29B-FDEE-F0D4-121B3747242A}" dt="2025-08-15T19:19:18.387" v="1874" actId="20577"/>
          <ac:spMkLst>
            <pc:docMk/>
            <pc:sldMk cId="1717862479" sldId="271"/>
            <ac:spMk id="3" creationId="{1FDCF481-6CBC-7EFC-1BF2-A350A2F42D2A}"/>
          </ac:spMkLst>
        </pc:spChg>
      </pc:sldChg>
      <pc:sldChg chg="modSp">
        <pc:chgData name="Diego José García González" userId="S::djgg03@educastillalamancha.es::62bb8909-ef9f-4346-8089-2f19c88e63fa" providerId="AD" clId="Web-{38D19B64-F29B-FDEE-F0D4-121B3747242A}" dt="2025-08-15T19:25:04.289" v="1976" actId="20577"/>
        <pc:sldMkLst>
          <pc:docMk/>
          <pc:sldMk cId="1048628833" sldId="272"/>
        </pc:sldMkLst>
        <pc:spChg chg="mod">
          <ac:chgData name="Diego José García González" userId="S::djgg03@educastillalamancha.es::62bb8909-ef9f-4346-8089-2f19c88e63fa" providerId="AD" clId="Web-{38D19B64-F29B-FDEE-F0D4-121B3747242A}" dt="2025-08-15T19:25:04.289" v="1976" actId="20577"/>
          <ac:spMkLst>
            <pc:docMk/>
            <pc:sldMk cId="1048628833" sldId="272"/>
            <ac:spMk id="3" creationId="{2BB868FA-71CB-96DA-F517-3DBC363B2621}"/>
          </ac:spMkLst>
        </pc:spChg>
      </pc:sldChg>
      <pc:sldChg chg="modSp add replId">
        <pc:chgData name="Diego José García González" userId="S::djgg03@educastillalamancha.es::62bb8909-ef9f-4346-8089-2f19c88e63fa" providerId="AD" clId="Web-{38D19B64-F29B-FDEE-F0D4-121B3747242A}" dt="2025-08-15T17:12:09.864" v="18" actId="20577"/>
        <pc:sldMkLst>
          <pc:docMk/>
          <pc:sldMk cId="2515660323" sldId="301"/>
        </pc:sldMkLst>
        <pc:spChg chg="mod">
          <ac:chgData name="Diego José García González" userId="S::djgg03@educastillalamancha.es::62bb8909-ef9f-4346-8089-2f19c88e63fa" providerId="AD" clId="Web-{38D19B64-F29B-FDEE-F0D4-121B3747242A}" dt="2025-08-15T17:12:09.864" v="18" actId="20577"/>
          <ac:spMkLst>
            <pc:docMk/>
            <pc:sldMk cId="2515660323" sldId="301"/>
            <ac:spMk id="3" creationId="{5D0EEEC3-7B29-DEBC-4EF8-9D5B466E7C7C}"/>
          </ac:spMkLst>
        </pc:spChg>
      </pc:sldChg>
      <pc:sldChg chg="modSp add replId">
        <pc:chgData name="Diego José García González" userId="S::djgg03@educastillalamancha.es::62bb8909-ef9f-4346-8089-2f19c88e63fa" providerId="AD" clId="Web-{38D19B64-F29B-FDEE-F0D4-121B3747242A}" dt="2025-08-15T17:12:36.678" v="34" actId="20577"/>
        <pc:sldMkLst>
          <pc:docMk/>
          <pc:sldMk cId="232721289" sldId="302"/>
        </pc:sldMkLst>
        <pc:spChg chg="mod">
          <ac:chgData name="Diego José García González" userId="S::djgg03@educastillalamancha.es::62bb8909-ef9f-4346-8089-2f19c88e63fa" providerId="AD" clId="Web-{38D19B64-F29B-FDEE-F0D4-121B3747242A}" dt="2025-08-15T17:12:36.678" v="34" actId="20577"/>
          <ac:spMkLst>
            <pc:docMk/>
            <pc:sldMk cId="232721289" sldId="302"/>
            <ac:spMk id="3" creationId="{07C7C2D9-BD69-948F-CC52-66046666E6BB}"/>
          </ac:spMkLst>
        </pc:spChg>
      </pc:sldChg>
      <pc:sldChg chg="modSp add replId">
        <pc:chgData name="Diego José García González" userId="S::djgg03@educastillalamancha.es::62bb8909-ef9f-4346-8089-2f19c88e63fa" providerId="AD" clId="Web-{38D19B64-F29B-FDEE-F0D4-121B3747242A}" dt="2025-08-15T17:13:39.885" v="57" actId="20577"/>
        <pc:sldMkLst>
          <pc:docMk/>
          <pc:sldMk cId="4206564940" sldId="303"/>
        </pc:sldMkLst>
        <pc:spChg chg="mod">
          <ac:chgData name="Diego José García González" userId="S::djgg03@educastillalamancha.es::62bb8909-ef9f-4346-8089-2f19c88e63fa" providerId="AD" clId="Web-{38D19B64-F29B-FDEE-F0D4-121B3747242A}" dt="2025-08-15T17:13:39.885" v="57" actId="20577"/>
          <ac:spMkLst>
            <pc:docMk/>
            <pc:sldMk cId="4206564940" sldId="303"/>
            <ac:spMk id="3" creationId="{DECB3722-D844-F406-A058-BC5DB06CB358}"/>
          </ac:spMkLst>
        </pc:spChg>
      </pc:sldChg>
      <pc:sldChg chg="modSp add replId">
        <pc:chgData name="Diego José García González" userId="S::djgg03@educastillalamancha.es::62bb8909-ef9f-4346-8089-2f19c88e63fa" providerId="AD" clId="Web-{38D19B64-F29B-FDEE-F0D4-121B3747242A}" dt="2025-08-15T17:17:04.979" v="88" actId="20577"/>
        <pc:sldMkLst>
          <pc:docMk/>
          <pc:sldMk cId="946663989" sldId="304"/>
        </pc:sldMkLst>
        <pc:spChg chg="mod">
          <ac:chgData name="Diego José García González" userId="S::djgg03@educastillalamancha.es::62bb8909-ef9f-4346-8089-2f19c88e63fa" providerId="AD" clId="Web-{38D19B64-F29B-FDEE-F0D4-121B3747242A}" dt="2025-08-15T17:17:04.979" v="88" actId="20577"/>
          <ac:spMkLst>
            <pc:docMk/>
            <pc:sldMk cId="946663989" sldId="304"/>
            <ac:spMk id="3" creationId="{F47AAB8E-07F0-2489-495D-C4A408851281}"/>
          </ac:spMkLst>
        </pc:spChg>
      </pc:sldChg>
      <pc:sldChg chg="modSp add replId">
        <pc:chgData name="Diego José García González" userId="S::djgg03@educastillalamancha.es::62bb8909-ef9f-4346-8089-2f19c88e63fa" providerId="AD" clId="Web-{38D19B64-F29B-FDEE-F0D4-121B3747242A}" dt="2025-08-15T17:18:14.170" v="100" actId="20577"/>
        <pc:sldMkLst>
          <pc:docMk/>
          <pc:sldMk cId="3242898180" sldId="305"/>
        </pc:sldMkLst>
        <pc:spChg chg="mod">
          <ac:chgData name="Diego José García González" userId="S::djgg03@educastillalamancha.es::62bb8909-ef9f-4346-8089-2f19c88e63fa" providerId="AD" clId="Web-{38D19B64-F29B-FDEE-F0D4-121B3747242A}" dt="2025-08-15T17:18:14.170" v="100" actId="20577"/>
          <ac:spMkLst>
            <pc:docMk/>
            <pc:sldMk cId="3242898180" sldId="305"/>
            <ac:spMk id="3" creationId="{FF44EB71-5358-56C8-068D-8CC7737D70DC}"/>
          </ac:spMkLst>
        </pc:spChg>
      </pc:sldChg>
      <pc:sldChg chg="modSp add replId">
        <pc:chgData name="Diego José García González" userId="S::djgg03@educastillalamancha.es::62bb8909-ef9f-4346-8089-2f19c88e63fa" providerId="AD" clId="Web-{38D19B64-F29B-FDEE-F0D4-121B3747242A}" dt="2025-08-15T17:19:08.501" v="116" actId="20577"/>
        <pc:sldMkLst>
          <pc:docMk/>
          <pc:sldMk cId="3859534107" sldId="306"/>
        </pc:sldMkLst>
        <pc:spChg chg="mod">
          <ac:chgData name="Diego José García González" userId="S::djgg03@educastillalamancha.es::62bb8909-ef9f-4346-8089-2f19c88e63fa" providerId="AD" clId="Web-{38D19B64-F29B-FDEE-F0D4-121B3747242A}" dt="2025-08-15T17:19:08.501" v="116" actId="20577"/>
          <ac:spMkLst>
            <pc:docMk/>
            <pc:sldMk cId="3859534107" sldId="306"/>
            <ac:spMk id="3" creationId="{6B6FABE6-0B36-A5FD-C894-586D9AE7C4B3}"/>
          </ac:spMkLst>
        </pc:spChg>
      </pc:sldChg>
      <pc:sldChg chg="modSp add replId">
        <pc:chgData name="Diego José García González" userId="S::djgg03@educastillalamancha.es::62bb8909-ef9f-4346-8089-2f19c88e63fa" providerId="AD" clId="Web-{38D19B64-F29B-FDEE-F0D4-121B3747242A}" dt="2025-08-15T17:21:14.022" v="147" actId="20577"/>
        <pc:sldMkLst>
          <pc:docMk/>
          <pc:sldMk cId="2653407124" sldId="307"/>
        </pc:sldMkLst>
      </pc:sldChg>
      <pc:sldChg chg="modSp add replId">
        <pc:chgData name="Diego José García González" userId="S::djgg03@educastillalamancha.es::62bb8909-ef9f-4346-8089-2f19c88e63fa" providerId="AD" clId="Web-{38D19B64-F29B-FDEE-F0D4-121B3747242A}" dt="2025-08-15T17:24:49.674" v="185" actId="20577"/>
        <pc:sldMkLst>
          <pc:docMk/>
          <pc:sldMk cId="2406594164" sldId="308"/>
        </pc:sldMkLst>
        <pc:spChg chg="mod">
          <ac:chgData name="Diego José García González" userId="S::djgg03@educastillalamancha.es::62bb8909-ef9f-4346-8089-2f19c88e63fa" providerId="AD" clId="Web-{38D19B64-F29B-FDEE-F0D4-121B3747242A}" dt="2025-08-15T17:24:49.674" v="185" actId="20577"/>
          <ac:spMkLst>
            <pc:docMk/>
            <pc:sldMk cId="2406594164" sldId="308"/>
            <ac:spMk id="3" creationId="{BD7DB311-1915-5675-5455-7307E2499DC0}"/>
          </ac:spMkLst>
        </pc:spChg>
      </pc:sldChg>
      <pc:sldChg chg="modSp add replId">
        <pc:chgData name="Diego José García González" userId="S::djgg03@educastillalamancha.es::62bb8909-ef9f-4346-8089-2f19c88e63fa" providerId="AD" clId="Web-{38D19B64-F29B-FDEE-F0D4-121B3747242A}" dt="2025-08-15T17:52:44.680" v="211" actId="20577"/>
        <pc:sldMkLst>
          <pc:docMk/>
          <pc:sldMk cId="2027159953" sldId="309"/>
        </pc:sldMkLst>
        <pc:spChg chg="mod">
          <ac:chgData name="Diego José García González" userId="S::djgg03@educastillalamancha.es::62bb8909-ef9f-4346-8089-2f19c88e63fa" providerId="AD" clId="Web-{38D19B64-F29B-FDEE-F0D4-121B3747242A}" dt="2025-08-15T17:52:44.680" v="211" actId="20577"/>
          <ac:spMkLst>
            <pc:docMk/>
            <pc:sldMk cId="2027159953" sldId="309"/>
            <ac:spMk id="3" creationId="{36BB69B7-BAF5-A75A-8C90-1D461BB4862B}"/>
          </ac:spMkLst>
        </pc:spChg>
      </pc:sldChg>
      <pc:sldChg chg="modSp add replId">
        <pc:chgData name="Diego José García González" userId="S::djgg03@educastillalamancha.es::62bb8909-ef9f-4346-8089-2f19c88e63fa" providerId="AD" clId="Web-{38D19B64-F29B-FDEE-F0D4-121B3747242A}" dt="2025-08-15T17:53:34.338" v="222" actId="20577"/>
        <pc:sldMkLst>
          <pc:docMk/>
          <pc:sldMk cId="1256590403" sldId="310"/>
        </pc:sldMkLst>
        <pc:spChg chg="mod">
          <ac:chgData name="Diego José García González" userId="S::djgg03@educastillalamancha.es::62bb8909-ef9f-4346-8089-2f19c88e63fa" providerId="AD" clId="Web-{38D19B64-F29B-FDEE-F0D4-121B3747242A}" dt="2025-08-15T17:53:34.338" v="222" actId="20577"/>
          <ac:spMkLst>
            <pc:docMk/>
            <pc:sldMk cId="1256590403" sldId="310"/>
            <ac:spMk id="3" creationId="{1183BBF2-47DB-3E21-DA47-7626C0292DB9}"/>
          </ac:spMkLst>
        </pc:spChg>
      </pc:sldChg>
      <pc:sldChg chg="modSp add replId">
        <pc:chgData name="Diego José García González" userId="S::djgg03@educastillalamancha.es::62bb8909-ef9f-4346-8089-2f19c88e63fa" providerId="AD" clId="Web-{38D19B64-F29B-FDEE-F0D4-121B3747242A}" dt="2025-08-15T17:55:09.638" v="248" actId="20577"/>
        <pc:sldMkLst>
          <pc:docMk/>
          <pc:sldMk cId="2509374078" sldId="311"/>
        </pc:sldMkLst>
        <pc:spChg chg="mod">
          <ac:chgData name="Diego José García González" userId="S::djgg03@educastillalamancha.es::62bb8909-ef9f-4346-8089-2f19c88e63fa" providerId="AD" clId="Web-{38D19B64-F29B-FDEE-F0D4-121B3747242A}" dt="2025-08-15T17:55:09.638" v="248" actId="20577"/>
          <ac:spMkLst>
            <pc:docMk/>
            <pc:sldMk cId="2509374078" sldId="311"/>
            <ac:spMk id="3" creationId="{21361D7D-C539-6388-6EBC-60E4674CBED0}"/>
          </ac:spMkLst>
        </pc:spChg>
      </pc:sldChg>
      <pc:sldChg chg="modSp add replId">
        <pc:chgData name="Diego José García González" userId="S::djgg03@educastillalamancha.es::62bb8909-ef9f-4346-8089-2f19c88e63fa" providerId="AD" clId="Web-{38D19B64-F29B-FDEE-F0D4-121B3747242A}" dt="2025-08-15T18:00:21.479" v="301" actId="20577"/>
        <pc:sldMkLst>
          <pc:docMk/>
          <pc:sldMk cId="3657029831" sldId="312"/>
        </pc:sldMkLst>
        <pc:spChg chg="mod">
          <ac:chgData name="Diego José García González" userId="S::djgg03@educastillalamancha.es::62bb8909-ef9f-4346-8089-2f19c88e63fa" providerId="AD" clId="Web-{38D19B64-F29B-FDEE-F0D4-121B3747242A}" dt="2025-08-15T18:00:21.479" v="301" actId="20577"/>
          <ac:spMkLst>
            <pc:docMk/>
            <pc:sldMk cId="3657029831" sldId="312"/>
            <ac:spMk id="3" creationId="{31CC2A53-A7D9-C245-4D90-AB92567AA6F4}"/>
          </ac:spMkLst>
        </pc:spChg>
      </pc:sldChg>
      <pc:sldChg chg="modSp add replId">
        <pc:chgData name="Diego José García González" userId="S::djgg03@educastillalamancha.es::62bb8909-ef9f-4346-8089-2f19c88e63fa" providerId="AD" clId="Web-{38D19B64-F29B-FDEE-F0D4-121B3747242A}" dt="2025-08-15T18:01:55.842" v="340" actId="20577"/>
        <pc:sldMkLst>
          <pc:docMk/>
          <pc:sldMk cId="931714026" sldId="313"/>
        </pc:sldMkLst>
        <pc:spChg chg="mod">
          <ac:chgData name="Diego José García González" userId="S::djgg03@educastillalamancha.es::62bb8909-ef9f-4346-8089-2f19c88e63fa" providerId="AD" clId="Web-{38D19B64-F29B-FDEE-F0D4-121B3747242A}" dt="2025-08-15T18:01:55.842" v="340" actId="20577"/>
          <ac:spMkLst>
            <pc:docMk/>
            <pc:sldMk cId="931714026" sldId="313"/>
            <ac:spMk id="3" creationId="{E527163F-19EF-79AB-637B-CFA0D4454BC5}"/>
          </ac:spMkLst>
        </pc:spChg>
      </pc:sldChg>
      <pc:sldChg chg="modSp add replId">
        <pc:chgData name="Diego José García González" userId="S::djgg03@educastillalamancha.es::62bb8909-ef9f-4346-8089-2f19c88e63fa" providerId="AD" clId="Web-{38D19B64-F29B-FDEE-F0D4-121B3747242A}" dt="2025-08-15T18:06:38.556" v="414" actId="20577"/>
        <pc:sldMkLst>
          <pc:docMk/>
          <pc:sldMk cId="3584045620" sldId="314"/>
        </pc:sldMkLst>
        <pc:spChg chg="mod">
          <ac:chgData name="Diego José García González" userId="S::djgg03@educastillalamancha.es::62bb8909-ef9f-4346-8089-2f19c88e63fa" providerId="AD" clId="Web-{38D19B64-F29B-FDEE-F0D4-121B3747242A}" dt="2025-08-15T18:06:38.556" v="414" actId="20577"/>
          <ac:spMkLst>
            <pc:docMk/>
            <pc:sldMk cId="3584045620" sldId="314"/>
            <ac:spMk id="3" creationId="{9BCCBCEB-9052-78F1-0C83-611A7D5200FD}"/>
          </ac:spMkLst>
        </pc:spChg>
      </pc:sldChg>
      <pc:sldChg chg="modSp add replId">
        <pc:chgData name="Diego José García González" userId="S::djgg03@educastillalamancha.es::62bb8909-ef9f-4346-8089-2f19c88e63fa" providerId="AD" clId="Web-{38D19B64-F29B-FDEE-F0D4-121B3747242A}" dt="2025-08-15T18:08:32.717" v="451" actId="20577"/>
        <pc:sldMkLst>
          <pc:docMk/>
          <pc:sldMk cId="3105951750" sldId="315"/>
        </pc:sldMkLst>
        <pc:spChg chg="mod">
          <ac:chgData name="Diego José García González" userId="S::djgg03@educastillalamancha.es::62bb8909-ef9f-4346-8089-2f19c88e63fa" providerId="AD" clId="Web-{38D19B64-F29B-FDEE-F0D4-121B3747242A}" dt="2025-08-15T18:08:32.717" v="451" actId="20577"/>
          <ac:spMkLst>
            <pc:docMk/>
            <pc:sldMk cId="3105951750" sldId="315"/>
            <ac:spMk id="3" creationId="{13E1E82B-130B-E64F-9B0A-82E31201A972}"/>
          </ac:spMkLst>
        </pc:spChg>
      </pc:sldChg>
      <pc:sldChg chg="modSp add replId">
        <pc:chgData name="Diego José García González" userId="S::djgg03@educastillalamancha.es::62bb8909-ef9f-4346-8089-2f19c88e63fa" providerId="AD" clId="Web-{38D19B64-F29B-FDEE-F0D4-121B3747242A}" dt="2025-08-15T18:09:56.141" v="479" actId="20577"/>
        <pc:sldMkLst>
          <pc:docMk/>
          <pc:sldMk cId="2819641044" sldId="316"/>
        </pc:sldMkLst>
        <pc:spChg chg="mod">
          <ac:chgData name="Diego José García González" userId="S::djgg03@educastillalamancha.es::62bb8909-ef9f-4346-8089-2f19c88e63fa" providerId="AD" clId="Web-{38D19B64-F29B-FDEE-F0D4-121B3747242A}" dt="2025-08-15T18:09:13.249" v="454" actId="20577"/>
          <ac:spMkLst>
            <pc:docMk/>
            <pc:sldMk cId="2819641044" sldId="316"/>
            <ac:spMk id="2" creationId="{1470332E-DA65-2D84-0A70-C0AA6FB87844}"/>
          </ac:spMkLst>
        </pc:spChg>
        <pc:spChg chg="mod">
          <ac:chgData name="Diego José García González" userId="S::djgg03@educastillalamancha.es::62bb8909-ef9f-4346-8089-2f19c88e63fa" providerId="AD" clId="Web-{38D19B64-F29B-FDEE-F0D4-121B3747242A}" dt="2025-08-15T18:09:56.141" v="479" actId="20577"/>
          <ac:spMkLst>
            <pc:docMk/>
            <pc:sldMk cId="2819641044" sldId="316"/>
            <ac:spMk id="3" creationId="{5FC171F7-63B2-1FDB-A2C3-E215A4A8D383}"/>
          </ac:spMkLst>
        </pc:spChg>
      </pc:sldChg>
      <pc:sldChg chg="modSp add replId">
        <pc:chgData name="Diego José García González" userId="S::djgg03@educastillalamancha.es::62bb8909-ef9f-4346-8089-2f19c88e63fa" providerId="AD" clId="Web-{38D19B64-F29B-FDEE-F0D4-121B3747242A}" dt="2025-08-15T18:10:49.159" v="507" actId="20577"/>
        <pc:sldMkLst>
          <pc:docMk/>
          <pc:sldMk cId="987575071" sldId="317"/>
        </pc:sldMkLst>
        <pc:spChg chg="mod">
          <ac:chgData name="Diego José García González" userId="S::djgg03@educastillalamancha.es::62bb8909-ef9f-4346-8089-2f19c88e63fa" providerId="AD" clId="Web-{38D19B64-F29B-FDEE-F0D4-121B3747242A}" dt="2025-08-15T18:10:49.159" v="507" actId="20577"/>
          <ac:spMkLst>
            <pc:docMk/>
            <pc:sldMk cId="987575071" sldId="317"/>
            <ac:spMk id="3" creationId="{F0C677A1-2D68-2FC0-6DC4-D27FCB68F665}"/>
          </ac:spMkLst>
        </pc:spChg>
      </pc:sldChg>
      <pc:sldChg chg="modSp add replId">
        <pc:chgData name="Diego José García González" userId="S::djgg03@educastillalamancha.es::62bb8909-ef9f-4346-8089-2f19c88e63fa" providerId="AD" clId="Web-{38D19B64-F29B-FDEE-F0D4-121B3747242A}" dt="2025-08-15T18:11:54.192" v="535" actId="20577"/>
        <pc:sldMkLst>
          <pc:docMk/>
          <pc:sldMk cId="4157766574" sldId="318"/>
        </pc:sldMkLst>
        <pc:spChg chg="mod">
          <ac:chgData name="Diego José García González" userId="S::djgg03@educastillalamancha.es::62bb8909-ef9f-4346-8089-2f19c88e63fa" providerId="AD" clId="Web-{38D19B64-F29B-FDEE-F0D4-121B3747242A}" dt="2025-08-15T18:11:54.192" v="535" actId="20577"/>
          <ac:spMkLst>
            <pc:docMk/>
            <pc:sldMk cId="4157766574" sldId="318"/>
            <ac:spMk id="3" creationId="{34221A4B-563A-9A77-C309-25322FA11D43}"/>
          </ac:spMkLst>
        </pc:spChg>
      </pc:sldChg>
      <pc:sldChg chg="modSp add replId">
        <pc:chgData name="Diego José García González" userId="S::djgg03@educastillalamancha.es::62bb8909-ef9f-4346-8089-2f19c88e63fa" providerId="AD" clId="Web-{38D19B64-F29B-FDEE-F0D4-121B3747242A}" dt="2025-08-15T18:14:54.058" v="554" actId="20577"/>
        <pc:sldMkLst>
          <pc:docMk/>
          <pc:sldMk cId="1366276116" sldId="319"/>
        </pc:sldMkLst>
      </pc:sldChg>
      <pc:sldChg chg="modSp add replId">
        <pc:chgData name="Diego José García González" userId="S::djgg03@educastillalamancha.es::62bb8909-ef9f-4346-8089-2f19c88e63fa" providerId="AD" clId="Web-{38D19B64-F29B-FDEE-F0D4-121B3747242A}" dt="2025-08-15T18:17:04.250" v="598" actId="20577"/>
        <pc:sldMkLst>
          <pc:docMk/>
          <pc:sldMk cId="2339566335" sldId="320"/>
        </pc:sldMkLst>
        <pc:spChg chg="mod">
          <ac:chgData name="Diego José García González" userId="S::djgg03@educastillalamancha.es::62bb8909-ef9f-4346-8089-2f19c88e63fa" providerId="AD" clId="Web-{38D19B64-F29B-FDEE-F0D4-121B3747242A}" dt="2025-08-15T18:17:04.250" v="598" actId="20577"/>
          <ac:spMkLst>
            <pc:docMk/>
            <pc:sldMk cId="2339566335" sldId="320"/>
            <ac:spMk id="3" creationId="{E6EED1C0-31E2-40DD-1FE9-EEC8AECEB0AB}"/>
          </ac:spMkLst>
        </pc:spChg>
      </pc:sldChg>
      <pc:sldChg chg="modSp add replId">
        <pc:chgData name="Diego José García González" userId="S::djgg03@educastillalamancha.es::62bb8909-ef9f-4346-8089-2f19c88e63fa" providerId="AD" clId="Web-{38D19B64-F29B-FDEE-F0D4-121B3747242A}" dt="2025-08-15T18:18:01.970" v="625" actId="20577"/>
        <pc:sldMkLst>
          <pc:docMk/>
          <pc:sldMk cId="547561883" sldId="321"/>
        </pc:sldMkLst>
      </pc:sldChg>
      <pc:sldChg chg="modSp add replId">
        <pc:chgData name="Diego José García González" userId="S::djgg03@educastillalamancha.es::62bb8909-ef9f-4346-8089-2f19c88e63fa" providerId="AD" clId="Web-{38D19B64-F29B-FDEE-F0D4-121B3747242A}" dt="2025-08-15T18:23:48.453" v="711" actId="20577"/>
        <pc:sldMkLst>
          <pc:docMk/>
          <pc:sldMk cId="2064273071" sldId="322"/>
        </pc:sldMkLst>
        <pc:spChg chg="mod">
          <ac:chgData name="Diego José García González" userId="S::djgg03@educastillalamancha.es::62bb8909-ef9f-4346-8089-2f19c88e63fa" providerId="AD" clId="Web-{38D19B64-F29B-FDEE-F0D4-121B3747242A}" dt="2025-08-15T18:23:48.453" v="711" actId="20577"/>
          <ac:spMkLst>
            <pc:docMk/>
            <pc:sldMk cId="2064273071" sldId="322"/>
            <ac:spMk id="3" creationId="{CC4248CE-9FF6-5549-C052-4E683B473E48}"/>
          </ac:spMkLst>
        </pc:spChg>
      </pc:sldChg>
      <pc:sldChg chg="modSp add replId">
        <pc:chgData name="Diego José García González" userId="S::djgg03@educastillalamancha.es::62bb8909-ef9f-4346-8089-2f19c88e63fa" providerId="AD" clId="Web-{38D19B64-F29B-FDEE-F0D4-121B3747242A}" dt="2025-08-15T18:25:44.863" v="748" actId="20577"/>
        <pc:sldMkLst>
          <pc:docMk/>
          <pc:sldMk cId="4095879032" sldId="323"/>
        </pc:sldMkLst>
      </pc:sldChg>
      <pc:sldChg chg="modSp add replId">
        <pc:chgData name="Diego José García González" userId="S::djgg03@educastillalamancha.es::62bb8909-ef9f-4346-8089-2f19c88e63fa" providerId="AD" clId="Web-{38D19B64-F29B-FDEE-F0D4-121B3747242A}" dt="2025-08-15T18:29:53.059" v="844" actId="20577"/>
        <pc:sldMkLst>
          <pc:docMk/>
          <pc:sldMk cId="1131657292" sldId="324"/>
        </pc:sldMkLst>
        <pc:spChg chg="mod">
          <ac:chgData name="Diego José García González" userId="S::djgg03@educastillalamancha.es::62bb8909-ef9f-4346-8089-2f19c88e63fa" providerId="AD" clId="Web-{38D19B64-F29B-FDEE-F0D4-121B3747242A}" dt="2025-08-15T18:29:53.059" v="844" actId="20577"/>
          <ac:spMkLst>
            <pc:docMk/>
            <pc:sldMk cId="1131657292" sldId="324"/>
            <ac:spMk id="3" creationId="{9A92E26A-6A8D-7076-13B3-879AF297D4A8}"/>
          </ac:spMkLst>
        </pc:spChg>
      </pc:sldChg>
      <pc:sldChg chg="modSp add replId">
        <pc:chgData name="Diego José García González" userId="S::djgg03@educastillalamancha.es::62bb8909-ef9f-4346-8089-2f19c88e63fa" providerId="AD" clId="Web-{38D19B64-F29B-FDEE-F0D4-121B3747242A}" dt="2025-08-15T18:31:34.610" v="872" actId="20577"/>
        <pc:sldMkLst>
          <pc:docMk/>
          <pc:sldMk cId="2630544321" sldId="325"/>
        </pc:sldMkLst>
      </pc:sldChg>
      <pc:sldChg chg="modSp add replId">
        <pc:chgData name="Diego José García González" userId="S::djgg03@educastillalamancha.es::62bb8909-ef9f-4346-8089-2f19c88e63fa" providerId="AD" clId="Web-{38D19B64-F29B-FDEE-F0D4-121B3747242A}" dt="2025-08-15T18:34:25.209" v="937" actId="20577"/>
        <pc:sldMkLst>
          <pc:docMk/>
          <pc:sldMk cId="3393671233" sldId="326"/>
        </pc:sldMkLst>
        <pc:spChg chg="mod">
          <ac:chgData name="Diego José García González" userId="S::djgg03@educastillalamancha.es::62bb8909-ef9f-4346-8089-2f19c88e63fa" providerId="AD" clId="Web-{38D19B64-F29B-FDEE-F0D4-121B3747242A}" dt="2025-08-15T18:34:25.209" v="937" actId="20577"/>
          <ac:spMkLst>
            <pc:docMk/>
            <pc:sldMk cId="3393671233" sldId="326"/>
            <ac:spMk id="3" creationId="{DA9E1412-7607-E3B4-82CB-B6D63BBDF40C}"/>
          </ac:spMkLst>
        </pc:spChg>
      </pc:sldChg>
      <pc:sldChg chg="modSp add replId">
        <pc:chgData name="Diego José García González" userId="S::djgg03@educastillalamancha.es::62bb8909-ef9f-4346-8089-2f19c88e63fa" providerId="AD" clId="Web-{38D19B64-F29B-FDEE-F0D4-121B3747242A}" dt="2025-08-15T18:35:59.744" v="978" actId="20577"/>
        <pc:sldMkLst>
          <pc:docMk/>
          <pc:sldMk cId="1277454318" sldId="327"/>
        </pc:sldMkLst>
      </pc:sldChg>
      <pc:sldChg chg="modSp add replId">
        <pc:chgData name="Diego José García González" userId="S::djgg03@educastillalamancha.es::62bb8909-ef9f-4346-8089-2f19c88e63fa" providerId="AD" clId="Web-{38D19B64-F29B-FDEE-F0D4-121B3747242A}" dt="2025-08-15T18:38:35.908" v="1035" actId="20577"/>
        <pc:sldMkLst>
          <pc:docMk/>
          <pc:sldMk cId="214075724" sldId="328"/>
        </pc:sldMkLst>
        <pc:spChg chg="mod">
          <ac:chgData name="Diego José García González" userId="S::djgg03@educastillalamancha.es::62bb8909-ef9f-4346-8089-2f19c88e63fa" providerId="AD" clId="Web-{38D19B64-F29B-FDEE-F0D4-121B3747242A}" dt="2025-08-15T18:38:35.908" v="1035" actId="20577"/>
          <ac:spMkLst>
            <pc:docMk/>
            <pc:sldMk cId="214075724" sldId="328"/>
            <ac:spMk id="3" creationId="{8592ED9D-80AE-2727-F91F-E48D0B8BFED5}"/>
          </ac:spMkLst>
        </pc:spChg>
      </pc:sldChg>
      <pc:sldChg chg="modSp add replId">
        <pc:chgData name="Diego José García González" userId="S::djgg03@educastillalamancha.es::62bb8909-ef9f-4346-8089-2f19c88e63fa" providerId="AD" clId="Web-{38D19B64-F29B-FDEE-F0D4-121B3747242A}" dt="2025-08-15T18:39:21.894" v="1059" actId="20577"/>
        <pc:sldMkLst>
          <pc:docMk/>
          <pc:sldMk cId="3260231438" sldId="329"/>
        </pc:sldMkLst>
        <pc:spChg chg="mod">
          <ac:chgData name="Diego José García González" userId="S::djgg03@educastillalamancha.es::62bb8909-ef9f-4346-8089-2f19c88e63fa" providerId="AD" clId="Web-{38D19B64-F29B-FDEE-F0D4-121B3747242A}" dt="2025-08-15T18:39:21.894" v="1059" actId="20577"/>
          <ac:spMkLst>
            <pc:docMk/>
            <pc:sldMk cId="3260231438" sldId="329"/>
            <ac:spMk id="3" creationId="{F281AB2A-920A-E593-CA93-34FB503E79DC}"/>
          </ac:spMkLst>
        </pc:spChg>
      </pc:sldChg>
      <pc:sldChg chg="modSp add replId">
        <pc:chgData name="Diego José García González" userId="S::djgg03@educastillalamancha.es::62bb8909-ef9f-4346-8089-2f19c88e63fa" providerId="AD" clId="Web-{38D19B64-F29B-FDEE-F0D4-121B3747242A}" dt="2025-08-15T18:41:15.289" v="1087" actId="20577"/>
        <pc:sldMkLst>
          <pc:docMk/>
          <pc:sldMk cId="2912536661" sldId="330"/>
        </pc:sldMkLst>
      </pc:sldChg>
      <pc:sldChg chg="modSp add replId">
        <pc:chgData name="Diego José García González" userId="S::djgg03@educastillalamancha.es::62bb8909-ef9f-4346-8089-2f19c88e63fa" providerId="AD" clId="Web-{38D19B64-F29B-FDEE-F0D4-121B3747242A}" dt="2025-08-15T18:43:14.559" v="1123" actId="20577"/>
        <pc:sldMkLst>
          <pc:docMk/>
          <pc:sldMk cId="824271460" sldId="331"/>
        </pc:sldMkLst>
        <pc:spChg chg="mod">
          <ac:chgData name="Diego José García González" userId="S::djgg03@educastillalamancha.es::62bb8909-ef9f-4346-8089-2f19c88e63fa" providerId="AD" clId="Web-{38D19B64-F29B-FDEE-F0D4-121B3747242A}" dt="2025-08-15T18:43:14.559" v="1123" actId="20577"/>
          <ac:spMkLst>
            <pc:docMk/>
            <pc:sldMk cId="824271460" sldId="331"/>
            <ac:spMk id="3" creationId="{567B58A6-D7B1-B1A0-C499-F25B13313FD1}"/>
          </ac:spMkLst>
        </pc:spChg>
      </pc:sldChg>
      <pc:sldChg chg="modSp add replId">
        <pc:chgData name="Diego José García González" userId="S::djgg03@educastillalamancha.es::62bb8909-ef9f-4346-8089-2f19c88e63fa" providerId="AD" clId="Web-{38D19B64-F29B-FDEE-F0D4-121B3747242A}" dt="2025-08-15T18:45:50.002" v="1160" actId="20577"/>
        <pc:sldMkLst>
          <pc:docMk/>
          <pc:sldMk cId="2068844732" sldId="332"/>
        </pc:sldMkLst>
        <pc:spChg chg="mod">
          <ac:chgData name="Diego José García González" userId="S::djgg03@educastillalamancha.es::62bb8909-ef9f-4346-8089-2f19c88e63fa" providerId="AD" clId="Web-{38D19B64-F29B-FDEE-F0D4-121B3747242A}" dt="2025-08-15T18:45:50.002" v="1160" actId="20577"/>
          <ac:spMkLst>
            <pc:docMk/>
            <pc:sldMk cId="2068844732" sldId="332"/>
            <ac:spMk id="3" creationId="{68081E3C-25B4-983E-1626-0B28965FA0CD}"/>
          </ac:spMkLst>
        </pc:spChg>
      </pc:sldChg>
      <pc:sldChg chg="modSp add replId">
        <pc:chgData name="Diego José García González" userId="S::djgg03@educastillalamancha.es::62bb8909-ef9f-4346-8089-2f19c88e63fa" providerId="AD" clId="Web-{38D19B64-F29B-FDEE-F0D4-121B3747242A}" dt="2025-08-15T18:47:57.272" v="1198" actId="20577"/>
        <pc:sldMkLst>
          <pc:docMk/>
          <pc:sldMk cId="2041575309" sldId="333"/>
        </pc:sldMkLst>
      </pc:sldChg>
      <pc:sldChg chg="modSp add replId">
        <pc:chgData name="Diego José García González" userId="S::djgg03@educastillalamancha.es::62bb8909-ef9f-4346-8089-2f19c88e63fa" providerId="AD" clId="Web-{38D19B64-F29B-FDEE-F0D4-121B3747242A}" dt="2025-08-15T19:05:13.168" v="1557" actId="20577"/>
        <pc:sldMkLst>
          <pc:docMk/>
          <pc:sldMk cId="335094048" sldId="334"/>
        </pc:sldMkLst>
        <pc:spChg chg="mod">
          <ac:chgData name="Diego José García González" userId="S::djgg03@educastillalamancha.es::62bb8909-ef9f-4346-8089-2f19c88e63fa" providerId="AD" clId="Web-{38D19B64-F29B-FDEE-F0D4-121B3747242A}" dt="2025-08-15T19:05:13.168" v="1557" actId="20577"/>
          <ac:spMkLst>
            <pc:docMk/>
            <pc:sldMk cId="335094048" sldId="334"/>
            <ac:spMk id="3" creationId="{81FA8C8E-07AC-75C9-04A3-BA76E79F70F1}"/>
          </ac:spMkLst>
        </pc:spChg>
      </pc:sldChg>
      <pc:sldChg chg="modSp add replId">
        <pc:chgData name="Diego José García González" userId="S::djgg03@educastillalamancha.es::62bb8909-ef9f-4346-8089-2f19c88e63fa" providerId="AD" clId="Web-{38D19B64-F29B-FDEE-F0D4-121B3747242A}" dt="2025-08-15T18:54:02.613" v="1317" actId="20577"/>
        <pc:sldMkLst>
          <pc:docMk/>
          <pc:sldMk cId="171718527" sldId="335"/>
        </pc:sldMkLst>
        <pc:spChg chg="mod">
          <ac:chgData name="Diego José García González" userId="S::djgg03@educastillalamancha.es::62bb8909-ef9f-4346-8089-2f19c88e63fa" providerId="AD" clId="Web-{38D19B64-F29B-FDEE-F0D4-121B3747242A}" dt="2025-08-15T18:48:55.789" v="1205" actId="20577"/>
          <ac:spMkLst>
            <pc:docMk/>
            <pc:sldMk cId="171718527" sldId="335"/>
            <ac:spMk id="2" creationId="{4DF397B9-609E-2272-7389-1D81149FC2A2}"/>
          </ac:spMkLst>
        </pc:spChg>
        <pc:spChg chg="mod">
          <ac:chgData name="Diego José García González" userId="S::djgg03@educastillalamancha.es::62bb8909-ef9f-4346-8089-2f19c88e63fa" providerId="AD" clId="Web-{38D19B64-F29B-FDEE-F0D4-121B3747242A}" dt="2025-08-15T18:54:02.613" v="1317" actId="20577"/>
          <ac:spMkLst>
            <pc:docMk/>
            <pc:sldMk cId="171718527" sldId="335"/>
            <ac:spMk id="3" creationId="{031B5AF7-8F88-7660-2AC5-F7FCB7A2FC98}"/>
          </ac:spMkLst>
        </pc:spChg>
      </pc:sldChg>
      <pc:sldChg chg="modSp add replId">
        <pc:chgData name="Diego José García González" userId="S::djgg03@educastillalamancha.es::62bb8909-ef9f-4346-8089-2f19c88e63fa" providerId="AD" clId="Web-{38D19B64-F29B-FDEE-F0D4-121B3747242A}" dt="2025-08-15T18:59:44.438" v="1434" actId="20577"/>
        <pc:sldMkLst>
          <pc:docMk/>
          <pc:sldMk cId="4103491508" sldId="336"/>
        </pc:sldMkLst>
        <pc:spChg chg="mod">
          <ac:chgData name="Diego José García González" userId="S::djgg03@educastillalamancha.es::62bb8909-ef9f-4346-8089-2f19c88e63fa" providerId="AD" clId="Web-{38D19B64-F29B-FDEE-F0D4-121B3747242A}" dt="2025-08-15T18:59:44.438" v="1434" actId="20577"/>
          <ac:spMkLst>
            <pc:docMk/>
            <pc:sldMk cId="4103491508" sldId="336"/>
            <ac:spMk id="2" creationId="{CFB64EEA-405D-3EEA-3B04-2E59B157F9F5}"/>
          </ac:spMkLst>
        </pc:spChg>
        <pc:spChg chg="mod">
          <ac:chgData name="Diego José García González" userId="S::djgg03@educastillalamancha.es::62bb8909-ef9f-4346-8089-2f19c88e63fa" providerId="AD" clId="Web-{38D19B64-F29B-FDEE-F0D4-121B3747242A}" dt="2025-08-15T18:56:29.666" v="1397" actId="20577"/>
          <ac:spMkLst>
            <pc:docMk/>
            <pc:sldMk cId="4103491508" sldId="336"/>
            <ac:spMk id="3" creationId="{4AE5FC0F-60D2-3BC0-F04C-93BA40F35297}"/>
          </ac:spMkLst>
        </pc:spChg>
      </pc:sldChg>
      <pc:sldChg chg="modSp add replId">
        <pc:chgData name="Diego José García González" userId="S::djgg03@educastillalamancha.es::62bb8909-ef9f-4346-8089-2f19c88e63fa" providerId="AD" clId="Web-{38D19B64-F29B-FDEE-F0D4-121B3747242A}" dt="2025-08-15T18:50:35.308" v="1253" actId="20577"/>
        <pc:sldMkLst>
          <pc:docMk/>
          <pc:sldMk cId="3230303954" sldId="337"/>
        </pc:sldMkLst>
        <pc:spChg chg="mod">
          <ac:chgData name="Diego José García González" userId="S::djgg03@educastillalamancha.es::62bb8909-ef9f-4346-8089-2f19c88e63fa" providerId="AD" clId="Web-{38D19B64-F29B-FDEE-F0D4-121B3747242A}" dt="2025-08-15T18:50:35.308" v="1253" actId="20577"/>
          <ac:spMkLst>
            <pc:docMk/>
            <pc:sldMk cId="3230303954" sldId="337"/>
            <ac:spMk id="3" creationId="{A4C10D9F-BD6C-38F4-CA43-C6A9D05C55DD}"/>
          </ac:spMkLst>
        </pc:spChg>
      </pc:sldChg>
      <pc:sldChg chg="modSp add replId">
        <pc:chgData name="Diego José García González" userId="S::djgg03@educastillalamancha.es::62bb8909-ef9f-4346-8089-2f19c88e63fa" providerId="AD" clId="Web-{38D19B64-F29B-FDEE-F0D4-121B3747242A}" dt="2025-08-15T18:51:31.544" v="1267" actId="20577"/>
        <pc:sldMkLst>
          <pc:docMk/>
          <pc:sldMk cId="2328834899" sldId="338"/>
        </pc:sldMkLst>
        <pc:spChg chg="mod">
          <ac:chgData name="Diego José García González" userId="S::djgg03@educastillalamancha.es::62bb8909-ef9f-4346-8089-2f19c88e63fa" providerId="AD" clId="Web-{38D19B64-F29B-FDEE-F0D4-121B3747242A}" dt="2025-08-15T18:51:31.544" v="1267" actId="20577"/>
          <ac:spMkLst>
            <pc:docMk/>
            <pc:sldMk cId="2328834899" sldId="338"/>
            <ac:spMk id="3" creationId="{844997D8-086E-6EBD-8740-946CB1CC1AE6}"/>
          </ac:spMkLst>
        </pc:spChg>
      </pc:sldChg>
      <pc:sldChg chg="modSp add replId">
        <pc:chgData name="Diego José García González" userId="S::djgg03@educastillalamancha.es::62bb8909-ef9f-4346-8089-2f19c88e63fa" providerId="AD" clId="Web-{38D19B64-F29B-FDEE-F0D4-121B3747242A}" dt="2025-08-15T18:52:57.220" v="1299" actId="20577"/>
        <pc:sldMkLst>
          <pc:docMk/>
          <pc:sldMk cId="2476758550" sldId="339"/>
        </pc:sldMkLst>
      </pc:sldChg>
      <pc:sldChg chg="modSp add replId">
        <pc:chgData name="Diego José García González" userId="S::djgg03@educastillalamancha.es::62bb8909-ef9f-4346-8089-2f19c88e63fa" providerId="AD" clId="Web-{38D19B64-F29B-FDEE-F0D4-121B3747242A}" dt="2025-08-15T18:54:56.100" v="1348" actId="20577"/>
        <pc:sldMkLst>
          <pc:docMk/>
          <pc:sldMk cId="293122866" sldId="340"/>
        </pc:sldMkLst>
        <pc:spChg chg="mod">
          <ac:chgData name="Diego José García González" userId="S::djgg03@educastillalamancha.es::62bb8909-ef9f-4346-8089-2f19c88e63fa" providerId="AD" clId="Web-{38D19B64-F29B-FDEE-F0D4-121B3747242A}" dt="2025-08-15T18:54:56.100" v="1348" actId="20577"/>
          <ac:spMkLst>
            <pc:docMk/>
            <pc:sldMk cId="293122866" sldId="340"/>
            <ac:spMk id="3" creationId="{89E8D7B8-BE54-8296-90CA-DE16BF4E697E}"/>
          </ac:spMkLst>
        </pc:spChg>
      </pc:sldChg>
      <pc:sldChg chg="modSp add replId">
        <pc:chgData name="Diego José García González" userId="S::djgg03@educastillalamancha.es::62bb8909-ef9f-4346-8089-2f19c88e63fa" providerId="AD" clId="Web-{38D19B64-F29B-FDEE-F0D4-121B3747242A}" dt="2025-08-15T18:55:42.851" v="1381" actId="20577"/>
        <pc:sldMkLst>
          <pc:docMk/>
          <pc:sldMk cId="2217577293" sldId="341"/>
        </pc:sldMkLst>
        <pc:spChg chg="mod">
          <ac:chgData name="Diego José García González" userId="S::djgg03@educastillalamancha.es::62bb8909-ef9f-4346-8089-2f19c88e63fa" providerId="AD" clId="Web-{38D19B64-F29B-FDEE-F0D4-121B3747242A}" dt="2025-08-15T18:55:42.851" v="1381" actId="20577"/>
          <ac:spMkLst>
            <pc:docMk/>
            <pc:sldMk cId="2217577293" sldId="341"/>
            <ac:spMk id="3" creationId="{D5082E98-F8A7-2684-3BFA-7617E910B5FF}"/>
          </ac:spMkLst>
        </pc:spChg>
      </pc:sldChg>
      <pc:sldChg chg="modSp add replId">
        <pc:chgData name="Diego José García González" userId="S::djgg03@educastillalamancha.es::62bb8909-ef9f-4346-8089-2f19c88e63fa" providerId="AD" clId="Web-{38D19B64-F29B-FDEE-F0D4-121B3747242A}" dt="2025-08-15T18:59:48.392" v="1436" actId="20577"/>
        <pc:sldMkLst>
          <pc:docMk/>
          <pc:sldMk cId="854032660" sldId="342"/>
        </pc:sldMkLst>
      </pc:sldChg>
      <pc:sldChg chg="modSp add replId">
        <pc:chgData name="Diego José García González" userId="S::djgg03@educastillalamancha.es::62bb8909-ef9f-4346-8089-2f19c88e63fa" providerId="AD" clId="Web-{38D19B64-F29B-FDEE-F0D4-121B3747242A}" dt="2025-08-15T19:00:21.424" v="1452" actId="20577"/>
        <pc:sldMkLst>
          <pc:docMk/>
          <pc:sldMk cId="4134223458" sldId="343"/>
        </pc:sldMkLst>
        <pc:spChg chg="mod">
          <ac:chgData name="Diego José García González" userId="S::djgg03@educastillalamancha.es::62bb8909-ef9f-4346-8089-2f19c88e63fa" providerId="AD" clId="Web-{38D19B64-F29B-FDEE-F0D4-121B3747242A}" dt="2025-08-15T19:00:21.424" v="1452" actId="20577"/>
          <ac:spMkLst>
            <pc:docMk/>
            <pc:sldMk cId="4134223458" sldId="343"/>
            <ac:spMk id="3" creationId="{CA29E687-A807-ACB4-A384-63564A410257}"/>
          </ac:spMkLst>
        </pc:spChg>
      </pc:sldChg>
      <pc:sldChg chg="modSp add replId">
        <pc:chgData name="Diego José García González" userId="S::djgg03@educastillalamancha.es::62bb8909-ef9f-4346-8089-2f19c88e63fa" providerId="AD" clId="Web-{38D19B64-F29B-FDEE-F0D4-121B3747242A}" dt="2025-08-15T19:01:07.129" v="1474" actId="20577"/>
        <pc:sldMkLst>
          <pc:docMk/>
          <pc:sldMk cId="3631868169" sldId="344"/>
        </pc:sldMkLst>
        <pc:spChg chg="mod">
          <ac:chgData name="Diego José García González" userId="S::djgg03@educastillalamancha.es::62bb8909-ef9f-4346-8089-2f19c88e63fa" providerId="AD" clId="Web-{38D19B64-F29B-FDEE-F0D4-121B3747242A}" dt="2025-08-15T19:01:07.129" v="1474" actId="20577"/>
          <ac:spMkLst>
            <pc:docMk/>
            <pc:sldMk cId="3631868169" sldId="344"/>
            <ac:spMk id="3" creationId="{3CB7FD35-2C4C-AB24-5A97-5AE04F73F73A}"/>
          </ac:spMkLst>
        </pc:spChg>
      </pc:sldChg>
      <pc:sldChg chg="modSp add replId">
        <pc:chgData name="Diego José García González" userId="S::djgg03@educastillalamancha.es::62bb8909-ef9f-4346-8089-2f19c88e63fa" providerId="AD" clId="Web-{38D19B64-F29B-FDEE-F0D4-121B3747242A}" dt="2025-08-15T19:01:50.380" v="1502" actId="20577"/>
        <pc:sldMkLst>
          <pc:docMk/>
          <pc:sldMk cId="1855162570" sldId="345"/>
        </pc:sldMkLst>
        <pc:spChg chg="mod">
          <ac:chgData name="Diego José García González" userId="S::djgg03@educastillalamancha.es::62bb8909-ef9f-4346-8089-2f19c88e63fa" providerId="AD" clId="Web-{38D19B64-F29B-FDEE-F0D4-121B3747242A}" dt="2025-08-15T19:01:50.380" v="1502" actId="20577"/>
          <ac:spMkLst>
            <pc:docMk/>
            <pc:sldMk cId="1855162570" sldId="345"/>
            <ac:spMk id="3" creationId="{CF4A768D-7A9A-0690-AD7C-7C72D3EB34B4}"/>
          </ac:spMkLst>
        </pc:spChg>
      </pc:sldChg>
      <pc:sldChg chg="modSp add replId">
        <pc:chgData name="Diego José García González" userId="S::djgg03@educastillalamancha.es::62bb8909-ef9f-4346-8089-2f19c88e63fa" providerId="AD" clId="Web-{38D19B64-F29B-FDEE-F0D4-121B3747242A}" dt="2025-08-15T19:04:24.307" v="1539" actId="20577"/>
        <pc:sldMkLst>
          <pc:docMk/>
          <pc:sldMk cId="1799904113" sldId="346"/>
        </pc:sldMkLst>
      </pc:sldChg>
      <pc:sldChg chg="modSp add replId">
        <pc:chgData name="Diego José García González" userId="S::djgg03@educastillalamancha.es::62bb8909-ef9f-4346-8089-2f19c88e63fa" providerId="AD" clId="Web-{38D19B64-F29B-FDEE-F0D4-121B3747242A}" dt="2025-08-15T19:07:24.548" v="1608" actId="20577"/>
        <pc:sldMkLst>
          <pc:docMk/>
          <pc:sldMk cId="525465388" sldId="347"/>
        </pc:sldMkLst>
        <pc:spChg chg="mod">
          <ac:chgData name="Diego José García González" userId="S::djgg03@educastillalamancha.es::62bb8909-ef9f-4346-8089-2f19c88e63fa" providerId="AD" clId="Web-{38D19B64-F29B-FDEE-F0D4-121B3747242A}" dt="2025-08-15T19:07:24.548" v="1608" actId="20577"/>
          <ac:spMkLst>
            <pc:docMk/>
            <pc:sldMk cId="525465388" sldId="347"/>
            <ac:spMk id="3" creationId="{1AC17D3F-7681-30B0-18EE-01CBB593006A}"/>
          </ac:spMkLst>
        </pc:spChg>
      </pc:sldChg>
      <pc:sldChg chg="modSp add replId">
        <pc:chgData name="Diego José García González" userId="S::djgg03@educastillalamancha.es::62bb8909-ef9f-4346-8089-2f19c88e63fa" providerId="AD" clId="Web-{38D19B64-F29B-FDEE-F0D4-121B3747242A}" dt="2025-08-15T19:08:49.785" v="1634" actId="20577"/>
        <pc:sldMkLst>
          <pc:docMk/>
          <pc:sldMk cId="1316756119" sldId="348"/>
        </pc:sldMkLst>
        <pc:spChg chg="mod">
          <ac:chgData name="Diego José García González" userId="S::djgg03@educastillalamancha.es::62bb8909-ef9f-4346-8089-2f19c88e63fa" providerId="AD" clId="Web-{38D19B64-F29B-FDEE-F0D4-121B3747242A}" dt="2025-08-15T19:08:49.785" v="1634" actId="20577"/>
          <ac:spMkLst>
            <pc:docMk/>
            <pc:sldMk cId="1316756119" sldId="348"/>
            <ac:spMk id="3" creationId="{25A06F6F-490D-C73B-0C74-5C67B7C3F4A8}"/>
          </ac:spMkLst>
        </pc:spChg>
      </pc:sldChg>
      <pc:sldChg chg="modSp add replId">
        <pc:chgData name="Diego José García González" userId="S::djgg03@educastillalamancha.es::62bb8909-ef9f-4346-8089-2f19c88e63fa" providerId="AD" clId="Web-{38D19B64-F29B-FDEE-F0D4-121B3747242A}" dt="2025-08-15T19:09:53.897" v="1676" actId="20577"/>
        <pc:sldMkLst>
          <pc:docMk/>
          <pc:sldMk cId="2236177651" sldId="349"/>
        </pc:sldMkLst>
        <pc:spChg chg="mod">
          <ac:chgData name="Diego José García González" userId="S::djgg03@educastillalamancha.es::62bb8909-ef9f-4346-8089-2f19c88e63fa" providerId="AD" clId="Web-{38D19B64-F29B-FDEE-F0D4-121B3747242A}" dt="2025-08-15T19:09:53.897" v="1676" actId="20577"/>
          <ac:spMkLst>
            <pc:docMk/>
            <pc:sldMk cId="2236177651" sldId="349"/>
            <ac:spMk id="3" creationId="{ACB68571-92B6-1560-C86F-ACBDA0BC9773}"/>
          </ac:spMkLst>
        </pc:spChg>
      </pc:sldChg>
      <pc:sldChg chg="modSp add replId">
        <pc:chgData name="Diego José García González" userId="S::djgg03@educastillalamancha.es::62bb8909-ef9f-4346-8089-2f19c88e63fa" providerId="AD" clId="Web-{38D19B64-F29B-FDEE-F0D4-121B3747242A}" dt="2025-08-15T19:10:53.353" v="1711" actId="20577"/>
        <pc:sldMkLst>
          <pc:docMk/>
          <pc:sldMk cId="2598124717" sldId="350"/>
        </pc:sldMkLst>
      </pc:sldChg>
      <pc:sldChg chg="modSp add replId">
        <pc:chgData name="Diego José García González" userId="S::djgg03@educastillalamancha.es::62bb8909-ef9f-4346-8089-2f19c88e63fa" providerId="AD" clId="Web-{38D19B64-F29B-FDEE-F0D4-121B3747242A}" dt="2025-08-15T19:15:19.160" v="1785" actId="20577"/>
        <pc:sldMkLst>
          <pc:docMk/>
          <pc:sldMk cId="1479683499" sldId="351"/>
        </pc:sldMkLst>
        <pc:spChg chg="mod">
          <ac:chgData name="Diego José García González" userId="S::djgg03@educastillalamancha.es::62bb8909-ef9f-4346-8089-2f19c88e63fa" providerId="AD" clId="Web-{38D19B64-F29B-FDEE-F0D4-121B3747242A}" dt="2025-08-15T19:15:19.160" v="1785" actId="20577"/>
          <ac:spMkLst>
            <pc:docMk/>
            <pc:sldMk cId="1479683499" sldId="351"/>
            <ac:spMk id="3" creationId="{C0956FC4-DAB7-8335-7BB4-BD2D11A64AB4}"/>
          </ac:spMkLst>
        </pc:spChg>
      </pc:sldChg>
      <pc:sldChg chg="modSp add replId">
        <pc:chgData name="Diego José García González" userId="S::djgg03@educastillalamancha.es::62bb8909-ef9f-4346-8089-2f19c88e63fa" providerId="AD" clId="Web-{38D19B64-F29B-FDEE-F0D4-121B3747242A}" dt="2025-08-15T19:17:00.116" v="1828" actId="20577"/>
        <pc:sldMkLst>
          <pc:docMk/>
          <pc:sldMk cId="2049332741" sldId="352"/>
        </pc:sldMkLst>
      </pc:sldChg>
      <pc:sldChg chg="modSp add replId">
        <pc:chgData name="Diego José García González" userId="S::djgg03@educastillalamancha.es::62bb8909-ef9f-4346-8089-2f19c88e63fa" providerId="AD" clId="Web-{38D19B64-F29B-FDEE-F0D4-121B3747242A}" dt="2025-08-15T19:24:11.366" v="1961" actId="20577"/>
        <pc:sldMkLst>
          <pc:docMk/>
          <pc:sldMk cId="2722921917" sldId="353"/>
        </pc:sldMkLst>
        <pc:spChg chg="mod">
          <ac:chgData name="Diego José García González" userId="S::djgg03@educastillalamancha.es::62bb8909-ef9f-4346-8089-2f19c88e63fa" providerId="AD" clId="Web-{38D19B64-F29B-FDEE-F0D4-121B3747242A}" dt="2025-08-15T19:24:11.366" v="1961" actId="20577"/>
          <ac:spMkLst>
            <pc:docMk/>
            <pc:sldMk cId="2722921917" sldId="353"/>
            <ac:spMk id="3" creationId="{A1A8DB4B-CB3B-7143-C1AB-351F162256C4}"/>
          </ac:spMkLst>
        </pc:spChg>
      </pc:sldChg>
      <pc:sldChg chg="modSp add replId">
        <pc:chgData name="Diego José García González" userId="S::djgg03@educastillalamancha.es::62bb8909-ef9f-4346-8089-2f19c88e63fa" providerId="AD" clId="Web-{38D19B64-F29B-FDEE-F0D4-121B3747242A}" dt="2025-08-15T19:23:59.271" v="1958" actId="20577"/>
        <pc:sldMkLst>
          <pc:docMk/>
          <pc:sldMk cId="3088515771" sldId="354"/>
        </pc:sldMkLst>
      </pc:sldChg>
      <pc:sldChg chg="modSp add replId">
        <pc:chgData name="Diego José García González" userId="S::djgg03@educastillalamancha.es::62bb8909-ef9f-4346-8089-2f19c88e63fa" providerId="AD" clId="Web-{38D19B64-F29B-FDEE-F0D4-121B3747242A}" dt="2025-08-15T19:29:29.737" v="2107" actId="20577"/>
        <pc:sldMkLst>
          <pc:docMk/>
          <pc:sldMk cId="2482851179" sldId="355"/>
        </pc:sldMkLst>
        <pc:spChg chg="mod">
          <ac:chgData name="Diego José García González" userId="S::djgg03@educastillalamancha.es::62bb8909-ef9f-4346-8089-2f19c88e63fa" providerId="AD" clId="Web-{38D19B64-F29B-FDEE-F0D4-121B3747242A}" dt="2025-08-15T19:29:29.737" v="2107" actId="20577"/>
          <ac:spMkLst>
            <pc:docMk/>
            <pc:sldMk cId="2482851179" sldId="355"/>
            <ac:spMk id="3" creationId="{11EAD104-6542-7F0C-CA9F-CACCEA7F346B}"/>
          </ac:spMkLst>
        </pc:spChg>
      </pc:sldChg>
      <pc:sldChg chg="modSp add replId">
        <pc:chgData name="Diego José García González" userId="S::djgg03@educastillalamancha.es::62bb8909-ef9f-4346-8089-2f19c88e63fa" providerId="AD" clId="Web-{38D19B64-F29B-FDEE-F0D4-121B3747242A}" dt="2025-08-15T19:27:45.186" v="2052" actId="20577"/>
        <pc:sldMkLst>
          <pc:docMk/>
          <pc:sldMk cId="2440819171" sldId="356"/>
        </pc:sldMkLst>
        <pc:spChg chg="mod">
          <ac:chgData name="Diego José García González" userId="S::djgg03@educastillalamancha.es::62bb8909-ef9f-4346-8089-2f19c88e63fa" providerId="AD" clId="Web-{38D19B64-F29B-FDEE-F0D4-121B3747242A}" dt="2025-08-15T19:27:45.186" v="2052" actId="20577"/>
          <ac:spMkLst>
            <pc:docMk/>
            <pc:sldMk cId="2440819171" sldId="356"/>
            <ac:spMk id="3" creationId="{7ADA6A60-FF13-50EF-D801-317ACB20EF91}"/>
          </ac:spMkLst>
        </pc:spChg>
      </pc:sldChg>
      <pc:sldChg chg="modSp add replId">
        <pc:chgData name="Diego José García González" userId="S::djgg03@educastillalamancha.es::62bb8909-ef9f-4346-8089-2f19c88e63fa" providerId="AD" clId="Web-{38D19B64-F29B-FDEE-F0D4-121B3747242A}" dt="2025-08-15T19:29:17.221" v="2105" actId="20577"/>
        <pc:sldMkLst>
          <pc:docMk/>
          <pc:sldMk cId="1065426188" sldId="357"/>
        </pc:sldMkLst>
        <pc:spChg chg="mod">
          <ac:chgData name="Diego José García González" userId="S::djgg03@educastillalamancha.es::62bb8909-ef9f-4346-8089-2f19c88e63fa" providerId="AD" clId="Web-{38D19B64-F29B-FDEE-F0D4-121B3747242A}" dt="2025-08-15T19:29:17.221" v="2105" actId="20577"/>
          <ac:spMkLst>
            <pc:docMk/>
            <pc:sldMk cId="1065426188" sldId="357"/>
            <ac:spMk id="3" creationId="{185E1799-FE23-0D17-63F0-1325F3167C4B}"/>
          </ac:spMkLst>
        </pc:spChg>
      </pc:sldChg>
      <pc:sldChg chg="modSp add replId">
        <pc:chgData name="Diego José García González" userId="S::djgg03@educastillalamancha.es::62bb8909-ef9f-4346-8089-2f19c88e63fa" providerId="AD" clId="Web-{38D19B64-F29B-FDEE-F0D4-121B3747242A}" dt="2025-08-15T19:31:05.116" v="2147" actId="20577"/>
        <pc:sldMkLst>
          <pc:docMk/>
          <pc:sldMk cId="536421287" sldId="358"/>
        </pc:sldMkLst>
        <pc:spChg chg="mod">
          <ac:chgData name="Diego José García González" userId="S::djgg03@educastillalamancha.es::62bb8909-ef9f-4346-8089-2f19c88e63fa" providerId="AD" clId="Web-{38D19B64-F29B-FDEE-F0D4-121B3747242A}" dt="2025-08-15T19:31:05.116" v="2147" actId="20577"/>
          <ac:spMkLst>
            <pc:docMk/>
            <pc:sldMk cId="536421287" sldId="358"/>
            <ac:spMk id="3" creationId="{F23DD3B1-C394-B27C-1FDC-6A405B9AB09D}"/>
          </ac:spMkLst>
        </pc:spChg>
      </pc:sldChg>
      <pc:sldChg chg="modSp add replId">
        <pc:chgData name="Diego José García González" userId="S::djgg03@educastillalamancha.es::62bb8909-ef9f-4346-8089-2f19c88e63fa" providerId="AD" clId="Web-{38D19B64-F29B-FDEE-F0D4-121B3747242A}" dt="2025-08-15T19:33:17.792" v="2211" actId="20577"/>
        <pc:sldMkLst>
          <pc:docMk/>
          <pc:sldMk cId="1854967897" sldId="359"/>
        </pc:sldMkLst>
        <pc:spChg chg="mod">
          <ac:chgData name="Diego José García González" userId="S::djgg03@educastillalamancha.es::62bb8909-ef9f-4346-8089-2f19c88e63fa" providerId="AD" clId="Web-{38D19B64-F29B-FDEE-F0D4-121B3747242A}" dt="2025-08-15T19:33:17.792" v="2211" actId="20577"/>
          <ac:spMkLst>
            <pc:docMk/>
            <pc:sldMk cId="1854967897" sldId="359"/>
            <ac:spMk id="3" creationId="{79471512-0F7A-F5EC-5E5E-56EFEA73CE83}"/>
          </ac:spMkLst>
        </pc:spChg>
      </pc:sldChg>
      <pc:sldChg chg="modSp add replId">
        <pc:chgData name="Diego José García González" userId="S::djgg03@educastillalamancha.es::62bb8909-ef9f-4346-8089-2f19c88e63fa" providerId="AD" clId="Web-{38D19B64-F29B-FDEE-F0D4-121B3747242A}" dt="2025-08-15T19:34:32.717" v="2258" actId="20577"/>
        <pc:sldMkLst>
          <pc:docMk/>
          <pc:sldMk cId="1638865304" sldId="360"/>
        </pc:sldMkLst>
        <pc:spChg chg="mod">
          <ac:chgData name="Diego José García González" userId="S::djgg03@educastillalamancha.es::62bb8909-ef9f-4346-8089-2f19c88e63fa" providerId="AD" clId="Web-{38D19B64-F29B-FDEE-F0D4-121B3747242A}" dt="2025-08-15T19:34:32.717" v="2258" actId="20577"/>
          <ac:spMkLst>
            <pc:docMk/>
            <pc:sldMk cId="1638865304" sldId="360"/>
            <ac:spMk id="3" creationId="{81AB7E3C-11C2-77D6-70F2-8B65308057D0}"/>
          </ac:spMkLst>
        </pc:spChg>
      </pc:sldChg>
      <pc:sldChg chg="modSp add replId">
        <pc:chgData name="Diego José García González" userId="S::djgg03@educastillalamancha.es::62bb8909-ef9f-4346-8089-2f19c88e63fa" providerId="AD" clId="Web-{38D19B64-F29B-FDEE-F0D4-121B3747242A}" dt="2025-08-15T19:39:35.759" v="2408" actId="20577"/>
        <pc:sldMkLst>
          <pc:docMk/>
          <pc:sldMk cId="1466687920" sldId="361"/>
        </pc:sldMkLst>
        <pc:spChg chg="mod">
          <ac:chgData name="Diego José García González" userId="S::djgg03@educastillalamancha.es::62bb8909-ef9f-4346-8089-2f19c88e63fa" providerId="AD" clId="Web-{38D19B64-F29B-FDEE-F0D4-121B3747242A}" dt="2025-08-15T19:39:35.759" v="2408" actId="20577"/>
          <ac:spMkLst>
            <pc:docMk/>
            <pc:sldMk cId="1466687920" sldId="361"/>
            <ac:spMk id="3" creationId="{2278A0D7-FA33-BD84-10E5-BD24D5A36F14}"/>
          </ac:spMkLst>
        </pc:spChg>
      </pc:sldChg>
      <pc:sldChg chg="modSp add replId">
        <pc:chgData name="Diego José García González" userId="S::djgg03@educastillalamancha.es::62bb8909-ef9f-4346-8089-2f19c88e63fa" providerId="AD" clId="Web-{38D19B64-F29B-FDEE-F0D4-121B3747242A}" dt="2025-08-15T19:39:26.774" v="2406" actId="20577"/>
        <pc:sldMkLst>
          <pc:docMk/>
          <pc:sldMk cId="632231220" sldId="362"/>
        </pc:sldMkLst>
        <pc:spChg chg="mod">
          <ac:chgData name="Diego José García González" userId="S::djgg03@educastillalamancha.es::62bb8909-ef9f-4346-8089-2f19c88e63fa" providerId="AD" clId="Web-{38D19B64-F29B-FDEE-F0D4-121B3747242A}" dt="2025-08-15T19:39:26.774" v="2406" actId="20577"/>
          <ac:spMkLst>
            <pc:docMk/>
            <pc:sldMk cId="632231220" sldId="362"/>
            <ac:spMk id="3" creationId="{1822161D-03B7-ED7F-73DF-FAAF6185F721}"/>
          </ac:spMkLst>
        </pc:spChg>
      </pc:sldChg>
      <pc:sldChg chg="modSp add replId">
        <pc:chgData name="Diego José García González" userId="S::djgg03@educastillalamancha.es::62bb8909-ef9f-4346-8089-2f19c88e63fa" providerId="AD" clId="Web-{38D19B64-F29B-FDEE-F0D4-121B3747242A}" dt="2025-08-15T19:39:15.383" v="2404" actId="20577"/>
        <pc:sldMkLst>
          <pc:docMk/>
          <pc:sldMk cId="3859709840" sldId="363"/>
        </pc:sldMkLst>
        <pc:spChg chg="mod">
          <ac:chgData name="Diego José García González" userId="S::djgg03@educastillalamancha.es::62bb8909-ef9f-4346-8089-2f19c88e63fa" providerId="AD" clId="Web-{38D19B64-F29B-FDEE-F0D4-121B3747242A}" dt="2025-08-15T19:39:15.383" v="2404" actId="20577"/>
          <ac:spMkLst>
            <pc:docMk/>
            <pc:sldMk cId="3859709840" sldId="363"/>
            <ac:spMk id="3" creationId="{0B1B187B-0B57-185E-F606-93CC0F6EBFB8}"/>
          </ac:spMkLst>
        </pc:spChg>
      </pc:sldChg>
      <pc:sldChg chg="modSp add replId">
        <pc:chgData name="Diego José García González" userId="S::djgg03@educastillalamancha.es::62bb8909-ef9f-4346-8089-2f19c88e63fa" providerId="AD" clId="Web-{38D19B64-F29B-FDEE-F0D4-121B3747242A}" dt="2025-08-15T19:41:05.169" v="2451" actId="20577"/>
        <pc:sldMkLst>
          <pc:docMk/>
          <pc:sldMk cId="2613761584" sldId="364"/>
        </pc:sldMkLst>
        <pc:spChg chg="mod">
          <ac:chgData name="Diego José García González" userId="S::djgg03@educastillalamancha.es::62bb8909-ef9f-4346-8089-2f19c88e63fa" providerId="AD" clId="Web-{38D19B64-F29B-FDEE-F0D4-121B3747242A}" dt="2025-08-15T19:41:05.169" v="2451" actId="20577"/>
          <ac:spMkLst>
            <pc:docMk/>
            <pc:sldMk cId="2613761584" sldId="364"/>
            <ac:spMk id="3" creationId="{BE3BAD96-E300-642C-3D45-902788E00F53}"/>
          </ac:spMkLst>
        </pc:spChg>
      </pc:sldChg>
      <pc:sldChg chg="modSp add replId">
        <pc:chgData name="Diego José García González" userId="S::djgg03@educastillalamancha.es::62bb8909-ef9f-4346-8089-2f19c88e63fa" providerId="AD" clId="Web-{38D19B64-F29B-FDEE-F0D4-121B3747242A}" dt="2025-08-15T19:42:51.563" v="2486" actId="20577"/>
        <pc:sldMkLst>
          <pc:docMk/>
          <pc:sldMk cId="147182349" sldId="365"/>
        </pc:sldMkLst>
        <pc:spChg chg="mod">
          <ac:chgData name="Diego José García González" userId="S::djgg03@educastillalamancha.es::62bb8909-ef9f-4346-8089-2f19c88e63fa" providerId="AD" clId="Web-{38D19B64-F29B-FDEE-F0D4-121B3747242A}" dt="2025-08-15T19:42:51.563" v="2486" actId="20577"/>
          <ac:spMkLst>
            <pc:docMk/>
            <pc:sldMk cId="147182349" sldId="365"/>
            <ac:spMk id="3" creationId="{AFF2F203-B307-15AB-B9AE-98DEF564A086}"/>
          </ac:spMkLst>
        </pc:spChg>
      </pc:sldChg>
      <pc:sldChg chg="modSp add replId">
        <pc:chgData name="Diego José García González" userId="S::djgg03@educastillalamancha.es::62bb8909-ef9f-4346-8089-2f19c88e63fa" providerId="AD" clId="Web-{38D19B64-F29B-FDEE-F0D4-121B3747242A}" dt="2025-08-15T19:44:43.536" v="2529" actId="20577"/>
        <pc:sldMkLst>
          <pc:docMk/>
          <pc:sldMk cId="2806811634" sldId="366"/>
        </pc:sldMkLst>
        <pc:spChg chg="mod">
          <ac:chgData name="Diego José García González" userId="S::djgg03@educastillalamancha.es::62bb8909-ef9f-4346-8089-2f19c88e63fa" providerId="AD" clId="Web-{38D19B64-F29B-FDEE-F0D4-121B3747242A}" dt="2025-08-15T19:44:43.536" v="2529" actId="20577"/>
          <ac:spMkLst>
            <pc:docMk/>
            <pc:sldMk cId="2806811634" sldId="366"/>
            <ac:spMk id="3" creationId="{60A3DA36-8615-8C5A-DB27-C49437D80216}"/>
          </ac:spMkLst>
        </pc:spChg>
      </pc:sldChg>
      <pc:sldChg chg="modSp add replId">
        <pc:chgData name="Diego José García González" userId="S::djgg03@educastillalamancha.es::62bb8909-ef9f-4346-8089-2f19c88e63fa" providerId="AD" clId="Web-{38D19B64-F29B-FDEE-F0D4-121B3747242A}" dt="2025-08-15T19:46:21.368" v="2576" actId="20577"/>
        <pc:sldMkLst>
          <pc:docMk/>
          <pc:sldMk cId="1472598742" sldId="367"/>
        </pc:sldMkLst>
        <pc:spChg chg="mod">
          <ac:chgData name="Diego José García González" userId="S::djgg03@educastillalamancha.es::62bb8909-ef9f-4346-8089-2f19c88e63fa" providerId="AD" clId="Web-{38D19B64-F29B-FDEE-F0D4-121B3747242A}" dt="2025-08-15T19:46:21.368" v="2576" actId="20577"/>
          <ac:spMkLst>
            <pc:docMk/>
            <pc:sldMk cId="1472598742" sldId="367"/>
            <ac:spMk id="3" creationId="{543D2FCC-AB36-3203-4F33-FB4CAECC9FE7}"/>
          </ac:spMkLst>
        </pc:spChg>
      </pc:sldChg>
      <pc:sldChg chg="modSp add replId">
        <pc:chgData name="Diego José García González" userId="S::djgg03@educastillalamancha.es::62bb8909-ef9f-4346-8089-2f19c88e63fa" providerId="AD" clId="Web-{38D19B64-F29B-FDEE-F0D4-121B3747242A}" dt="2025-08-15T19:47:19.792" v="2596" actId="20577"/>
        <pc:sldMkLst>
          <pc:docMk/>
          <pc:sldMk cId="3333607117" sldId="368"/>
        </pc:sldMkLst>
        <pc:spChg chg="mod">
          <ac:chgData name="Diego José García González" userId="S::djgg03@educastillalamancha.es::62bb8909-ef9f-4346-8089-2f19c88e63fa" providerId="AD" clId="Web-{38D19B64-F29B-FDEE-F0D4-121B3747242A}" dt="2025-08-15T19:47:19.792" v="2596" actId="20577"/>
          <ac:spMkLst>
            <pc:docMk/>
            <pc:sldMk cId="3333607117" sldId="368"/>
            <ac:spMk id="3" creationId="{146FE54F-2AD9-4A99-7A08-7FD96998F612}"/>
          </ac:spMkLst>
        </pc:spChg>
      </pc:sldChg>
      <pc:sldChg chg="modSp add del ord replId">
        <pc:chgData name="Diego José García González" userId="S::djgg03@educastillalamancha.es::62bb8909-ef9f-4346-8089-2f19c88e63fa" providerId="AD" clId="Web-{38D19B64-F29B-FDEE-F0D4-121B3747242A}" dt="2025-08-15T19:50:41.909" v="2700"/>
        <pc:sldMkLst>
          <pc:docMk/>
          <pc:sldMk cId="1836432134" sldId="369"/>
        </pc:sldMkLst>
        <pc:spChg chg="mod">
          <ac:chgData name="Diego José García González" userId="S::djgg03@educastillalamancha.es::62bb8909-ef9f-4346-8089-2f19c88e63fa" providerId="AD" clId="Web-{38D19B64-F29B-FDEE-F0D4-121B3747242A}" dt="2025-08-15T19:50:28.987" v="2697" actId="20577"/>
          <ac:spMkLst>
            <pc:docMk/>
            <pc:sldMk cId="1836432134" sldId="369"/>
            <ac:spMk id="3" creationId="{9C498E0C-EB76-6C2E-A40B-1BCE6B0E39D7}"/>
          </ac:spMkLst>
        </pc:spChg>
      </pc:sldChg>
      <pc:sldChg chg="modSp add">
        <pc:chgData name="Diego José García González" userId="S::djgg03@educastillalamancha.es::62bb8909-ef9f-4346-8089-2f19c88e63fa" providerId="AD" clId="Web-{38D19B64-F29B-FDEE-F0D4-121B3747242A}" dt="2025-08-15T19:52:19.866" v="2760" actId="20577"/>
        <pc:sldMkLst>
          <pc:docMk/>
          <pc:sldMk cId="3725797890" sldId="370"/>
        </pc:sldMkLst>
        <pc:spChg chg="mod">
          <ac:chgData name="Diego José García González" userId="S::djgg03@educastillalamancha.es::62bb8909-ef9f-4346-8089-2f19c88e63fa" providerId="AD" clId="Web-{38D19B64-F29B-FDEE-F0D4-121B3747242A}" dt="2025-08-15T19:52:19.866" v="2760" actId="20577"/>
          <ac:spMkLst>
            <pc:docMk/>
            <pc:sldMk cId="3725797890" sldId="370"/>
            <ac:spMk id="3" creationId="{9C498E0C-EB76-6C2E-A40B-1BCE6B0E39D7}"/>
          </ac:spMkLst>
        </pc:spChg>
      </pc:sldChg>
      <pc:sldChg chg="modSp add replId">
        <pc:chgData name="Diego José García González" userId="S::djgg03@educastillalamancha.es::62bb8909-ef9f-4346-8089-2f19c88e63fa" providerId="AD" clId="Web-{38D19B64-F29B-FDEE-F0D4-121B3747242A}" dt="2025-08-15T19:53:25.602" v="2809" actId="20577"/>
        <pc:sldMkLst>
          <pc:docMk/>
          <pc:sldMk cId="3337351395" sldId="371"/>
        </pc:sldMkLst>
      </pc:sldChg>
    </pc:docChg>
  </pc:docChgLst>
  <pc:docChgLst>
    <pc:chgData name="Diego José García González" userId="S::djgg03@educastillalamancha.es::62bb8909-ef9f-4346-8089-2f19c88e63fa" providerId="AD" clId="Web-{2C8C8D1F-780A-9F49-85ED-72E27793FA96}"/>
    <pc:docChg chg="addSld delSld modSld sldOrd">
      <pc:chgData name="Diego José García González" userId="S::djgg03@educastillalamancha.es::62bb8909-ef9f-4346-8089-2f19c88e63fa" providerId="AD" clId="Web-{2C8C8D1F-780A-9F49-85ED-72E27793FA96}" dt="2025-08-16T10:48:32.642" v="1329"/>
      <pc:docMkLst>
        <pc:docMk/>
      </pc:docMkLst>
      <pc:sldChg chg="modSp">
        <pc:chgData name="Diego José García González" userId="S::djgg03@educastillalamancha.es::62bb8909-ef9f-4346-8089-2f19c88e63fa" providerId="AD" clId="Web-{2C8C8D1F-780A-9F49-85ED-72E27793FA96}" dt="2025-08-16T09:36:30.358" v="20" actId="20577"/>
        <pc:sldMkLst>
          <pc:docMk/>
          <pc:sldMk cId="368959837" sldId="289"/>
        </pc:sldMkLst>
        <pc:spChg chg="mod">
          <ac:chgData name="Diego José García González" userId="S::djgg03@educastillalamancha.es::62bb8909-ef9f-4346-8089-2f19c88e63fa" providerId="AD" clId="Web-{2C8C8D1F-780A-9F49-85ED-72E27793FA96}" dt="2025-08-16T09:36:30.358" v="20" actId="20577"/>
          <ac:spMkLst>
            <pc:docMk/>
            <pc:sldMk cId="368959837" sldId="289"/>
            <ac:spMk id="3" creationId="{95D7706A-AF54-BEC0-DA4D-B62526F4E7E9}"/>
          </ac:spMkLst>
        </pc:spChg>
      </pc:sldChg>
      <pc:sldChg chg="modSp">
        <pc:chgData name="Diego José García González" userId="S::djgg03@educastillalamancha.es::62bb8909-ef9f-4346-8089-2f19c88e63fa" providerId="AD" clId="Web-{2C8C8D1F-780A-9F49-85ED-72E27793FA96}" dt="2025-08-16T09:39:53.457" v="66" actId="20577"/>
        <pc:sldMkLst>
          <pc:docMk/>
          <pc:sldMk cId="2024836147" sldId="290"/>
        </pc:sldMkLst>
        <pc:spChg chg="mod">
          <ac:chgData name="Diego José García González" userId="S::djgg03@educastillalamancha.es::62bb8909-ef9f-4346-8089-2f19c88e63fa" providerId="AD" clId="Web-{2C8C8D1F-780A-9F49-85ED-72E27793FA96}" dt="2025-08-16T09:39:37.237" v="59" actId="20577"/>
          <ac:spMkLst>
            <pc:docMk/>
            <pc:sldMk cId="2024836147" sldId="290"/>
            <ac:spMk id="2" creationId="{6C953295-4E1C-1848-A00C-67A7AF4DCD65}"/>
          </ac:spMkLst>
        </pc:spChg>
        <pc:spChg chg="mod">
          <ac:chgData name="Diego José García González" userId="S::djgg03@educastillalamancha.es::62bb8909-ef9f-4346-8089-2f19c88e63fa" providerId="AD" clId="Web-{2C8C8D1F-780A-9F49-85ED-72E27793FA96}" dt="2025-08-16T09:39:53.457" v="66" actId="20577"/>
          <ac:spMkLst>
            <pc:docMk/>
            <pc:sldMk cId="2024836147" sldId="290"/>
            <ac:spMk id="3" creationId="{CE474CE0-8D97-8A37-1CEB-F105362C734C}"/>
          </ac:spMkLst>
        </pc:spChg>
      </pc:sldChg>
      <pc:sldChg chg="modSp">
        <pc:chgData name="Diego José García González" userId="S::djgg03@educastillalamancha.es::62bb8909-ef9f-4346-8089-2f19c88e63fa" providerId="AD" clId="Web-{2C8C8D1F-780A-9F49-85ED-72E27793FA96}" dt="2025-08-16T09:51:29.591" v="218" actId="20577"/>
        <pc:sldMkLst>
          <pc:docMk/>
          <pc:sldMk cId="819333416" sldId="291"/>
        </pc:sldMkLst>
        <pc:spChg chg="mod">
          <ac:chgData name="Diego José García González" userId="S::djgg03@educastillalamancha.es::62bb8909-ef9f-4346-8089-2f19c88e63fa" providerId="AD" clId="Web-{2C8C8D1F-780A-9F49-85ED-72E27793FA96}" dt="2025-08-16T09:51:06.919" v="206" actId="20577"/>
          <ac:spMkLst>
            <pc:docMk/>
            <pc:sldMk cId="819333416" sldId="291"/>
            <ac:spMk id="2" creationId="{2405E981-B1B8-D69D-42F4-09697433E3F9}"/>
          </ac:spMkLst>
        </pc:spChg>
        <pc:spChg chg="mod">
          <ac:chgData name="Diego José García González" userId="S::djgg03@educastillalamancha.es::62bb8909-ef9f-4346-8089-2f19c88e63fa" providerId="AD" clId="Web-{2C8C8D1F-780A-9F49-85ED-72E27793FA96}" dt="2025-08-16T09:51:29.591" v="218" actId="20577"/>
          <ac:spMkLst>
            <pc:docMk/>
            <pc:sldMk cId="819333416" sldId="291"/>
            <ac:spMk id="3" creationId="{2047DFE8-0A96-96CF-D151-68DAAF2BF94C}"/>
          </ac:spMkLst>
        </pc:spChg>
      </pc:sldChg>
      <pc:sldChg chg="modSp">
        <pc:chgData name="Diego José García González" userId="S::djgg03@educastillalamancha.es::62bb8909-ef9f-4346-8089-2f19c88e63fa" providerId="AD" clId="Web-{2C8C8D1F-780A-9F49-85ED-72E27793FA96}" dt="2025-08-16T10:00:18.175" v="331" actId="20577"/>
        <pc:sldMkLst>
          <pc:docMk/>
          <pc:sldMk cId="3179132294" sldId="293"/>
        </pc:sldMkLst>
        <pc:spChg chg="mod">
          <ac:chgData name="Diego José García González" userId="S::djgg03@educastillalamancha.es::62bb8909-ef9f-4346-8089-2f19c88e63fa" providerId="AD" clId="Web-{2C8C8D1F-780A-9F49-85ED-72E27793FA96}" dt="2025-08-16T10:00:18.175" v="331" actId="20577"/>
          <ac:spMkLst>
            <pc:docMk/>
            <pc:sldMk cId="3179132294" sldId="293"/>
            <ac:spMk id="3" creationId="{1114F9BC-44BF-83B4-E8E5-16E87B7EEBAA}"/>
          </ac:spMkLst>
        </pc:spChg>
      </pc:sldChg>
      <pc:sldChg chg="modSp">
        <pc:chgData name="Diego José García González" userId="S::djgg03@educastillalamancha.es::62bb8909-ef9f-4346-8089-2f19c88e63fa" providerId="AD" clId="Web-{2C8C8D1F-780A-9F49-85ED-72E27793FA96}" dt="2025-08-16T10:02:02.334" v="356" actId="20577"/>
        <pc:sldMkLst>
          <pc:docMk/>
          <pc:sldMk cId="1659296146" sldId="294"/>
        </pc:sldMkLst>
        <pc:spChg chg="mod">
          <ac:chgData name="Diego José García González" userId="S::djgg03@educastillalamancha.es::62bb8909-ef9f-4346-8089-2f19c88e63fa" providerId="AD" clId="Web-{2C8C8D1F-780A-9F49-85ED-72E27793FA96}" dt="2025-08-16T10:02:02.334" v="356" actId="20577"/>
          <ac:spMkLst>
            <pc:docMk/>
            <pc:sldMk cId="1659296146" sldId="294"/>
            <ac:spMk id="3" creationId="{035B3169-EC6D-E626-1ABA-454896D97848}"/>
          </ac:spMkLst>
        </pc:spChg>
      </pc:sldChg>
      <pc:sldChg chg="modSp">
        <pc:chgData name="Diego José García González" userId="S::djgg03@educastillalamancha.es::62bb8909-ef9f-4346-8089-2f19c88e63fa" providerId="AD" clId="Web-{2C8C8D1F-780A-9F49-85ED-72E27793FA96}" dt="2025-08-16T10:04:39.689" v="391" actId="20577"/>
        <pc:sldMkLst>
          <pc:docMk/>
          <pc:sldMk cId="417888989" sldId="295"/>
        </pc:sldMkLst>
        <pc:spChg chg="mod">
          <ac:chgData name="Diego José García González" userId="S::djgg03@educastillalamancha.es::62bb8909-ef9f-4346-8089-2f19c88e63fa" providerId="AD" clId="Web-{2C8C8D1F-780A-9F49-85ED-72E27793FA96}" dt="2025-08-16T10:04:39.689" v="391" actId="20577"/>
          <ac:spMkLst>
            <pc:docMk/>
            <pc:sldMk cId="417888989" sldId="295"/>
            <ac:spMk id="3" creationId="{B3ECE3DE-E1FB-99B1-10D3-E593FE112B7B}"/>
          </ac:spMkLst>
        </pc:spChg>
      </pc:sldChg>
      <pc:sldChg chg="modSp">
        <pc:chgData name="Diego José García González" userId="S::djgg03@educastillalamancha.es::62bb8909-ef9f-4346-8089-2f19c88e63fa" providerId="AD" clId="Web-{2C8C8D1F-780A-9F49-85ED-72E27793FA96}" dt="2025-08-16T10:07:49.042" v="430" actId="20577"/>
        <pc:sldMkLst>
          <pc:docMk/>
          <pc:sldMk cId="1339232770" sldId="296"/>
        </pc:sldMkLst>
        <pc:spChg chg="mod">
          <ac:chgData name="Diego José García González" userId="S::djgg03@educastillalamancha.es::62bb8909-ef9f-4346-8089-2f19c88e63fa" providerId="AD" clId="Web-{2C8C8D1F-780A-9F49-85ED-72E27793FA96}" dt="2025-08-16T10:07:49.042" v="430" actId="20577"/>
          <ac:spMkLst>
            <pc:docMk/>
            <pc:sldMk cId="1339232770" sldId="296"/>
            <ac:spMk id="3" creationId="{19E49F18-815F-633A-D4DB-57440F479A17}"/>
          </ac:spMkLst>
        </pc:spChg>
      </pc:sldChg>
      <pc:sldChg chg="modSp">
        <pc:chgData name="Diego José García González" userId="S::djgg03@educastillalamancha.es::62bb8909-ef9f-4346-8089-2f19c88e63fa" providerId="AD" clId="Web-{2C8C8D1F-780A-9F49-85ED-72E27793FA96}" dt="2025-08-16T10:19:16.325" v="619" actId="20577"/>
        <pc:sldMkLst>
          <pc:docMk/>
          <pc:sldMk cId="262894524" sldId="297"/>
        </pc:sldMkLst>
        <pc:spChg chg="mod">
          <ac:chgData name="Diego José García González" userId="S::djgg03@educastillalamancha.es::62bb8909-ef9f-4346-8089-2f19c88e63fa" providerId="AD" clId="Web-{2C8C8D1F-780A-9F49-85ED-72E27793FA96}" dt="2025-08-16T10:19:16.325" v="619" actId="20577"/>
          <ac:spMkLst>
            <pc:docMk/>
            <pc:sldMk cId="262894524" sldId="297"/>
            <ac:spMk id="3" creationId="{4E71AD22-A748-AAA7-CC29-A3935DBEE86B}"/>
          </ac:spMkLst>
        </pc:spChg>
      </pc:sldChg>
      <pc:sldChg chg="modSp">
        <pc:chgData name="Diego José García González" userId="S::djgg03@educastillalamancha.es::62bb8909-ef9f-4346-8089-2f19c88e63fa" providerId="AD" clId="Web-{2C8C8D1F-780A-9F49-85ED-72E27793FA96}" dt="2025-08-16T10:19:51.186" v="632" actId="20577"/>
        <pc:sldMkLst>
          <pc:docMk/>
          <pc:sldMk cId="3287555401" sldId="298"/>
        </pc:sldMkLst>
        <pc:spChg chg="mod">
          <ac:chgData name="Diego José García González" userId="S::djgg03@educastillalamancha.es::62bb8909-ef9f-4346-8089-2f19c88e63fa" providerId="AD" clId="Web-{2C8C8D1F-780A-9F49-85ED-72E27793FA96}" dt="2025-08-16T10:19:51.186" v="632" actId="20577"/>
          <ac:spMkLst>
            <pc:docMk/>
            <pc:sldMk cId="3287555401" sldId="298"/>
            <ac:spMk id="3" creationId="{3F641196-C72F-208B-FC3D-3A2D64E4154D}"/>
          </ac:spMkLst>
        </pc:spChg>
      </pc:sldChg>
      <pc:sldChg chg="modSp">
        <pc:chgData name="Diego José García González" userId="S::djgg03@educastillalamancha.es::62bb8909-ef9f-4346-8089-2f19c88e63fa" providerId="AD" clId="Web-{2C8C8D1F-780A-9F49-85ED-72E27793FA96}" dt="2025-08-16T10:25:44.071" v="798" actId="20577"/>
        <pc:sldMkLst>
          <pc:docMk/>
          <pc:sldMk cId="2905719764" sldId="299"/>
        </pc:sldMkLst>
        <pc:spChg chg="mod">
          <ac:chgData name="Diego José García González" userId="S::djgg03@educastillalamancha.es::62bb8909-ef9f-4346-8089-2f19c88e63fa" providerId="AD" clId="Web-{2C8C8D1F-780A-9F49-85ED-72E27793FA96}" dt="2025-08-16T10:25:44.071" v="798" actId="20577"/>
          <ac:spMkLst>
            <pc:docMk/>
            <pc:sldMk cId="2905719764" sldId="299"/>
            <ac:spMk id="3" creationId="{E49838B0-F62A-3583-B1BC-D9090B105A8B}"/>
          </ac:spMkLst>
        </pc:spChg>
      </pc:sldChg>
      <pc:sldChg chg="modSp">
        <pc:chgData name="Diego José García González" userId="S::djgg03@educastillalamancha.es::62bb8909-ef9f-4346-8089-2f19c88e63fa" providerId="AD" clId="Web-{2C8C8D1F-780A-9F49-85ED-72E27793FA96}" dt="2025-08-16T10:35:39.622" v="989" actId="20577"/>
        <pc:sldMkLst>
          <pc:docMk/>
          <pc:sldMk cId="3614272535" sldId="300"/>
        </pc:sldMkLst>
        <pc:spChg chg="mod">
          <ac:chgData name="Diego José García González" userId="S::djgg03@educastillalamancha.es::62bb8909-ef9f-4346-8089-2f19c88e63fa" providerId="AD" clId="Web-{2C8C8D1F-780A-9F49-85ED-72E27793FA96}" dt="2025-08-16T10:34:46.543" v="974" actId="20577"/>
          <ac:spMkLst>
            <pc:docMk/>
            <pc:sldMk cId="3614272535" sldId="300"/>
            <ac:spMk id="2" creationId="{3A3B8FE4-DA3D-6393-BBAC-C5FA965838FF}"/>
          </ac:spMkLst>
        </pc:spChg>
        <pc:spChg chg="mod">
          <ac:chgData name="Diego José García González" userId="S::djgg03@educastillalamancha.es::62bb8909-ef9f-4346-8089-2f19c88e63fa" providerId="AD" clId="Web-{2C8C8D1F-780A-9F49-85ED-72E27793FA96}" dt="2025-08-16T10:35:39.622" v="989" actId="20577"/>
          <ac:spMkLst>
            <pc:docMk/>
            <pc:sldMk cId="3614272535" sldId="300"/>
            <ac:spMk id="3" creationId="{6A56655B-FDC9-BAE7-C009-90E08B3D1A11}"/>
          </ac:spMkLst>
        </pc:spChg>
      </pc:sldChg>
      <pc:sldChg chg="modSp add replId">
        <pc:chgData name="Diego José García González" userId="S::djgg03@educastillalamancha.es::62bb8909-ef9f-4346-8089-2f19c88e63fa" providerId="AD" clId="Web-{2C8C8D1F-780A-9F49-85ED-72E27793FA96}" dt="2025-08-16T09:37:28.437" v="45" actId="20577"/>
        <pc:sldMkLst>
          <pc:docMk/>
          <pc:sldMk cId="2140319110" sldId="431"/>
        </pc:sldMkLst>
        <pc:spChg chg="mod">
          <ac:chgData name="Diego José García González" userId="S::djgg03@educastillalamancha.es::62bb8909-ef9f-4346-8089-2f19c88e63fa" providerId="AD" clId="Web-{2C8C8D1F-780A-9F49-85ED-72E27793FA96}" dt="2025-08-16T09:37:28.437" v="45" actId="20577"/>
          <ac:spMkLst>
            <pc:docMk/>
            <pc:sldMk cId="2140319110" sldId="431"/>
            <ac:spMk id="3" creationId="{1EAEDE2F-EEB8-E100-4287-F2DC34076910}"/>
          </ac:spMkLst>
        </pc:spChg>
      </pc:sldChg>
      <pc:sldChg chg="modSp add replId">
        <pc:chgData name="Diego José García González" userId="S::djgg03@educastillalamancha.es::62bb8909-ef9f-4346-8089-2f19c88e63fa" providerId="AD" clId="Web-{2C8C8D1F-780A-9F49-85ED-72E27793FA96}" dt="2025-08-16T09:39:13.971" v="56" actId="20577"/>
        <pc:sldMkLst>
          <pc:docMk/>
          <pc:sldMk cId="3207475708" sldId="432"/>
        </pc:sldMkLst>
        <pc:spChg chg="mod">
          <ac:chgData name="Diego José García González" userId="S::djgg03@educastillalamancha.es::62bb8909-ef9f-4346-8089-2f19c88e63fa" providerId="AD" clId="Web-{2C8C8D1F-780A-9F49-85ED-72E27793FA96}" dt="2025-08-16T09:39:13.971" v="56" actId="20577"/>
          <ac:spMkLst>
            <pc:docMk/>
            <pc:sldMk cId="3207475708" sldId="432"/>
            <ac:spMk id="3" creationId="{FE99021F-610B-A93D-F8AD-07F03C034AE0}"/>
          </ac:spMkLst>
        </pc:spChg>
      </pc:sldChg>
      <pc:sldChg chg="modSp add replId">
        <pc:chgData name="Diego José García González" userId="S::djgg03@educastillalamancha.es::62bb8909-ef9f-4346-8089-2f19c88e63fa" providerId="AD" clId="Web-{2C8C8D1F-780A-9F49-85ED-72E27793FA96}" dt="2025-08-16T09:46:33.579" v="151" actId="20577"/>
        <pc:sldMkLst>
          <pc:docMk/>
          <pc:sldMk cId="3569561125" sldId="433"/>
        </pc:sldMkLst>
        <pc:spChg chg="mod">
          <ac:chgData name="Diego José García González" userId="S::djgg03@educastillalamancha.es::62bb8909-ef9f-4346-8089-2f19c88e63fa" providerId="AD" clId="Web-{2C8C8D1F-780A-9F49-85ED-72E27793FA96}" dt="2025-08-16T09:44:58.293" v="131" actId="20577"/>
          <ac:spMkLst>
            <pc:docMk/>
            <pc:sldMk cId="3569561125" sldId="433"/>
            <ac:spMk id="2" creationId="{1040AFA1-0AEF-7240-73F5-9266C0B940DA}"/>
          </ac:spMkLst>
        </pc:spChg>
        <pc:spChg chg="mod">
          <ac:chgData name="Diego José García González" userId="S::djgg03@educastillalamancha.es::62bb8909-ef9f-4346-8089-2f19c88e63fa" providerId="AD" clId="Web-{2C8C8D1F-780A-9F49-85ED-72E27793FA96}" dt="2025-08-16T09:46:33.579" v="151" actId="20577"/>
          <ac:spMkLst>
            <pc:docMk/>
            <pc:sldMk cId="3569561125" sldId="433"/>
            <ac:spMk id="3" creationId="{1E0786E7-4263-9B3A-5153-7B078F952BBB}"/>
          </ac:spMkLst>
        </pc:spChg>
      </pc:sldChg>
      <pc:sldChg chg="modSp add replId">
        <pc:chgData name="Diego José García González" userId="S::djgg03@educastillalamancha.es::62bb8909-ef9f-4346-8089-2f19c88e63fa" providerId="AD" clId="Web-{2C8C8D1F-780A-9F49-85ED-72E27793FA96}" dt="2025-08-16T09:42:20.601" v="111" actId="20577"/>
        <pc:sldMkLst>
          <pc:docMk/>
          <pc:sldMk cId="2521137031" sldId="434"/>
        </pc:sldMkLst>
        <pc:spChg chg="mod">
          <ac:chgData name="Diego José García González" userId="S::djgg03@educastillalamancha.es::62bb8909-ef9f-4346-8089-2f19c88e63fa" providerId="AD" clId="Web-{2C8C8D1F-780A-9F49-85ED-72E27793FA96}" dt="2025-08-16T09:42:20.601" v="111" actId="20577"/>
          <ac:spMkLst>
            <pc:docMk/>
            <pc:sldMk cId="2521137031" sldId="434"/>
            <ac:spMk id="3" creationId="{9CF2B06A-EC2F-C6A4-3087-2EB734DB8D44}"/>
          </ac:spMkLst>
        </pc:spChg>
      </pc:sldChg>
      <pc:sldChg chg="modSp add replId">
        <pc:chgData name="Diego José García González" userId="S::djgg03@educastillalamancha.es::62bb8909-ef9f-4346-8089-2f19c88e63fa" providerId="AD" clId="Web-{2C8C8D1F-780A-9F49-85ED-72E27793FA96}" dt="2025-08-16T09:43:55.683" v="129" actId="20577"/>
        <pc:sldMkLst>
          <pc:docMk/>
          <pc:sldMk cId="1022398989" sldId="435"/>
        </pc:sldMkLst>
        <pc:spChg chg="mod">
          <ac:chgData name="Diego José García González" userId="S::djgg03@educastillalamancha.es::62bb8909-ef9f-4346-8089-2f19c88e63fa" providerId="AD" clId="Web-{2C8C8D1F-780A-9F49-85ED-72E27793FA96}" dt="2025-08-16T09:43:55.683" v="129" actId="20577"/>
          <ac:spMkLst>
            <pc:docMk/>
            <pc:sldMk cId="1022398989" sldId="435"/>
            <ac:spMk id="3" creationId="{CF23148D-6481-C2EE-C1A4-E0C853570348}"/>
          </ac:spMkLst>
        </pc:spChg>
      </pc:sldChg>
      <pc:sldChg chg="modSp add replId">
        <pc:chgData name="Diego José García González" userId="S::djgg03@educastillalamancha.es::62bb8909-ef9f-4346-8089-2f19c88e63fa" providerId="AD" clId="Web-{2C8C8D1F-780A-9F49-85ED-72E27793FA96}" dt="2025-08-16T09:47:26.002" v="176" actId="20577"/>
        <pc:sldMkLst>
          <pc:docMk/>
          <pc:sldMk cId="3357939250" sldId="436"/>
        </pc:sldMkLst>
        <pc:spChg chg="mod">
          <ac:chgData name="Diego José García González" userId="S::djgg03@educastillalamancha.es::62bb8909-ef9f-4346-8089-2f19c88e63fa" providerId="AD" clId="Web-{2C8C8D1F-780A-9F49-85ED-72E27793FA96}" dt="2025-08-16T09:47:26.002" v="176" actId="20577"/>
          <ac:spMkLst>
            <pc:docMk/>
            <pc:sldMk cId="3357939250" sldId="436"/>
            <ac:spMk id="3" creationId="{EDA3F32D-1175-84D0-2EE8-1FBF0DA7FCEE}"/>
          </ac:spMkLst>
        </pc:spChg>
      </pc:sldChg>
      <pc:sldChg chg="modSp add replId">
        <pc:chgData name="Diego José García González" userId="S::djgg03@educastillalamancha.es::62bb8909-ef9f-4346-8089-2f19c88e63fa" providerId="AD" clId="Web-{2C8C8D1F-780A-9F49-85ED-72E27793FA96}" dt="2025-08-16T09:48:30.691" v="195" actId="20577"/>
        <pc:sldMkLst>
          <pc:docMk/>
          <pc:sldMk cId="2420314784" sldId="437"/>
        </pc:sldMkLst>
        <pc:spChg chg="mod">
          <ac:chgData name="Diego José García González" userId="S::djgg03@educastillalamancha.es::62bb8909-ef9f-4346-8089-2f19c88e63fa" providerId="AD" clId="Web-{2C8C8D1F-780A-9F49-85ED-72E27793FA96}" dt="2025-08-16T09:48:30.691" v="195" actId="20577"/>
          <ac:spMkLst>
            <pc:docMk/>
            <pc:sldMk cId="2420314784" sldId="437"/>
            <ac:spMk id="3" creationId="{D0050E21-7E98-A3D3-8C0A-14EB42D287F7}"/>
          </ac:spMkLst>
        </pc:spChg>
      </pc:sldChg>
      <pc:sldChg chg="modSp add replId">
        <pc:chgData name="Diego José García González" userId="S::djgg03@educastillalamancha.es::62bb8909-ef9f-4346-8089-2f19c88e63fa" providerId="AD" clId="Web-{2C8C8D1F-780A-9F49-85ED-72E27793FA96}" dt="2025-08-16T09:50:20.621" v="204" actId="20577"/>
        <pc:sldMkLst>
          <pc:docMk/>
          <pc:sldMk cId="3768494177" sldId="438"/>
        </pc:sldMkLst>
        <pc:spChg chg="mod">
          <ac:chgData name="Diego José García González" userId="S::djgg03@educastillalamancha.es::62bb8909-ef9f-4346-8089-2f19c88e63fa" providerId="AD" clId="Web-{2C8C8D1F-780A-9F49-85ED-72E27793FA96}" dt="2025-08-16T09:50:20.621" v="204" actId="20577"/>
          <ac:spMkLst>
            <pc:docMk/>
            <pc:sldMk cId="3768494177" sldId="438"/>
            <ac:spMk id="3" creationId="{1F94AF52-7374-2649-7D22-1055B2FF661D}"/>
          </ac:spMkLst>
        </pc:spChg>
      </pc:sldChg>
      <pc:sldChg chg="modSp add replId">
        <pc:chgData name="Diego José García González" userId="S::djgg03@educastillalamancha.es::62bb8909-ef9f-4346-8089-2f19c88e63fa" providerId="AD" clId="Web-{2C8C8D1F-780A-9F49-85ED-72E27793FA96}" dt="2025-08-16T09:52:40.140" v="242" actId="20577"/>
        <pc:sldMkLst>
          <pc:docMk/>
          <pc:sldMk cId="3534017180" sldId="439"/>
        </pc:sldMkLst>
        <pc:spChg chg="mod">
          <ac:chgData name="Diego José García González" userId="S::djgg03@educastillalamancha.es::62bb8909-ef9f-4346-8089-2f19c88e63fa" providerId="AD" clId="Web-{2C8C8D1F-780A-9F49-85ED-72E27793FA96}" dt="2025-08-16T09:52:40.140" v="242" actId="20577"/>
          <ac:spMkLst>
            <pc:docMk/>
            <pc:sldMk cId="3534017180" sldId="439"/>
            <ac:spMk id="3" creationId="{754BFF21-CDA8-3046-3CB3-807295155D3A}"/>
          </ac:spMkLst>
        </pc:spChg>
      </pc:sldChg>
      <pc:sldChg chg="modSp add replId">
        <pc:chgData name="Diego José García González" userId="S::djgg03@educastillalamancha.es::62bb8909-ef9f-4346-8089-2f19c88e63fa" providerId="AD" clId="Web-{2C8C8D1F-780A-9F49-85ED-72E27793FA96}" dt="2025-08-16T09:54:47.581" v="264" actId="20577"/>
        <pc:sldMkLst>
          <pc:docMk/>
          <pc:sldMk cId="909990704" sldId="440"/>
        </pc:sldMkLst>
        <pc:spChg chg="mod">
          <ac:chgData name="Diego José García González" userId="S::djgg03@educastillalamancha.es::62bb8909-ef9f-4346-8089-2f19c88e63fa" providerId="AD" clId="Web-{2C8C8D1F-780A-9F49-85ED-72E27793FA96}" dt="2025-08-16T09:54:47.581" v="264" actId="20577"/>
          <ac:spMkLst>
            <pc:docMk/>
            <pc:sldMk cId="909990704" sldId="440"/>
            <ac:spMk id="3" creationId="{08F6CEB3-F4F4-2354-8575-E57897017B58}"/>
          </ac:spMkLst>
        </pc:spChg>
      </pc:sldChg>
      <pc:sldChg chg="modSp add replId">
        <pc:chgData name="Diego José García González" userId="S::djgg03@educastillalamancha.es::62bb8909-ef9f-4346-8089-2f19c88e63fa" providerId="AD" clId="Web-{2C8C8D1F-780A-9F49-85ED-72E27793FA96}" dt="2025-08-16T09:56:28.289" v="274" actId="20577"/>
        <pc:sldMkLst>
          <pc:docMk/>
          <pc:sldMk cId="1967296947" sldId="441"/>
        </pc:sldMkLst>
        <pc:spChg chg="mod">
          <ac:chgData name="Diego José García González" userId="S::djgg03@educastillalamancha.es::62bb8909-ef9f-4346-8089-2f19c88e63fa" providerId="AD" clId="Web-{2C8C8D1F-780A-9F49-85ED-72E27793FA96}" dt="2025-08-16T09:56:28.289" v="274" actId="20577"/>
          <ac:spMkLst>
            <pc:docMk/>
            <pc:sldMk cId="1967296947" sldId="441"/>
            <ac:spMk id="3" creationId="{CEB2BE4A-1718-6A7F-9B97-9B6398431F59}"/>
          </ac:spMkLst>
        </pc:spChg>
      </pc:sldChg>
      <pc:sldChg chg="modSp add replId">
        <pc:chgData name="Diego José García González" userId="S::djgg03@educastillalamancha.es::62bb8909-ef9f-4346-8089-2f19c88e63fa" providerId="AD" clId="Web-{2C8C8D1F-780A-9F49-85ED-72E27793FA96}" dt="2025-08-16T09:57:35.368" v="285" actId="20577"/>
        <pc:sldMkLst>
          <pc:docMk/>
          <pc:sldMk cId="1258502699" sldId="442"/>
        </pc:sldMkLst>
        <pc:spChg chg="mod">
          <ac:chgData name="Diego José García González" userId="S::djgg03@educastillalamancha.es::62bb8909-ef9f-4346-8089-2f19c88e63fa" providerId="AD" clId="Web-{2C8C8D1F-780A-9F49-85ED-72E27793FA96}" dt="2025-08-16T09:57:17.946" v="277" actId="20577"/>
          <ac:spMkLst>
            <pc:docMk/>
            <pc:sldMk cId="1258502699" sldId="442"/>
            <ac:spMk id="2" creationId="{CA5453BC-10D8-6357-DD5B-4D65E6E11DE5}"/>
          </ac:spMkLst>
        </pc:spChg>
        <pc:spChg chg="mod">
          <ac:chgData name="Diego José García González" userId="S::djgg03@educastillalamancha.es::62bb8909-ef9f-4346-8089-2f19c88e63fa" providerId="AD" clId="Web-{2C8C8D1F-780A-9F49-85ED-72E27793FA96}" dt="2025-08-16T09:57:35.368" v="285" actId="20577"/>
          <ac:spMkLst>
            <pc:docMk/>
            <pc:sldMk cId="1258502699" sldId="442"/>
            <ac:spMk id="3" creationId="{589AB84A-2CBB-AD6A-A93B-23DBCD75D5A0}"/>
          </ac:spMkLst>
        </pc:spChg>
      </pc:sldChg>
      <pc:sldChg chg="modSp add replId">
        <pc:chgData name="Diego José García González" userId="S::djgg03@educastillalamancha.es::62bb8909-ef9f-4346-8089-2f19c88e63fa" providerId="AD" clId="Web-{2C8C8D1F-780A-9F49-85ED-72E27793FA96}" dt="2025-08-16T09:58:08.354" v="298" actId="20577"/>
        <pc:sldMkLst>
          <pc:docMk/>
          <pc:sldMk cId="1042754048" sldId="443"/>
        </pc:sldMkLst>
        <pc:spChg chg="mod">
          <ac:chgData name="Diego José García González" userId="S::djgg03@educastillalamancha.es::62bb8909-ef9f-4346-8089-2f19c88e63fa" providerId="AD" clId="Web-{2C8C8D1F-780A-9F49-85ED-72E27793FA96}" dt="2025-08-16T09:58:08.354" v="298" actId="20577"/>
          <ac:spMkLst>
            <pc:docMk/>
            <pc:sldMk cId="1042754048" sldId="443"/>
            <ac:spMk id="3" creationId="{6EA2E7CD-87EC-D274-A717-4C30C4F21835}"/>
          </ac:spMkLst>
        </pc:spChg>
      </pc:sldChg>
      <pc:sldChg chg="modSp add replId">
        <pc:chgData name="Diego José García González" userId="S::djgg03@educastillalamancha.es::62bb8909-ef9f-4346-8089-2f19c88e63fa" providerId="AD" clId="Web-{2C8C8D1F-780A-9F49-85ED-72E27793FA96}" dt="2025-08-16T09:58:56.048" v="309" actId="20577"/>
        <pc:sldMkLst>
          <pc:docMk/>
          <pc:sldMk cId="3173068875" sldId="444"/>
        </pc:sldMkLst>
        <pc:spChg chg="mod">
          <ac:chgData name="Diego José García González" userId="S::djgg03@educastillalamancha.es::62bb8909-ef9f-4346-8089-2f19c88e63fa" providerId="AD" clId="Web-{2C8C8D1F-780A-9F49-85ED-72E27793FA96}" dt="2025-08-16T09:58:56.048" v="309" actId="20577"/>
          <ac:spMkLst>
            <pc:docMk/>
            <pc:sldMk cId="3173068875" sldId="444"/>
            <ac:spMk id="3" creationId="{10B7CF27-14CE-3DC6-6A5A-C9912C0BC57B}"/>
          </ac:spMkLst>
        </pc:spChg>
      </pc:sldChg>
      <pc:sldChg chg="modSp add replId">
        <pc:chgData name="Diego José García González" userId="S::djgg03@educastillalamancha.es::62bb8909-ef9f-4346-8089-2f19c88e63fa" providerId="AD" clId="Web-{2C8C8D1F-780A-9F49-85ED-72E27793FA96}" dt="2025-08-16T09:59:49.080" v="324" actId="20577"/>
        <pc:sldMkLst>
          <pc:docMk/>
          <pc:sldMk cId="345297772" sldId="445"/>
        </pc:sldMkLst>
        <pc:spChg chg="mod">
          <ac:chgData name="Diego José García González" userId="S::djgg03@educastillalamancha.es::62bb8909-ef9f-4346-8089-2f19c88e63fa" providerId="AD" clId="Web-{2C8C8D1F-780A-9F49-85ED-72E27793FA96}" dt="2025-08-16T09:59:49.080" v="324" actId="20577"/>
          <ac:spMkLst>
            <pc:docMk/>
            <pc:sldMk cId="345297772" sldId="445"/>
            <ac:spMk id="3" creationId="{4FC07976-A4FF-0C9A-0E76-226CC0ED7243}"/>
          </ac:spMkLst>
        </pc:spChg>
      </pc:sldChg>
      <pc:sldChg chg="modSp add replId">
        <pc:chgData name="Diego José García González" userId="S::djgg03@educastillalamancha.es::62bb8909-ef9f-4346-8089-2f19c88e63fa" providerId="AD" clId="Web-{2C8C8D1F-780A-9F49-85ED-72E27793FA96}" dt="2025-08-16T10:00:56.582" v="346" actId="20577"/>
        <pc:sldMkLst>
          <pc:docMk/>
          <pc:sldMk cId="3888342407" sldId="446"/>
        </pc:sldMkLst>
        <pc:spChg chg="mod">
          <ac:chgData name="Diego José García González" userId="S::djgg03@educastillalamancha.es::62bb8909-ef9f-4346-8089-2f19c88e63fa" providerId="AD" clId="Web-{2C8C8D1F-780A-9F49-85ED-72E27793FA96}" dt="2025-08-16T10:00:56.582" v="346" actId="20577"/>
          <ac:spMkLst>
            <pc:docMk/>
            <pc:sldMk cId="3888342407" sldId="446"/>
            <ac:spMk id="3" creationId="{8122D0D0-B2EC-2E32-1229-47B03E24C241}"/>
          </ac:spMkLst>
        </pc:spChg>
      </pc:sldChg>
      <pc:sldChg chg="modSp add replId">
        <pc:chgData name="Diego José García González" userId="S::djgg03@educastillalamancha.es::62bb8909-ef9f-4346-8089-2f19c88e63fa" providerId="AD" clId="Web-{2C8C8D1F-780A-9F49-85ED-72E27793FA96}" dt="2025-08-16T10:02:32.072" v="366" actId="20577"/>
        <pc:sldMkLst>
          <pc:docMk/>
          <pc:sldMk cId="546607335" sldId="447"/>
        </pc:sldMkLst>
        <pc:spChg chg="mod">
          <ac:chgData name="Diego José García González" userId="S::djgg03@educastillalamancha.es::62bb8909-ef9f-4346-8089-2f19c88e63fa" providerId="AD" clId="Web-{2C8C8D1F-780A-9F49-85ED-72E27793FA96}" dt="2025-08-16T10:02:32.072" v="366" actId="20577"/>
          <ac:spMkLst>
            <pc:docMk/>
            <pc:sldMk cId="546607335" sldId="447"/>
            <ac:spMk id="3" creationId="{9CE5B581-486D-E577-9672-C434C13D1DCA}"/>
          </ac:spMkLst>
        </pc:spChg>
      </pc:sldChg>
      <pc:sldChg chg="modSp add replId">
        <pc:chgData name="Diego José García González" userId="S::djgg03@educastillalamancha.es::62bb8909-ef9f-4346-8089-2f19c88e63fa" providerId="AD" clId="Web-{2C8C8D1F-780A-9F49-85ED-72E27793FA96}" dt="2025-08-16T10:03:28.313" v="377" actId="20577"/>
        <pc:sldMkLst>
          <pc:docMk/>
          <pc:sldMk cId="2174503329" sldId="448"/>
        </pc:sldMkLst>
        <pc:spChg chg="mod">
          <ac:chgData name="Diego José García González" userId="S::djgg03@educastillalamancha.es::62bb8909-ef9f-4346-8089-2f19c88e63fa" providerId="AD" clId="Web-{2C8C8D1F-780A-9F49-85ED-72E27793FA96}" dt="2025-08-16T10:03:28.313" v="377" actId="20577"/>
          <ac:spMkLst>
            <pc:docMk/>
            <pc:sldMk cId="2174503329" sldId="448"/>
            <ac:spMk id="3" creationId="{2FEA8ECA-34E1-614E-837C-65A6C669B5B9}"/>
          </ac:spMkLst>
        </pc:spChg>
      </pc:sldChg>
      <pc:sldChg chg="modSp add replId">
        <pc:chgData name="Diego José García González" userId="S::djgg03@educastillalamancha.es::62bb8909-ef9f-4346-8089-2f19c88e63fa" providerId="AD" clId="Web-{2C8C8D1F-780A-9F49-85ED-72E27793FA96}" dt="2025-08-16T10:05:23.284" v="403" actId="20577"/>
        <pc:sldMkLst>
          <pc:docMk/>
          <pc:sldMk cId="2797364077" sldId="449"/>
        </pc:sldMkLst>
        <pc:spChg chg="mod">
          <ac:chgData name="Diego José García González" userId="S::djgg03@educastillalamancha.es::62bb8909-ef9f-4346-8089-2f19c88e63fa" providerId="AD" clId="Web-{2C8C8D1F-780A-9F49-85ED-72E27793FA96}" dt="2025-08-16T10:05:23.284" v="403" actId="20577"/>
          <ac:spMkLst>
            <pc:docMk/>
            <pc:sldMk cId="2797364077" sldId="449"/>
            <ac:spMk id="3" creationId="{9273CFBD-A44D-3199-FED7-9F3DE2334B5B}"/>
          </ac:spMkLst>
        </pc:spChg>
      </pc:sldChg>
      <pc:sldChg chg="modSp add replId">
        <pc:chgData name="Diego José García González" userId="S::djgg03@educastillalamancha.es::62bb8909-ef9f-4346-8089-2f19c88e63fa" providerId="AD" clId="Web-{2C8C8D1F-780A-9F49-85ED-72E27793FA96}" dt="2025-08-16T10:06:31.630" v="415" actId="20577"/>
        <pc:sldMkLst>
          <pc:docMk/>
          <pc:sldMk cId="1574456176" sldId="450"/>
        </pc:sldMkLst>
        <pc:spChg chg="mod">
          <ac:chgData name="Diego José García González" userId="S::djgg03@educastillalamancha.es::62bb8909-ef9f-4346-8089-2f19c88e63fa" providerId="AD" clId="Web-{2C8C8D1F-780A-9F49-85ED-72E27793FA96}" dt="2025-08-16T10:06:31.630" v="415" actId="20577"/>
          <ac:spMkLst>
            <pc:docMk/>
            <pc:sldMk cId="1574456176" sldId="450"/>
            <ac:spMk id="3" creationId="{17F02520-4534-385D-4ACF-EA65809DDE3D}"/>
          </ac:spMkLst>
        </pc:spChg>
      </pc:sldChg>
      <pc:sldChg chg="modSp add replId">
        <pc:chgData name="Diego José García González" userId="S::djgg03@educastillalamancha.es::62bb8909-ef9f-4346-8089-2f19c88e63fa" providerId="AD" clId="Web-{2C8C8D1F-780A-9F49-85ED-72E27793FA96}" dt="2025-08-16T10:09:03.450" v="453" actId="20577"/>
        <pc:sldMkLst>
          <pc:docMk/>
          <pc:sldMk cId="681245099" sldId="451"/>
        </pc:sldMkLst>
        <pc:spChg chg="mod">
          <ac:chgData name="Diego José García González" userId="S::djgg03@educastillalamancha.es::62bb8909-ef9f-4346-8089-2f19c88e63fa" providerId="AD" clId="Web-{2C8C8D1F-780A-9F49-85ED-72E27793FA96}" dt="2025-08-16T10:09:03.450" v="453" actId="20577"/>
          <ac:spMkLst>
            <pc:docMk/>
            <pc:sldMk cId="681245099" sldId="451"/>
            <ac:spMk id="3" creationId="{26CCE458-D59E-6909-F36E-6C6480F62F3F}"/>
          </ac:spMkLst>
        </pc:spChg>
      </pc:sldChg>
      <pc:sldChg chg="modSp add replId">
        <pc:chgData name="Diego José García González" userId="S::djgg03@educastillalamancha.es::62bb8909-ef9f-4346-8089-2f19c88e63fa" providerId="AD" clId="Web-{2C8C8D1F-780A-9F49-85ED-72E27793FA96}" dt="2025-08-16T10:10:43.234" v="473" actId="20577"/>
        <pc:sldMkLst>
          <pc:docMk/>
          <pc:sldMk cId="2418384401" sldId="452"/>
        </pc:sldMkLst>
        <pc:spChg chg="mod">
          <ac:chgData name="Diego José García González" userId="S::djgg03@educastillalamancha.es::62bb8909-ef9f-4346-8089-2f19c88e63fa" providerId="AD" clId="Web-{2C8C8D1F-780A-9F49-85ED-72E27793FA96}" dt="2025-08-16T10:10:43.234" v="473" actId="20577"/>
          <ac:spMkLst>
            <pc:docMk/>
            <pc:sldMk cId="2418384401" sldId="452"/>
            <ac:spMk id="3" creationId="{F1A6E23B-50BA-A1CA-C132-7EF87D0C31DE}"/>
          </ac:spMkLst>
        </pc:spChg>
      </pc:sldChg>
      <pc:sldChg chg="modSp add replId">
        <pc:chgData name="Diego José García González" userId="S::djgg03@educastillalamancha.es::62bb8909-ef9f-4346-8089-2f19c88e63fa" providerId="AD" clId="Web-{2C8C8D1F-780A-9F49-85ED-72E27793FA96}" dt="2025-08-16T10:12:32.175" v="508" actId="20577"/>
        <pc:sldMkLst>
          <pc:docMk/>
          <pc:sldMk cId="3103930166" sldId="453"/>
        </pc:sldMkLst>
        <pc:spChg chg="mod">
          <ac:chgData name="Diego José García González" userId="S::djgg03@educastillalamancha.es::62bb8909-ef9f-4346-8089-2f19c88e63fa" providerId="AD" clId="Web-{2C8C8D1F-780A-9F49-85ED-72E27793FA96}" dt="2025-08-16T10:12:32.175" v="508" actId="20577"/>
          <ac:spMkLst>
            <pc:docMk/>
            <pc:sldMk cId="3103930166" sldId="453"/>
            <ac:spMk id="3" creationId="{1CBA4285-7BF8-E825-8F75-E0FE720955EE}"/>
          </ac:spMkLst>
        </pc:spChg>
      </pc:sldChg>
      <pc:sldChg chg="modSp add replId">
        <pc:chgData name="Diego José García González" userId="S::djgg03@educastillalamancha.es::62bb8909-ef9f-4346-8089-2f19c88e63fa" providerId="AD" clId="Web-{2C8C8D1F-780A-9F49-85ED-72E27793FA96}" dt="2025-08-16T10:16:22.649" v="591" actId="20577"/>
        <pc:sldMkLst>
          <pc:docMk/>
          <pc:sldMk cId="2494439929" sldId="454"/>
        </pc:sldMkLst>
        <pc:spChg chg="mod">
          <ac:chgData name="Diego José García González" userId="S::djgg03@educastillalamancha.es::62bb8909-ef9f-4346-8089-2f19c88e63fa" providerId="AD" clId="Web-{2C8C8D1F-780A-9F49-85ED-72E27793FA96}" dt="2025-08-16T10:15:35.320" v="564" actId="20577"/>
          <ac:spMkLst>
            <pc:docMk/>
            <pc:sldMk cId="2494439929" sldId="454"/>
            <ac:spMk id="2" creationId="{D431B436-9075-4B4C-D674-6EA00FAFEB96}"/>
          </ac:spMkLst>
        </pc:spChg>
        <pc:spChg chg="mod">
          <ac:chgData name="Diego José García González" userId="S::djgg03@educastillalamancha.es::62bb8909-ef9f-4346-8089-2f19c88e63fa" providerId="AD" clId="Web-{2C8C8D1F-780A-9F49-85ED-72E27793FA96}" dt="2025-08-16T10:16:22.649" v="591" actId="20577"/>
          <ac:spMkLst>
            <pc:docMk/>
            <pc:sldMk cId="2494439929" sldId="454"/>
            <ac:spMk id="3" creationId="{48FC6E91-6CBB-BC6A-2799-229A62A07405}"/>
          </ac:spMkLst>
        </pc:spChg>
      </pc:sldChg>
      <pc:sldChg chg="modSp add replId">
        <pc:chgData name="Diego José García González" userId="S::djgg03@educastillalamancha.es::62bb8909-ef9f-4346-8089-2f19c88e63fa" providerId="AD" clId="Web-{2C8C8D1F-780A-9F49-85ED-72E27793FA96}" dt="2025-08-16T10:15:15.226" v="562" actId="20577"/>
        <pc:sldMkLst>
          <pc:docMk/>
          <pc:sldMk cId="617972628" sldId="455"/>
        </pc:sldMkLst>
        <pc:spChg chg="mod">
          <ac:chgData name="Diego José García González" userId="S::djgg03@educastillalamancha.es::62bb8909-ef9f-4346-8089-2f19c88e63fa" providerId="AD" clId="Web-{2C8C8D1F-780A-9F49-85ED-72E27793FA96}" dt="2025-08-16T10:15:15.226" v="562" actId="20577"/>
          <ac:spMkLst>
            <pc:docMk/>
            <pc:sldMk cId="617972628" sldId="455"/>
            <ac:spMk id="2" creationId="{C51D4739-53FA-283F-804E-05F8539342F1}"/>
          </ac:spMkLst>
        </pc:spChg>
        <pc:spChg chg="mod">
          <ac:chgData name="Diego José García González" userId="S::djgg03@educastillalamancha.es::62bb8909-ef9f-4346-8089-2f19c88e63fa" providerId="AD" clId="Web-{2C8C8D1F-780A-9F49-85ED-72E27793FA96}" dt="2025-08-16T10:14:43.162" v="559" actId="20577"/>
          <ac:spMkLst>
            <pc:docMk/>
            <pc:sldMk cId="617972628" sldId="455"/>
            <ac:spMk id="3" creationId="{D322E552-932D-826E-A719-4B8E14B195BB}"/>
          </ac:spMkLst>
        </pc:spChg>
      </pc:sldChg>
      <pc:sldChg chg="modSp add replId">
        <pc:chgData name="Diego José García González" userId="S::djgg03@educastillalamancha.es::62bb8909-ef9f-4346-8089-2f19c88e63fa" providerId="AD" clId="Web-{2C8C8D1F-780A-9F49-85ED-72E27793FA96}" dt="2025-08-16T10:17:16.432" v="613" actId="20577"/>
        <pc:sldMkLst>
          <pc:docMk/>
          <pc:sldMk cId="266993272" sldId="456"/>
        </pc:sldMkLst>
        <pc:spChg chg="mod">
          <ac:chgData name="Diego José García González" userId="S::djgg03@educastillalamancha.es::62bb8909-ef9f-4346-8089-2f19c88e63fa" providerId="AD" clId="Web-{2C8C8D1F-780A-9F49-85ED-72E27793FA96}" dt="2025-08-16T10:15:07.366" v="561" actId="20577"/>
          <ac:spMkLst>
            <pc:docMk/>
            <pc:sldMk cId="266993272" sldId="456"/>
            <ac:spMk id="2" creationId="{B77AA22D-4677-7C27-15B9-1B0CE0115ABE}"/>
          </ac:spMkLst>
        </pc:spChg>
        <pc:spChg chg="mod">
          <ac:chgData name="Diego José García González" userId="S::djgg03@educastillalamancha.es::62bb8909-ef9f-4346-8089-2f19c88e63fa" providerId="AD" clId="Web-{2C8C8D1F-780A-9F49-85ED-72E27793FA96}" dt="2025-08-16T10:17:16.432" v="613" actId="20577"/>
          <ac:spMkLst>
            <pc:docMk/>
            <pc:sldMk cId="266993272" sldId="456"/>
            <ac:spMk id="3" creationId="{E6ABD654-3CA1-7699-9A10-2F588F721E49}"/>
          </ac:spMkLst>
        </pc:spChg>
      </pc:sldChg>
      <pc:sldChg chg="modSp add replId">
        <pc:chgData name="Diego José García González" userId="S::djgg03@educastillalamancha.es::62bb8909-ef9f-4346-8089-2f19c88e63fa" providerId="AD" clId="Web-{2C8C8D1F-780A-9F49-85ED-72E27793FA96}" dt="2025-08-16T10:20:56.953" v="667" actId="20577"/>
        <pc:sldMkLst>
          <pc:docMk/>
          <pc:sldMk cId="3133450966" sldId="457"/>
        </pc:sldMkLst>
        <pc:spChg chg="mod">
          <ac:chgData name="Diego José García González" userId="S::djgg03@educastillalamancha.es::62bb8909-ef9f-4346-8089-2f19c88e63fa" providerId="AD" clId="Web-{2C8C8D1F-780A-9F49-85ED-72E27793FA96}" dt="2025-08-16T10:20:56.953" v="667" actId="20577"/>
          <ac:spMkLst>
            <pc:docMk/>
            <pc:sldMk cId="3133450966" sldId="457"/>
            <ac:spMk id="3" creationId="{36969DDC-0DB0-5640-52A8-3AC8D958A68F}"/>
          </ac:spMkLst>
        </pc:spChg>
      </pc:sldChg>
      <pc:sldChg chg="modSp add replId">
        <pc:chgData name="Diego José García González" userId="S::djgg03@educastillalamancha.es::62bb8909-ef9f-4346-8089-2f19c88e63fa" providerId="AD" clId="Web-{2C8C8D1F-780A-9F49-85ED-72E27793FA96}" dt="2025-08-16T10:21:52.689" v="697" actId="20577"/>
        <pc:sldMkLst>
          <pc:docMk/>
          <pc:sldMk cId="3115750048" sldId="458"/>
        </pc:sldMkLst>
        <pc:spChg chg="mod">
          <ac:chgData name="Diego José García González" userId="S::djgg03@educastillalamancha.es::62bb8909-ef9f-4346-8089-2f19c88e63fa" providerId="AD" clId="Web-{2C8C8D1F-780A-9F49-85ED-72E27793FA96}" dt="2025-08-16T10:21:52.689" v="697" actId="20577"/>
          <ac:spMkLst>
            <pc:docMk/>
            <pc:sldMk cId="3115750048" sldId="458"/>
            <ac:spMk id="3" creationId="{CB8B7BB5-559B-34FE-67EE-905537AE1065}"/>
          </ac:spMkLst>
        </pc:spChg>
      </pc:sldChg>
      <pc:sldChg chg="modSp add replId">
        <pc:chgData name="Diego José García González" userId="S::djgg03@educastillalamancha.es::62bb8909-ef9f-4346-8089-2f19c88e63fa" providerId="AD" clId="Web-{2C8C8D1F-780A-9F49-85ED-72E27793FA96}" dt="2025-08-16T10:22:56.300" v="708" actId="20577"/>
        <pc:sldMkLst>
          <pc:docMk/>
          <pc:sldMk cId="1194963445" sldId="459"/>
        </pc:sldMkLst>
        <pc:spChg chg="mod">
          <ac:chgData name="Diego José García González" userId="S::djgg03@educastillalamancha.es::62bb8909-ef9f-4346-8089-2f19c88e63fa" providerId="AD" clId="Web-{2C8C8D1F-780A-9F49-85ED-72E27793FA96}" dt="2025-08-16T10:22:56.300" v="708" actId="20577"/>
          <ac:spMkLst>
            <pc:docMk/>
            <pc:sldMk cId="1194963445" sldId="459"/>
            <ac:spMk id="3" creationId="{FED49145-D4D1-CA4B-1B36-601374F8CB5D}"/>
          </ac:spMkLst>
        </pc:spChg>
      </pc:sldChg>
      <pc:sldChg chg="modSp add replId">
        <pc:chgData name="Diego José García González" userId="S::djgg03@educastillalamancha.es::62bb8909-ef9f-4346-8089-2f19c88e63fa" providerId="AD" clId="Web-{2C8C8D1F-780A-9F49-85ED-72E27793FA96}" dt="2025-08-16T10:23:52.364" v="745" actId="20577"/>
        <pc:sldMkLst>
          <pc:docMk/>
          <pc:sldMk cId="3803216682" sldId="460"/>
        </pc:sldMkLst>
        <pc:spChg chg="mod">
          <ac:chgData name="Diego José García González" userId="S::djgg03@educastillalamancha.es::62bb8909-ef9f-4346-8089-2f19c88e63fa" providerId="AD" clId="Web-{2C8C8D1F-780A-9F49-85ED-72E27793FA96}" dt="2025-08-16T10:23:52.364" v="745" actId="20577"/>
          <ac:spMkLst>
            <pc:docMk/>
            <pc:sldMk cId="3803216682" sldId="460"/>
            <ac:spMk id="3" creationId="{8567101D-2BBC-88A6-294B-1C85A2C4DB9D}"/>
          </ac:spMkLst>
        </pc:spChg>
      </pc:sldChg>
      <pc:sldChg chg="modSp add replId">
        <pc:chgData name="Diego José García González" userId="S::djgg03@educastillalamancha.es::62bb8909-ef9f-4346-8089-2f19c88e63fa" providerId="AD" clId="Web-{2C8C8D1F-780A-9F49-85ED-72E27793FA96}" dt="2025-08-16T10:24:57.648" v="789" actId="20577"/>
        <pc:sldMkLst>
          <pc:docMk/>
          <pc:sldMk cId="3085457564" sldId="461"/>
        </pc:sldMkLst>
        <pc:spChg chg="mod">
          <ac:chgData name="Diego José García González" userId="S::djgg03@educastillalamancha.es::62bb8909-ef9f-4346-8089-2f19c88e63fa" providerId="AD" clId="Web-{2C8C8D1F-780A-9F49-85ED-72E27793FA96}" dt="2025-08-16T10:24:57.648" v="789" actId="20577"/>
          <ac:spMkLst>
            <pc:docMk/>
            <pc:sldMk cId="3085457564" sldId="461"/>
            <ac:spMk id="3" creationId="{66390761-5A26-4025-B2BF-0700E5BB7975}"/>
          </ac:spMkLst>
        </pc:spChg>
      </pc:sldChg>
      <pc:sldChg chg="modSp add replId">
        <pc:chgData name="Diego José García González" userId="S::djgg03@educastillalamancha.es::62bb8909-ef9f-4346-8089-2f19c88e63fa" providerId="AD" clId="Web-{2C8C8D1F-780A-9F49-85ED-72E27793FA96}" dt="2025-08-16T10:27:16.667" v="847" actId="20577"/>
        <pc:sldMkLst>
          <pc:docMk/>
          <pc:sldMk cId="1834050567" sldId="462"/>
        </pc:sldMkLst>
        <pc:spChg chg="mod">
          <ac:chgData name="Diego José García González" userId="S::djgg03@educastillalamancha.es::62bb8909-ef9f-4346-8089-2f19c88e63fa" providerId="AD" clId="Web-{2C8C8D1F-780A-9F49-85ED-72E27793FA96}" dt="2025-08-16T10:27:16.667" v="847" actId="20577"/>
          <ac:spMkLst>
            <pc:docMk/>
            <pc:sldMk cId="1834050567" sldId="462"/>
            <ac:spMk id="3" creationId="{C54789E2-639B-0D1A-F971-2A4162805A9F}"/>
          </ac:spMkLst>
        </pc:spChg>
      </pc:sldChg>
      <pc:sldChg chg="modSp add replId">
        <pc:chgData name="Diego José García González" userId="S::djgg03@educastillalamancha.es::62bb8909-ef9f-4346-8089-2f19c88e63fa" providerId="AD" clId="Web-{2C8C8D1F-780A-9F49-85ED-72E27793FA96}" dt="2025-08-16T10:29:52.067" v="880" actId="20577"/>
        <pc:sldMkLst>
          <pc:docMk/>
          <pc:sldMk cId="812803712" sldId="463"/>
        </pc:sldMkLst>
        <pc:spChg chg="mod">
          <ac:chgData name="Diego José García González" userId="S::djgg03@educastillalamancha.es::62bb8909-ef9f-4346-8089-2f19c88e63fa" providerId="AD" clId="Web-{2C8C8D1F-780A-9F49-85ED-72E27793FA96}" dt="2025-08-16T10:29:52.067" v="880" actId="20577"/>
          <ac:spMkLst>
            <pc:docMk/>
            <pc:sldMk cId="812803712" sldId="463"/>
            <ac:spMk id="3" creationId="{5C3972D1-47DD-FFCE-4449-FA50E599732E}"/>
          </ac:spMkLst>
        </pc:spChg>
      </pc:sldChg>
      <pc:sldChg chg="modSp add replId">
        <pc:chgData name="Diego José García González" userId="S::djgg03@educastillalamancha.es::62bb8909-ef9f-4346-8089-2f19c88e63fa" providerId="AD" clId="Web-{2C8C8D1F-780A-9F49-85ED-72E27793FA96}" dt="2025-08-16T10:30:26.724" v="891" actId="20577"/>
        <pc:sldMkLst>
          <pc:docMk/>
          <pc:sldMk cId="3896483919" sldId="464"/>
        </pc:sldMkLst>
        <pc:spChg chg="mod">
          <ac:chgData name="Diego José García González" userId="S::djgg03@educastillalamancha.es::62bb8909-ef9f-4346-8089-2f19c88e63fa" providerId="AD" clId="Web-{2C8C8D1F-780A-9F49-85ED-72E27793FA96}" dt="2025-08-16T10:30:26.724" v="891" actId="20577"/>
          <ac:spMkLst>
            <pc:docMk/>
            <pc:sldMk cId="3896483919" sldId="464"/>
            <ac:spMk id="3" creationId="{4152A017-A1CF-95F4-3FBE-24CBBF7473BD}"/>
          </ac:spMkLst>
        </pc:spChg>
      </pc:sldChg>
      <pc:sldChg chg="modSp add ord replId">
        <pc:chgData name="Diego José García González" userId="S::djgg03@educastillalamancha.es::62bb8909-ef9f-4346-8089-2f19c88e63fa" providerId="AD" clId="Web-{2C8C8D1F-780A-9F49-85ED-72E27793FA96}" dt="2025-08-16T10:31:56.585" v="912"/>
        <pc:sldMkLst>
          <pc:docMk/>
          <pc:sldMk cId="3215199857" sldId="465"/>
        </pc:sldMkLst>
        <pc:spChg chg="mod">
          <ac:chgData name="Diego José García González" userId="S::djgg03@educastillalamancha.es::62bb8909-ef9f-4346-8089-2f19c88e63fa" providerId="AD" clId="Web-{2C8C8D1F-780A-9F49-85ED-72E27793FA96}" dt="2025-08-16T10:31:15.537" v="894" actId="20577"/>
          <ac:spMkLst>
            <pc:docMk/>
            <pc:sldMk cId="3215199857" sldId="465"/>
            <ac:spMk id="2" creationId="{D4AD4CEE-ACF0-961D-8AF5-CBC1FC9C5EE3}"/>
          </ac:spMkLst>
        </pc:spChg>
        <pc:spChg chg="mod">
          <ac:chgData name="Diego José García González" userId="S::djgg03@educastillalamancha.es::62bb8909-ef9f-4346-8089-2f19c88e63fa" providerId="AD" clId="Web-{2C8C8D1F-780A-9F49-85ED-72E27793FA96}" dt="2025-08-16T10:31:47.882" v="911" actId="20577"/>
          <ac:spMkLst>
            <pc:docMk/>
            <pc:sldMk cId="3215199857" sldId="465"/>
            <ac:spMk id="3" creationId="{27D85EB7-1613-6B81-BB5D-56696E4393EF}"/>
          </ac:spMkLst>
        </pc:spChg>
      </pc:sldChg>
      <pc:sldChg chg="modSp add replId">
        <pc:chgData name="Diego José García González" userId="S::djgg03@educastillalamancha.es::62bb8909-ef9f-4346-8089-2f19c88e63fa" providerId="AD" clId="Web-{2C8C8D1F-780A-9F49-85ED-72E27793FA96}" dt="2025-08-16T10:33:48.119" v="958" actId="20577"/>
        <pc:sldMkLst>
          <pc:docMk/>
          <pc:sldMk cId="3247851624" sldId="466"/>
        </pc:sldMkLst>
        <pc:spChg chg="mod">
          <ac:chgData name="Diego José García González" userId="S::djgg03@educastillalamancha.es::62bb8909-ef9f-4346-8089-2f19c88e63fa" providerId="AD" clId="Web-{2C8C8D1F-780A-9F49-85ED-72E27793FA96}" dt="2025-08-16T10:33:48.119" v="958" actId="20577"/>
          <ac:spMkLst>
            <pc:docMk/>
            <pc:sldMk cId="3247851624" sldId="466"/>
            <ac:spMk id="3" creationId="{BC1C3B6F-1CC0-D7B9-D135-484436F71DEE}"/>
          </ac:spMkLst>
        </pc:spChg>
      </pc:sldChg>
      <pc:sldChg chg="modSp add replId">
        <pc:chgData name="Diego José García González" userId="S::djgg03@educastillalamancha.es::62bb8909-ef9f-4346-8089-2f19c88e63fa" providerId="AD" clId="Web-{2C8C8D1F-780A-9F49-85ED-72E27793FA96}" dt="2025-08-16T10:34:16.433" v="972" actId="20577"/>
        <pc:sldMkLst>
          <pc:docMk/>
          <pc:sldMk cId="890056625" sldId="467"/>
        </pc:sldMkLst>
        <pc:spChg chg="mod">
          <ac:chgData name="Diego José García González" userId="S::djgg03@educastillalamancha.es::62bb8909-ef9f-4346-8089-2f19c88e63fa" providerId="AD" clId="Web-{2C8C8D1F-780A-9F49-85ED-72E27793FA96}" dt="2025-08-16T10:34:16.433" v="972" actId="20577"/>
          <ac:spMkLst>
            <pc:docMk/>
            <pc:sldMk cId="890056625" sldId="467"/>
            <ac:spMk id="3" creationId="{6AE54475-B94B-72E0-8C60-676ADC86D0AD}"/>
          </ac:spMkLst>
        </pc:spChg>
      </pc:sldChg>
      <pc:sldChg chg="modSp add replId">
        <pc:chgData name="Diego José García González" userId="S::djgg03@educastillalamancha.es::62bb8909-ef9f-4346-8089-2f19c88e63fa" providerId="AD" clId="Web-{2C8C8D1F-780A-9F49-85ED-72E27793FA96}" dt="2025-08-16T10:38:44.705" v="1050" actId="20577"/>
        <pc:sldMkLst>
          <pc:docMk/>
          <pc:sldMk cId="1137109262" sldId="468"/>
        </pc:sldMkLst>
        <pc:spChg chg="mod">
          <ac:chgData name="Diego José García González" userId="S::djgg03@educastillalamancha.es::62bb8909-ef9f-4346-8089-2f19c88e63fa" providerId="AD" clId="Web-{2C8C8D1F-780A-9F49-85ED-72E27793FA96}" dt="2025-08-16T10:38:23.111" v="1037" actId="20577"/>
          <ac:spMkLst>
            <pc:docMk/>
            <pc:sldMk cId="1137109262" sldId="468"/>
            <ac:spMk id="2" creationId="{1D903508-A316-10AE-E11D-868C7D37AF6D}"/>
          </ac:spMkLst>
        </pc:spChg>
        <pc:spChg chg="mod">
          <ac:chgData name="Diego José García González" userId="S::djgg03@educastillalamancha.es::62bb8909-ef9f-4346-8089-2f19c88e63fa" providerId="AD" clId="Web-{2C8C8D1F-780A-9F49-85ED-72E27793FA96}" dt="2025-08-16T10:38:44.705" v="1050" actId="20577"/>
          <ac:spMkLst>
            <pc:docMk/>
            <pc:sldMk cId="1137109262" sldId="468"/>
            <ac:spMk id="3" creationId="{DCE93131-504D-D76F-AD91-E4A77675994D}"/>
          </ac:spMkLst>
        </pc:spChg>
      </pc:sldChg>
      <pc:sldChg chg="modSp add replId">
        <pc:chgData name="Diego José García González" userId="S::djgg03@educastillalamancha.es::62bb8909-ef9f-4346-8089-2f19c88e63fa" providerId="AD" clId="Web-{2C8C8D1F-780A-9F49-85ED-72E27793FA96}" dt="2025-08-16T10:40:30.661" v="1089" actId="20577"/>
        <pc:sldMkLst>
          <pc:docMk/>
          <pc:sldMk cId="3596070393" sldId="469"/>
        </pc:sldMkLst>
        <pc:spChg chg="mod">
          <ac:chgData name="Diego José García González" userId="S::djgg03@educastillalamancha.es::62bb8909-ef9f-4346-8089-2f19c88e63fa" providerId="AD" clId="Web-{2C8C8D1F-780A-9F49-85ED-72E27793FA96}" dt="2025-08-16T10:40:09.988" v="1076" actId="20577"/>
          <ac:spMkLst>
            <pc:docMk/>
            <pc:sldMk cId="3596070393" sldId="469"/>
            <ac:spMk id="2" creationId="{F24870EA-2D20-6C95-5996-024EEFDD9F7F}"/>
          </ac:spMkLst>
        </pc:spChg>
        <pc:spChg chg="mod">
          <ac:chgData name="Diego José García González" userId="S::djgg03@educastillalamancha.es::62bb8909-ef9f-4346-8089-2f19c88e63fa" providerId="AD" clId="Web-{2C8C8D1F-780A-9F49-85ED-72E27793FA96}" dt="2025-08-16T10:40:30.661" v="1089" actId="20577"/>
          <ac:spMkLst>
            <pc:docMk/>
            <pc:sldMk cId="3596070393" sldId="469"/>
            <ac:spMk id="3" creationId="{7DBA1093-E6F5-854A-7902-C77AB20DC58B}"/>
          </ac:spMkLst>
        </pc:spChg>
      </pc:sldChg>
      <pc:sldChg chg="modSp add replId">
        <pc:chgData name="Diego José García González" userId="S::djgg03@educastillalamancha.es::62bb8909-ef9f-4346-8089-2f19c88e63fa" providerId="AD" clId="Web-{2C8C8D1F-780A-9F49-85ED-72E27793FA96}" dt="2025-08-16T10:42:39.742" v="1147" actId="20577"/>
        <pc:sldMkLst>
          <pc:docMk/>
          <pc:sldMk cId="767145919" sldId="470"/>
        </pc:sldMkLst>
        <pc:spChg chg="mod">
          <ac:chgData name="Diego José García González" userId="S::djgg03@educastillalamancha.es::62bb8909-ef9f-4346-8089-2f19c88e63fa" providerId="AD" clId="Web-{2C8C8D1F-780A-9F49-85ED-72E27793FA96}" dt="2025-08-16T10:41:55.288" v="1125" actId="20577"/>
          <ac:spMkLst>
            <pc:docMk/>
            <pc:sldMk cId="767145919" sldId="470"/>
            <ac:spMk id="2" creationId="{1D68455F-98CD-EFC9-450D-CCA9DD87BF50}"/>
          </ac:spMkLst>
        </pc:spChg>
        <pc:spChg chg="mod">
          <ac:chgData name="Diego José García González" userId="S::djgg03@educastillalamancha.es::62bb8909-ef9f-4346-8089-2f19c88e63fa" providerId="AD" clId="Web-{2C8C8D1F-780A-9F49-85ED-72E27793FA96}" dt="2025-08-16T10:42:39.742" v="1147" actId="20577"/>
          <ac:spMkLst>
            <pc:docMk/>
            <pc:sldMk cId="767145919" sldId="470"/>
            <ac:spMk id="3" creationId="{C8F9F8AE-C409-ECBF-E61B-0A6228DBC491}"/>
          </ac:spMkLst>
        </pc:spChg>
      </pc:sldChg>
      <pc:sldChg chg="add del replId">
        <pc:chgData name="Diego José García González" userId="S::djgg03@educastillalamancha.es::62bb8909-ef9f-4346-8089-2f19c88e63fa" providerId="AD" clId="Web-{2C8C8D1F-780A-9F49-85ED-72E27793FA96}" dt="2025-08-16T10:48:32.642" v="1329"/>
        <pc:sldMkLst>
          <pc:docMk/>
          <pc:sldMk cId="4092197637" sldId="471"/>
        </pc:sldMkLst>
      </pc:sldChg>
      <pc:sldChg chg="modSp add replId">
        <pc:chgData name="Diego José García González" userId="S::djgg03@educastillalamancha.es::62bb8909-ef9f-4346-8089-2f19c88e63fa" providerId="AD" clId="Web-{2C8C8D1F-780A-9F49-85ED-72E27793FA96}" dt="2025-08-16T10:36:46.483" v="1017" actId="20577"/>
        <pc:sldMkLst>
          <pc:docMk/>
          <pc:sldMk cId="271797383" sldId="472"/>
        </pc:sldMkLst>
        <pc:spChg chg="mod">
          <ac:chgData name="Diego José García González" userId="S::djgg03@educastillalamancha.es::62bb8909-ef9f-4346-8089-2f19c88e63fa" providerId="AD" clId="Web-{2C8C8D1F-780A-9F49-85ED-72E27793FA96}" dt="2025-08-16T10:36:46.483" v="1017" actId="20577"/>
          <ac:spMkLst>
            <pc:docMk/>
            <pc:sldMk cId="271797383" sldId="472"/>
            <ac:spMk id="3" creationId="{B7E2003F-0690-109D-FEB2-AB785429E495}"/>
          </ac:spMkLst>
        </pc:spChg>
      </pc:sldChg>
      <pc:sldChg chg="modSp add replId">
        <pc:chgData name="Diego José García González" userId="S::djgg03@educastillalamancha.es::62bb8909-ef9f-4346-8089-2f19c88e63fa" providerId="AD" clId="Web-{2C8C8D1F-780A-9F49-85ED-72E27793FA96}" dt="2025-08-16T10:37:15.906" v="1028" actId="20577"/>
        <pc:sldMkLst>
          <pc:docMk/>
          <pc:sldMk cId="3232327001" sldId="473"/>
        </pc:sldMkLst>
        <pc:spChg chg="mod">
          <ac:chgData name="Diego José García González" userId="S::djgg03@educastillalamancha.es::62bb8909-ef9f-4346-8089-2f19c88e63fa" providerId="AD" clId="Web-{2C8C8D1F-780A-9F49-85ED-72E27793FA96}" dt="2025-08-16T10:37:15.906" v="1028" actId="20577"/>
          <ac:spMkLst>
            <pc:docMk/>
            <pc:sldMk cId="3232327001" sldId="473"/>
            <ac:spMk id="3" creationId="{7ED750CE-0AC1-2DA3-FF41-1A97223CAC29}"/>
          </ac:spMkLst>
        </pc:spChg>
      </pc:sldChg>
      <pc:sldChg chg="modSp add replId">
        <pc:chgData name="Diego José García González" userId="S::djgg03@educastillalamancha.es::62bb8909-ef9f-4346-8089-2f19c88e63fa" providerId="AD" clId="Web-{2C8C8D1F-780A-9F49-85ED-72E27793FA96}" dt="2025-08-16T10:37:51.610" v="1035" actId="20577"/>
        <pc:sldMkLst>
          <pc:docMk/>
          <pc:sldMk cId="3205817037" sldId="474"/>
        </pc:sldMkLst>
        <pc:spChg chg="mod">
          <ac:chgData name="Diego José García González" userId="S::djgg03@educastillalamancha.es::62bb8909-ef9f-4346-8089-2f19c88e63fa" providerId="AD" clId="Web-{2C8C8D1F-780A-9F49-85ED-72E27793FA96}" dt="2025-08-16T10:37:51.610" v="1035" actId="20577"/>
          <ac:spMkLst>
            <pc:docMk/>
            <pc:sldMk cId="3205817037" sldId="474"/>
            <ac:spMk id="3" creationId="{DCF650A0-433F-FDB4-F383-FC7974CB9820}"/>
          </ac:spMkLst>
        </pc:spChg>
      </pc:sldChg>
      <pc:sldChg chg="modSp add replId">
        <pc:chgData name="Diego José García González" userId="S::djgg03@educastillalamancha.es::62bb8909-ef9f-4346-8089-2f19c88e63fa" providerId="AD" clId="Web-{2C8C8D1F-780A-9F49-85ED-72E27793FA96}" dt="2025-08-16T10:39:19.112" v="1066" actId="20577"/>
        <pc:sldMkLst>
          <pc:docMk/>
          <pc:sldMk cId="1497846421" sldId="475"/>
        </pc:sldMkLst>
        <pc:spChg chg="mod">
          <ac:chgData name="Diego José García González" userId="S::djgg03@educastillalamancha.es::62bb8909-ef9f-4346-8089-2f19c88e63fa" providerId="AD" clId="Web-{2C8C8D1F-780A-9F49-85ED-72E27793FA96}" dt="2025-08-16T10:39:19.112" v="1066" actId="20577"/>
          <ac:spMkLst>
            <pc:docMk/>
            <pc:sldMk cId="1497846421" sldId="475"/>
            <ac:spMk id="3" creationId="{4066F914-3342-2973-E44A-71AF7910ADBE}"/>
          </ac:spMkLst>
        </pc:spChg>
      </pc:sldChg>
      <pc:sldChg chg="modSp add replId">
        <pc:chgData name="Diego José García González" userId="S::djgg03@educastillalamancha.es::62bb8909-ef9f-4346-8089-2f19c88e63fa" providerId="AD" clId="Web-{2C8C8D1F-780A-9F49-85ED-72E27793FA96}" dt="2025-08-16T10:39:46.300" v="1074" actId="20577"/>
        <pc:sldMkLst>
          <pc:docMk/>
          <pc:sldMk cId="4196083022" sldId="476"/>
        </pc:sldMkLst>
        <pc:spChg chg="mod">
          <ac:chgData name="Diego José García González" userId="S::djgg03@educastillalamancha.es::62bb8909-ef9f-4346-8089-2f19c88e63fa" providerId="AD" clId="Web-{2C8C8D1F-780A-9F49-85ED-72E27793FA96}" dt="2025-08-16T10:39:46.300" v="1074" actId="20577"/>
          <ac:spMkLst>
            <pc:docMk/>
            <pc:sldMk cId="4196083022" sldId="476"/>
            <ac:spMk id="3" creationId="{C48B0A10-9C15-0646-B76B-3EDE551BA1D3}"/>
          </ac:spMkLst>
        </pc:spChg>
      </pc:sldChg>
      <pc:sldChg chg="modSp add replId">
        <pc:chgData name="Diego José García González" userId="S::djgg03@educastillalamancha.es::62bb8909-ef9f-4346-8089-2f19c88e63fa" providerId="AD" clId="Web-{2C8C8D1F-780A-9F49-85ED-72E27793FA96}" dt="2025-08-16T10:41:04.709" v="1111" actId="20577"/>
        <pc:sldMkLst>
          <pc:docMk/>
          <pc:sldMk cId="3718720829" sldId="477"/>
        </pc:sldMkLst>
        <pc:spChg chg="mod">
          <ac:chgData name="Diego José García González" userId="S::djgg03@educastillalamancha.es::62bb8909-ef9f-4346-8089-2f19c88e63fa" providerId="AD" clId="Web-{2C8C8D1F-780A-9F49-85ED-72E27793FA96}" dt="2025-08-16T10:41:04.709" v="1111" actId="20577"/>
          <ac:spMkLst>
            <pc:docMk/>
            <pc:sldMk cId="3718720829" sldId="477"/>
            <ac:spMk id="3" creationId="{50A9E97E-53A9-56D9-1E68-D9C8145BBB56}"/>
          </ac:spMkLst>
        </pc:spChg>
      </pc:sldChg>
      <pc:sldChg chg="modSp add replId">
        <pc:chgData name="Diego José García González" userId="S::djgg03@educastillalamancha.es::62bb8909-ef9f-4346-8089-2f19c88e63fa" providerId="AD" clId="Web-{2C8C8D1F-780A-9F49-85ED-72E27793FA96}" dt="2025-08-16T10:41:26.569" v="1120" actId="20577"/>
        <pc:sldMkLst>
          <pc:docMk/>
          <pc:sldMk cId="1867719522" sldId="478"/>
        </pc:sldMkLst>
        <pc:spChg chg="mod">
          <ac:chgData name="Diego José García González" userId="S::djgg03@educastillalamancha.es::62bb8909-ef9f-4346-8089-2f19c88e63fa" providerId="AD" clId="Web-{2C8C8D1F-780A-9F49-85ED-72E27793FA96}" dt="2025-08-16T10:41:26.569" v="1120" actId="20577"/>
          <ac:spMkLst>
            <pc:docMk/>
            <pc:sldMk cId="1867719522" sldId="478"/>
            <ac:spMk id="3" creationId="{7B71D390-923C-4446-AAFC-55625109DEC7}"/>
          </ac:spMkLst>
        </pc:spChg>
      </pc:sldChg>
      <pc:sldChg chg="modSp add replId">
        <pc:chgData name="Diego José García González" userId="S::djgg03@educastillalamancha.es::62bb8909-ef9f-4346-8089-2f19c88e63fa" providerId="AD" clId="Web-{2C8C8D1F-780A-9F49-85ED-72E27793FA96}" dt="2025-08-16T10:43:38.385" v="1173" actId="20577"/>
        <pc:sldMkLst>
          <pc:docMk/>
          <pc:sldMk cId="3231682352" sldId="479"/>
        </pc:sldMkLst>
        <pc:spChg chg="mod">
          <ac:chgData name="Diego José García González" userId="S::djgg03@educastillalamancha.es::62bb8909-ef9f-4346-8089-2f19c88e63fa" providerId="AD" clId="Web-{2C8C8D1F-780A-9F49-85ED-72E27793FA96}" dt="2025-08-16T10:43:38.385" v="1173" actId="20577"/>
          <ac:spMkLst>
            <pc:docMk/>
            <pc:sldMk cId="3231682352" sldId="479"/>
            <ac:spMk id="3" creationId="{1006FD9B-CF01-EF5F-84A3-7AEAF5483741}"/>
          </ac:spMkLst>
        </pc:spChg>
      </pc:sldChg>
      <pc:sldChg chg="modSp add replId">
        <pc:chgData name="Diego José García González" userId="S::djgg03@educastillalamancha.es::62bb8909-ef9f-4346-8089-2f19c88e63fa" providerId="AD" clId="Web-{2C8C8D1F-780A-9F49-85ED-72E27793FA96}" dt="2025-08-16T10:44:41.230" v="1216" actId="20577"/>
        <pc:sldMkLst>
          <pc:docMk/>
          <pc:sldMk cId="1329663802" sldId="480"/>
        </pc:sldMkLst>
        <pc:spChg chg="mod">
          <ac:chgData name="Diego José García González" userId="S::djgg03@educastillalamancha.es::62bb8909-ef9f-4346-8089-2f19c88e63fa" providerId="AD" clId="Web-{2C8C8D1F-780A-9F49-85ED-72E27793FA96}" dt="2025-08-16T10:44:41.230" v="1216" actId="20577"/>
          <ac:spMkLst>
            <pc:docMk/>
            <pc:sldMk cId="1329663802" sldId="480"/>
            <ac:spMk id="3" creationId="{C6E3536D-44C0-888D-F15A-75EB93BA31AB}"/>
          </ac:spMkLst>
        </pc:spChg>
      </pc:sldChg>
      <pc:sldChg chg="modSp add replId">
        <pc:chgData name="Diego José García González" userId="S::djgg03@educastillalamancha.es::62bb8909-ef9f-4346-8089-2f19c88e63fa" providerId="AD" clId="Web-{2C8C8D1F-780A-9F49-85ED-72E27793FA96}" dt="2025-08-16T10:45:14.637" v="1230" actId="20577"/>
        <pc:sldMkLst>
          <pc:docMk/>
          <pc:sldMk cId="76970170" sldId="481"/>
        </pc:sldMkLst>
        <pc:spChg chg="mod">
          <ac:chgData name="Diego José García González" userId="S::djgg03@educastillalamancha.es::62bb8909-ef9f-4346-8089-2f19c88e63fa" providerId="AD" clId="Web-{2C8C8D1F-780A-9F49-85ED-72E27793FA96}" dt="2025-08-16T10:45:14.637" v="1230" actId="20577"/>
          <ac:spMkLst>
            <pc:docMk/>
            <pc:sldMk cId="76970170" sldId="481"/>
            <ac:spMk id="3" creationId="{630C3509-7E75-DABA-464D-82AFA52771EC}"/>
          </ac:spMkLst>
        </pc:spChg>
      </pc:sldChg>
      <pc:sldChg chg="modSp add replId">
        <pc:chgData name="Diego José García González" userId="S::djgg03@educastillalamancha.es::62bb8909-ef9f-4346-8089-2f19c88e63fa" providerId="AD" clId="Web-{2C8C8D1F-780A-9F49-85ED-72E27793FA96}" dt="2025-08-16T10:45:41.560" v="1246" actId="20577"/>
        <pc:sldMkLst>
          <pc:docMk/>
          <pc:sldMk cId="3648019868" sldId="482"/>
        </pc:sldMkLst>
        <pc:spChg chg="mod">
          <ac:chgData name="Diego José García González" userId="S::djgg03@educastillalamancha.es::62bb8909-ef9f-4346-8089-2f19c88e63fa" providerId="AD" clId="Web-{2C8C8D1F-780A-9F49-85ED-72E27793FA96}" dt="2025-08-16T10:45:41.560" v="1246" actId="20577"/>
          <ac:spMkLst>
            <pc:docMk/>
            <pc:sldMk cId="3648019868" sldId="482"/>
            <ac:spMk id="3" creationId="{F920D8F1-0D53-683E-543A-AB7FA9675ED4}"/>
          </ac:spMkLst>
        </pc:spChg>
      </pc:sldChg>
      <pc:sldChg chg="modSp add replId">
        <pc:chgData name="Diego José García González" userId="S::djgg03@educastillalamancha.es::62bb8909-ef9f-4346-8089-2f19c88e63fa" providerId="AD" clId="Web-{2C8C8D1F-780A-9F49-85ED-72E27793FA96}" dt="2025-08-16T10:46:10.623" v="1262" actId="20577"/>
        <pc:sldMkLst>
          <pc:docMk/>
          <pc:sldMk cId="129356867" sldId="483"/>
        </pc:sldMkLst>
        <pc:spChg chg="mod">
          <ac:chgData name="Diego José García González" userId="S::djgg03@educastillalamancha.es::62bb8909-ef9f-4346-8089-2f19c88e63fa" providerId="AD" clId="Web-{2C8C8D1F-780A-9F49-85ED-72E27793FA96}" dt="2025-08-16T10:46:10.623" v="1262" actId="20577"/>
          <ac:spMkLst>
            <pc:docMk/>
            <pc:sldMk cId="129356867" sldId="483"/>
            <ac:spMk id="3" creationId="{548DCBAC-88A5-660A-3FDF-64958428E881}"/>
          </ac:spMkLst>
        </pc:spChg>
      </pc:sldChg>
      <pc:sldChg chg="modSp add replId">
        <pc:chgData name="Diego José García González" userId="S::djgg03@educastillalamancha.es::62bb8909-ef9f-4346-8089-2f19c88e63fa" providerId="AD" clId="Web-{2C8C8D1F-780A-9F49-85ED-72E27793FA96}" dt="2025-08-16T10:46:38.670" v="1278" actId="20577"/>
        <pc:sldMkLst>
          <pc:docMk/>
          <pc:sldMk cId="2827363050" sldId="484"/>
        </pc:sldMkLst>
        <pc:spChg chg="mod">
          <ac:chgData name="Diego José García González" userId="S::djgg03@educastillalamancha.es::62bb8909-ef9f-4346-8089-2f19c88e63fa" providerId="AD" clId="Web-{2C8C8D1F-780A-9F49-85ED-72E27793FA96}" dt="2025-08-16T10:46:38.670" v="1278" actId="20577"/>
          <ac:spMkLst>
            <pc:docMk/>
            <pc:sldMk cId="2827363050" sldId="484"/>
            <ac:spMk id="3" creationId="{C06177BD-6A7A-66CA-3A98-89BC77EB49B8}"/>
          </ac:spMkLst>
        </pc:spChg>
      </pc:sldChg>
      <pc:sldChg chg="modSp add replId">
        <pc:chgData name="Diego José García González" userId="S::djgg03@educastillalamancha.es::62bb8909-ef9f-4346-8089-2f19c88e63fa" providerId="AD" clId="Web-{2C8C8D1F-780A-9F49-85ED-72E27793FA96}" dt="2025-08-16T10:47:24.109" v="1298" actId="20577"/>
        <pc:sldMkLst>
          <pc:docMk/>
          <pc:sldMk cId="1878405853" sldId="485"/>
        </pc:sldMkLst>
        <pc:spChg chg="mod">
          <ac:chgData name="Diego José García González" userId="S::djgg03@educastillalamancha.es::62bb8909-ef9f-4346-8089-2f19c88e63fa" providerId="AD" clId="Web-{2C8C8D1F-780A-9F49-85ED-72E27793FA96}" dt="2025-08-16T10:47:24.109" v="1298" actId="20577"/>
          <ac:spMkLst>
            <pc:docMk/>
            <pc:sldMk cId="1878405853" sldId="485"/>
            <ac:spMk id="3" creationId="{0910D02D-FA9A-68E4-1C2F-3D8C874E4046}"/>
          </ac:spMkLst>
        </pc:spChg>
      </pc:sldChg>
      <pc:sldChg chg="modSp add replId">
        <pc:chgData name="Diego José García González" userId="S::djgg03@educastillalamancha.es::62bb8909-ef9f-4346-8089-2f19c88e63fa" providerId="AD" clId="Web-{2C8C8D1F-780A-9F49-85ED-72E27793FA96}" dt="2025-08-16T10:48:04.313" v="1312" actId="20577"/>
        <pc:sldMkLst>
          <pc:docMk/>
          <pc:sldMk cId="3805205607" sldId="486"/>
        </pc:sldMkLst>
        <pc:spChg chg="mod">
          <ac:chgData name="Diego José García González" userId="S::djgg03@educastillalamancha.es::62bb8909-ef9f-4346-8089-2f19c88e63fa" providerId="AD" clId="Web-{2C8C8D1F-780A-9F49-85ED-72E27793FA96}" dt="2025-08-16T10:48:04.313" v="1312" actId="20577"/>
          <ac:spMkLst>
            <pc:docMk/>
            <pc:sldMk cId="3805205607" sldId="486"/>
            <ac:spMk id="3" creationId="{B48F8BDA-1F88-BF9F-BEC4-C3605E23CA36}"/>
          </ac:spMkLst>
        </pc:spChg>
      </pc:sldChg>
      <pc:sldChg chg="modSp add replId">
        <pc:chgData name="Diego José García González" userId="S::djgg03@educastillalamancha.es::62bb8909-ef9f-4346-8089-2f19c88e63fa" providerId="AD" clId="Web-{2C8C8D1F-780A-9F49-85ED-72E27793FA96}" dt="2025-08-16T10:48:31.298" v="1328" actId="20577"/>
        <pc:sldMkLst>
          <pc:docMk/>
          <pc:sldMk cId="1279311296" sldId="487"/>
        </pc:sldMkLst>
        <pc:spChg chg="mod">
          <ac:chgData name="Diego José García González" userId="S::djgg03@educastillalamancha.es::62bb8909-ef9f-4346-8089-2f19c88e63fa" providerId="AD" clId="Web-{2C8C8D1F-780A-9F49-85ED-72E27793FA96}" dt="2025-08-16T10:48:31.298" v="1328" actId="20577"/>
          <ac:spMkLst>
            <pc:docMk/>
            <pc:sldMk cId="1279311296" sldId="487"/>
            <ac:spMk id="3" creationId="{6196664C-C65E-A3DE-90EF-CE94A3DB2547}"/>
          </ac:spMkLst>
        </pc:spChg>
      </pc:sldChg>
    </pc:docChg>
  </pc:docChgLst>
  <pc:docChgLst>
    <pc:chgData name="Diego José García González" userId="S::djgg03@educastillalamancha.es::62bb8909-ef9f-4346-8089-2f19c88e63fa" providerId="AD" clId="Web-{9306ACB9-8DD6-3098-27DE-2E489D6CCF9A}"/>
    <pc:docChg chg="addSld delSld modSld">
      <pc:chgData name="Diego José García González" userId="S::djgg03@educastillalamancha.es::62bb8909-ef9f-4346-8089-2f19c88e63fa" providerId="AD" clId="Web-{9306ACB9-8DD6-3098-27DE-2E489D6CCF9A}" dt="2025-08-16T09:27:36.366" v="1388" actId="20577"/>
      <pc:docMkLst>
        <pc:docMk/>
      </pc:docMkLst>
      <pc:sldChg chg="modSp">
        <pc:chgData name="Diego José García González" userId="S::djgg03@educastillalamancha.es::62bb8909-ef9f-4346-8089-2f19c88e63fa" providerId="AD" clId="Web-{9306ACB9-8DD6-3098-27DE-2E489D6CCF9A}" dt="2025-08-16T08:06:25.972" v="10" actId="20577"/>
        <pc:sldMkLst>
          <pc:docMk/>
          <pc:sldMk cId="4165506513" sldId="273"/>
        </pc:sldMkLst>
        <pc:spChg chg="mod">
          <ac:chgData name="Diego José García González" userId="S::djgg03@educastillalamancha.es::62bb8909-ef9f-4346-8089-2f19c88e63fa" providerId="AD" clId="Web-{9306ACB9-8DD6-3098-27DE-2E489D6CCF9A}" dt="2025-08-16T08:06:25.972" v="10" actId="20577"/>
          <ac:spMkLst>
            <pc:docMk/>
            <pc:sldMk cId="4165506513" sldId="273"/>
            <ac:spMk id="3" creationId="{54476E72-5ACC-38F5-9770-D60BC9307A53}"/>
          </ac:spMkLst>
        </pc:spChg>
      </pc:sldChg>
      <pc:sldChg chg="modSp">
        <pc:chgData name="Diego José García González" userId="S::djgg03@educastillalamancha.es::62bb8909-ef9f-4346-8089-2f19c88e63fa" providerId="AD" clId="Web-{9306ACB9-8DD6-3098-27DE-2E489D6CCF9A}" dt="2025-08-16T08:09:17.476" v="58" actId="20577"/>
        <pc:sldMkLst>
          <pc:docMk/>
          <pc:sldMk cId="1913438329" sldId="274"/>
        </pc:sldMkLst>
        <pc:spChg chg="mod">
          <ac:chgData name="Diego José García González" userId="S::djgg03@educastillalamancha.es::62bb8909-ef9f-4346-8089-2f19c88e63fa" providerId="AD" clId="Web-{9306ACB9-8DD6-3098-27DE-2E489D6CCF9A}" dt="2025-08-16T08:09:17.476" v="58" actId="20577"/>
          <ac:spMkLst>
            <pc:docMk/>
            <pc:sldMk cId="1913438329" sldId="274"/>
            <ac:spMk id="3" creationId="{26B68E3B-EC18-724C-F6F3-3B1D3178ED55}"/>
          </ac:spMkLst>
        </pc:spChg>
      </pc:sldChg>
      <pc:sldChg chg="modSp">
        <pc:chgData name="Diego José García González" userId="S::djgg03@educastillalamancha.es::62bb8909-ef9f-4346-8089-2f19c88e63fa" providerId="AD" clId="Web-{9306ACB9-8DD6-3098-27DE-2E489D6CCF9A}" dt="2025-08-16T08:11:02.698" v="82" actId="20577"/>
        <pc:sldMkLst>
          <pc:docMk/>
          <pc:sldMk cId="4095264066" sldId="275"/>
        </pc:sldMkLst>
        <pc:spChg chg="mod">
          <ac:chgData name="Diego José García González" userId="S::djgg03@educastillalamancha.es::62bb8909-ef9f-4346-8089-2f19c88e63fa" providerId="AD" clId="Web-{9306ACB9-8DD6-3098-27DE-2E489D6CCF9A}" dt="2025-08-16T08:11:02.698" v="82" actId="20577"/>
          <ac:spMkLst>
            <pc:docMk/>
            <pc:sldMk cId="4095264066" sldId="275"/>
            <ac:spMk id="3" creationId="{3CB2410A-F6D1-9512-7A04-7873863FC08A}"/>
          </ac:spMkLst>
        </pc:spChg>
      </pc:sldChg>
      <pc:sldChg chg="modSp">
        <pc:chgData name="Diego José García González" userId="S::djgg03@educastillalamancha.es::62bb8909-ef9f-4346-8089-2f19c88e63fa" providerId="AD" clId="Web-{9306ACB9-8DD6-3098-27DE-2E489D6CCF9A}" dt="2025-08-16T08:13:53.077" v="136" actId="20577"/>
        <pc:sldMkLst>
          <pc:docMk/>
          <pc:sldMk cId="2768890155" sldId="276"/>
        </pc:sldMkLst>
        <pc:spChg chg="mod">
          <ac:chgData name="Diego José García González" userId="S::djgg03@educastillalamancha.es::62bb8909-ef9f-4346-8089-2f19c88e63fa" providerId="AD" clId="Web-{9306ACB9-8DD6-3098-27DE-2E489D6CCF9A}" dt="2025-08-16T08:13:53.077" v="136" actId="20577"/>
          <ac:spMkLst>
            <pc:docMk/>
            <pc:sldMk cId="2768890155" sldId="276"/>
            <ac:spMk id="3" creationId="{610362C7-F03B-7A92-5A4A-945FEC6443A0}"/>
          </ac:spMkLst>
        </pc:spChg>
      </pc:sldChg>
      <pc:sldChg chg="modSp">
        <pc:chgData name="Diego José García González" userId="S::djgg03@educastillalamancha.es::62bb8909-ef9f-4346-8089-2f19c88e63fa" providerId="AD" clId="Web-{9306ACB9-8DD6-3098-27DE-2E489D6CCF9A}" dt="2025-08-16T08:17:16.237" v="211" actId="20577"/>
        <pc:sldMkLst>
          <pc:docMk/>
          <pc:sldMk cId="888144231" sldId="277"/>
        </pc:sldMkLst>
        <pc:spChg chg="mod">
          <ac:chgData name="Diego José García González" userId="S::djgg03@educastillalamancha.es::62bb8909-ef9f-4346-8089-2f19c88e63fa" providerId="AD" clId="Web-{9306ACB9-8DD6-3098-27DE-2E489D6CCF9A}" dt="2025-08-16T08:17:16.237" v="211" actId="20577"/>
          <ac:spMkLst>
            <pc:docMk/>
            <pc:sldMk cId="888144231" sldId="277"/>
            <ac:spMk id="3" creationId="{E124DCE7-421A-1943-9D8E-27309C366F65}"/>
          </ac:spMkLst>
        </pc:spChg>
      </pc:sldChg>
      <pc:sldChg chg="modSp">
        <pc:chgData name="Diego José García González" userId="S::djgg03@educastillalamancha.es::62bb8909-ef9f-4346-8089-2f19c88e63fa" providerId="AD" clId="Web-{9306ACB9-8DD6-3098-27DE-2E489D6CCF9A}" dt="2025-08-16T08:24:29.504" v="402" actId="20577"/>
        <pc:sldMkLst>
          <pc:docMk/>
          <pc:sldMk cId="218504191" sldId="278"/>
        </pc:sldMkLst>
        <pc:spChg chg="mod">
          <ac:chgData name="Diego José García González" userId="S::djgg03@educastillalamancha.es::62bb8909-ef9f-4346-8089-2f19c88e63fa" providerId="AD" clId="Web-{9306ACB9-8DD6-3098-27DE-2E489D6CCF9A}" dt="2025-08-16T08:24:29.504" v="402" actId="20577"/>
          <ac:spMkLst>
            <pc:docMk/>
            <pc:sldMk cId="218504191" sldId="278"/>
            <ac:spMk id="3" creationId="{F5CCA0A2-0181-D279-7884-62B2CC348741}"/>
          </ac:spMkLst>
        </pc:spChg>
      </pc:sldChg>
      <pc:sldChg chg="modSp">
        <pc:chgData name="Diego José García González" userId="S::djgg03@educastillalamancha.es::62bb8909-ef9f-4346-8089-2f19c88e63fa" providerId="AD" clId="Web-{9306ACB9-8DD6-3098-27DE-2E489D6CCF9A}" dt="2025-08-16T08:26:27.694" v="430" actId="20577"/>
        <pc:sldMkLst>
          <pc:docMk/>
          <pc:sldMk cId="2191269960" sldId="279"/>
        </pc:sldMkLst>
        <pc:spChg chg="mod">
          <ac:chgData name="Diego José García González" userId="S::djgg03@educastillalamancha.es::62bb8909-ef9f-4346-8089-2f19c88e63fa" providerId="AD" clId="Web-{9306ACB9-8DD6-3098-27DE-2E489D6CCF9A}" dt="2025-08-16T08:26:27.694" v="430" actId="20577"/>
          <ac:spMkLst>
            <pc:docMk/>
            <pc:sldMk cId="2191269960" sldId="279"/>
            <ac:spMk id="3" creationId="{2B550240-6A23-C364-9589-FB6DE691EFFE}"/>
          </ac:spMkLst>
        </pc:spChg>
      </pc:sldChg>
      <pc:sldChg chg="modSp">
        <pc:chgData name="Diego José García González" userId="S::djgg03@educastillalamancha.es::62bb8909-ef9f-4346-8089-2f19c88e63fa" providerId="AD" clId="Web-{9306ACB9-8DD6-3098-27DE-2E489D6CCF9A}" dt="2025-08-16T08:42:23.469" v="684" actId="20577"/>
        <pc:sldMkLst>
          <pc:docMk/>
          <pc:sldMk cId="3143303502" sldId="280"/>
        </pc:sldMkLst>
        <pc:spChg chg="mod">
          <ac:chgData name="Diego José García González" userId="S::djgg03@educastillalamancha.es::62bb8909-ef9f-4346-8089-2f19c88e63fa" providerId="AD" clId="Web-{9306ACB9-8DD6-3098-27DE-2E489D6CCF9A}" dt="2025-08-16T08:42:23.469" v="684" actId="20577"/>
          <ac:spMkLst>
            <pc:docMk/>
            <pc:sldMk cId="3143303502" sldId="280"/>
            <ac:spMk id="3" creationId="{A346B64A-0D40-4D8D-1B50-A9E6A710F545}"/>
          </ac:spMkLst>
        </pc:spChg>
      </pc:sldChg>
      <pc:sldChg chg="modSp">
        <pc:chgData name="Diego José García González" userId="S::djgg03@educastillalamancha.es::62bb8909-ef9f-4346-8089-2f19c88e63fa" providerId="AD" clId="Web-{9306ACB9-8DD6-3098-27DE-2E489D6CCF9A}" dt="2025-08-16T08:44:06.518" v="711" actId="20577"/>
        <pc:sldMkLst>
          <pc:docMk/>
          <pc:sldMk cId="1106308150" sldId="281"/>
        </pc:sldMkLst>
        <pc:spChg chg="mod">
          <ac:chgData name="Diego José García González" userId="S::djgg03@educastillalamancha.es::62bb8909-ef9f-4346-8089-2f19c88e63fa" providerId="AD" clId="Web-{9306ACB9-8DD6-3098-27DE-2E489D6CCF9A}" dt="2025-08-16T08:44:03.565" v="708" actId="20577"/>
          <ac:spMkLst>
            <pc:docMk/>
            <pc:sldMk cId="1106308150" sldId="281"/>
            <ac:spMk id="2" creationId="{A8131078-1B45-FE4D-F39C-00AF2A3D52F9}"/>
          </ac:spMkLst>
        </pc:spChg>
        <pc:spChg chg="mod">
          <ac:chgData name="Diego José García González" userId="S::djgg03@educastillalamancha.es::62bb8909-ef9f-4346-8089-2f19c88e63fa" providerId="AD" clId="Web-{9306ACB9-8DD6-3098-27DE-2E489D6CCF9A}" dt="2025-08-16T08:44:06.518" v="711" actId="20577"/>
          <ac:spMkLst>
            <pc:docMk/>
            <pc:sldMk cId="1106308150" sldId="281"/>
            <ac:spMk id="3" creationId="{ED8CF58B-A59E-9B0C-4E8D-583BF555066F}"/>
          </ac:spMkLst>
        </pc:spChg>
      </pc:sldChg>
      <pc:sldChg chg="modSp">
        <pc:chgData name="Diego José García González" userId="S::djgg03@educastillalamancha.es::62bb8909-ef9f-4346-8089-2f19c88e63fa" providerId="AD" clId="Web-{9306ACB9-8DD6-3098-27DE-2E489D6CCF9A}" dt="2025-08-16T08:45:31.973" v="739" actId="20577"/>
        <pc:sldMkLst>
          <pc:docMk/>
          <pc:sldMk cId="4186737074" sldId="282"/>
        </pc:sldMkLst>
        <pc:spChg chg="mod">
          <ac:chgData name="Diego José García González" userId="S::djgg03@educastillalamancha.es::62bb8909-ef9f-4346-8089-2f19c88e63fa" providerId="AD" clId="Web-{9306ACB9-8DD6-3098-27DE-2E489D6CCF9A}" dt="2025-08-16T08:45:31.973" v="739" actId="20577"/>
          <ac:spMkLst>
            <pc:docMk/>
            <pc:sldMk cId="4186737074" sldId="282"/>
            <ac:spMk id="3" creationId="{FA930565-4AA4-67FD-A172-383242F6949B}"/>
          </ac:spMkLst>
        </pc:spChg>
      </pc:sldChg>
      <pc:sldChg chg="modSp">
        <pc:chgData name="Diego José García González" userId="S::djgg03@educastillalamancha.es::62bb8909-ef9f-4346-8089-2f19c88e63fa" providerId="AD" clId="Web-{9306ACB9-8DD6-3098-27DE-2E489D6CCF9A}" dt="2025-08-16T08:46:52.406" v="767" actId="20577"/>
        <pc:sldMkLst>
          <pc:docMk/>
          <pc:sldMk cId="3773644916" sldId="283"/>
        </pc:sldMkLst>
        <pc:spChg chg="mod">
          <ac:chgData name="Diego José García González" userId="S::djgg03@educastillalamancha.es::62bb8909-ef9f-4346-8089-2f19c88e63fa" providerId="AD" clId="Web-{9306ACB9-8DD6-3098-27DE-2E489D6CCF9A}" dt="2025-08-16T08:46:52.406" v="767" actId="20577"/>
          <ac:spMkLst>
            <pc:docMk/>
            <pc:sldMk cId="3773644916" sldId="283"/>
            <ac:spMk id="3" creationId="{E9B132E3-6DAD-6803-112B-D99FFC6580B2}"/>
          </ac:spMkLst>
        </pc:spChg>
      </pc:sldChg>
      <pc:sldChg chg="modSp">
        <pc:chgData name="Diego José García González" userId="S::djgg03@educastillalamancha.es::62bb8909-ef9f-4346-8089-2f19c88e63fa" providerId="AD" clId="Web-{9306ACB9-8DD6-3098-27DE-2E489D6CCF9A}" dt="2025-08-16T08:53:35.826" v="870" actId="20577"/>
        <pc:sldMkLst>
          <pc:docMk/>
          <pc:sldMk cId="3517377187" sldId="284"/>
        </pc:sldMkLst>
        <pc:spChg chg="mod">
          <ac:chgData name="Diego José García González" userId="S::djgg03@educastillalamancha.es::62bb8909-ef9f-4346-8089-2f19c88e63fa" providerId="AD" clId="Web-{9306ACB9-8DD6-3098-27DE-2E489D6CCF9A}" dt="2025-08-16T08:52:54.809" v="848" actId="20577"/>
          <ac:spMkLst>
            <pc:docMk/>
            <pc:sldMk cId="3517377187" sldId="284"/>
            <ac:spMk id="2" creationId="{E9C76C64-4D0D-FCBE-53B9-0E3486B36C57}"/>
          </ac:spMkLst>
        </pc:spChg>
        <pc:spChg chg="mod">
          <ac:chgData name="Diego José García González" userId="S::djgg03@educastillalamancha.es::62bb8909-ef9f-4346-8089-2f19c88e63fa" providerId="AD" clId="Web-{9306ACB9-8DD6-3098-27DE-2E489D6CCF9A}" dt="2025-08-16T08:53:35.826" v="870" actId="20577"/>
          <ac:spMkLst>
            <pc:docMk/>
            <pc:sldMk cId="3517377187" sldId="284"/>
            <ac:spMk id="3" creationId="{F4AA4757-F480-1DB0-C0F9-3ADCB98052A9}"/>
          </ac:spMkLst>
        </pc:spChg>
      </pc:sldChg>
      <pc:sldChg chg="addSp delSp modSp">
        <pc:chgData name="Diego José García González" userId="S::djgg03@educastillalamancha.es::62bb8909-ef9f-4346-8089-2f19c88e63fa" providerId="AD" clId="Web-{9306ACB9-8DD6-3098-27DE-2E489D6CCF9A}" dt="2025-08-16T09:15:20.398" v="1179" actId="20577"/>
        <pc:sldMkLst>
          <pc:docMk/>
          <pc:sldMk cId="3186954855" sldId="285"/>
        </pc:sldMkLst>
        <pc:spChg chg="mod">
          <ac:chgData name="Diego José García González" userId="S::djgg03@educastillalamancha.es::62bb8909-ef9f-4346-8089-2f19c88e63fa" providerId="AD" clId="Web-{9306ACB9-8DD6-3098-27DE-2E489D6CCF9A}" dt="2025-08-16T09:15:03.382" v="1167" actId="20577"/>
          <ac:spMkLst>
            <pc:docMk/>
            <pc:sldMk cId="3186954855" sldId="285"/>
            <ac:spMk id="2" creationId="{1C092713-77B6-5777-ED5B-A588BF59C27F}"/>
          </ac:spMkLst>
        </pc:spChg>
        <pc:spChg chg="mod">
          <ac:chgData name="Diego José García González" userId="S::djgg03@educastillalamancha.es::62bb8909-ef9f-4346-8089-2f19c88e63fa" providerId="AD" clId="Web-{9306ACB9-8DD6-3098-27DE-2E489D6CCF9A}" dt="2025-08-16T09:15:20.398" v="1179" actId="20577"/>
          <ac:spMkLst>
            <pc:docMk/>
            <pc:sldMk cId="3186954855" sldId="285"/>
            <ac:spMk id="3" creationId="{B4E9C9B5-E481-425C-C9C2-7861F93AFD4B}"/>
          </ac:spMkLst>
        </pc:spChg>
      </pc:sldChg>
      <pc:sldChg chg="modSp">
        <pc:chgData name="Diego José García González" userId="S::djgg03@educastillalamancha.es::62bb8909-ef9f-4346-8089-2f19c88e63fa" providerId="AD" clId="Web-{9306ACB9-8DD6-3098-27DE-2E489D6CCF9A}" dt="2025-08-16T09:17:44.219" v="1223" actId="20577"/>
        <pc:sldMkLst>
          <pc:docMk/>
          <pc:sldMk cId="1700854400" sldId="286"/>
        </pc:sldMkLst>
        <pc:spChg chg="mod">
          <ac:chgData name="Diego José García González" userId="S::djgg03@educastillalamancha.es::62bb8909-ef9f-4346-8089-2f19c88e63fa" providerId="AD" clId="Web-{9306ACB9-8DD6-3098-27DE-2E489D6CCF9A}" dt="2025-08-16T09:17:44.219" v="1223" actId="20577"/>
          <ac:spMkLst>
            <pc:docMk/>
            <pc:sldMk cId="1700854400" sldId="286"/>
            <ac:spMk id="3" creationId="{81B91493-02AF-A3FA-B556-AF8B9F5C62B4}"/>
          </ac:spMkLst>
        </pc:spChg>
      </pc:sldChg>
      <pc:sldChg chg="modSp">
        <pc:chgData name="Diego José García González" userId="S::djgg03@educastillalamancha.es::62bb8909-ef9f-4346-8089-2f19c88e63fa" providerId="AD" clId="Web-{9306ACB9-8DD6-3098-27DE-2E489D6CCF9A}" dt="2025-08-16T09:19:37.442" v="1260" actId="20577"/>
        <pc:sldMkLst>
          <pc:docMk/>
          <pc:sldMk cId="2574365940" sldId="287"/>
        </pc:sldMkLst>
        <pc:spChg chg="mod">
          <ac:chgData name="Diego José García González" userId="S::djgg03@educastillalamancha.es::62bb8909-ef9f-4346-8089-2f19c88e63fa" providerId="AD" clId="Web-{9306ACB9-8DD6-3098-27DE-2E489D6CCF9A}" dt="2025-08-16T09:19:37.442" v="1260" actId="20577"/>
          <ac:spMkLst>
            <pc:docMk/>
            <pc:sldMk cId="2574365940" sldId="287"/>
            <ac:spMk id="2" creationId="{8C25FAE9-451E-81D0-571D-724BFB51890C}"/>
          </ac:spMkLst>
        </pc:spChg>
        <pc:spChg chg="mod">
          <ac:chgData name="Diego José García González" userId="S::djgg03@educastillalamancha.es::62bb8909-ef9f-4346-8089-2f19c88e63fa" providerId="AD" clId="Web-{9306ACB9-8DD6-3098-27DE-2E489D6CCF9A}" dt="2025-08-16T09:19:29.426" v="1259" actId="20577"/>
          <ac:spMkLst>
            <pc:docMk/>
            <pc:sldMk cId="2574365940" sldId="287"/>
            <ac:spMk id="3" creationId="{E86F115F-601D-A484-8012-3171D429917B}"/>
          </ac:spMkLst>
        </pc:spChg>
      </pc:sldChg>
      <pc:sldChg chg="modSp">
        <pc:chgData name="Diego José García González" userId="S::djgg03@educastillalamancha.es::62bb8909-ef9f-4346-8089-2f19c88e63fa" providerId="AD" clId="Web-{9306ACB9-8DD6-3098-27DE-2E489D6CCF9A}" dt="2025-08-16T09:23:52.701" v="1327" actId="20577"/>
        <pc:sldMkLst>
          <pc:docMk/>
          <pc:sldMk cId="275841908" sldId="288"/>
        </pc:sldMkLst>
        <pc:spChg chg="mod">
          <ac:chgData name="Diego José García González" userId="S::djgg03@educastillalamancha.es::62bb8909-ef9f-4346-8089-2f19c88e63fa" providerId="AD" clId="Web-{9306ACB9-8DD6-3098-27DE-2E489D6CCF9A}" dt="2025-08-16T09:23:52.701" v="1327" actId="20577"/>
          <ac:spMkLst>
            <pc:docMk/>
            <pc:sldMk cId="275841908" sldId="288"/>
            <ac:spMk id="3" creationId="{A991F2E5-5D89-9719-A33B-70EEBBBFA583}"/>
          </ac:spMkLst>
        </pc:spChg>
      </pc:sldChg>
      <pc:sldChg chg="modSp add replId">
        <pc:chgData name="Diego José García González" userId="S::djgg03@educastillalamancha.es::62bb8909-ef9f-4346-8089-2f19c88e63fa" providerId="AD" clId="Web-{9306ACB9-8DD6-3098-27DE-2E489D6CCF9A}" dt="2025-08-16T08:07:28.442" v="37" actId="20577"/>
        <pc:sldMkLst>
          <pc:docMk/>
          <pc:sldMk cId="3998599713" sldId="372"/>
        </pc:sldMkLst>
        <pc:spChg chg="mod">
          <ac:chgData name="Diego José García González" userId="S::djgg03@educastillalamancha.es::62bb8909-ef9f-4346-8089-2f19c88e63fa" providerId="AD" clId="Web-{9306ACB9-8DD6-3098-27DE-2E489D6CCF9A}" dt="2025-08-16T08:07:28.442" v="37" actId="20577"/>
          <ac:spMkLst>
            <pc:docMk/>
            <pc:sldMk cId="3998599713" sldId="372"/>
            <ac:spMk id="3" creationId="{B43B2B8F-CAC8-25E9-76EC-8F42829DB118}"/>
          </ac:spMkLst>
        </pc:spChg>
      </pc:sldChg>
      <pc:sldChg chg="modSp add replId">
        <pc:chgData name="Diego José García González" userId="S::djgg03@educastillalamancha.es::62bb8909-ef9f-4346-8089-2f19c88e63fa" providerId="AD" clId="Web-{9306ACB9-8DD6-3098-27DE-2E489D6CCF9A}" dt="2025-08-16T08:08:55.069" v="55" actId="20577"/>
        <pc:sldMkLst>
          <pc:docMk/>
          <pc:sldMk cId="1452568271" sldId="373"/>
        </pc:sldMkLst>
        <pc:spChg chg="mod">
          <ac:chgData name="Diego José García González" userId="S::djgg03@educastillalamancha.es::62bb8909-ef9f-4346-8089-2f19c88e63fa" providerId="AD" clId="Web-{9306ACB9-8DD6-3098-27DE-2E489D6CCF9A}" dt="2025-08-16T08:08:55.069" v="55" actId="20577"/>
          <ac:spMkLst>
            <pc:docMk/>
            <pc:sldMk cId="1452568271" sldId="373"/>
            <ac:spMk id="3" creationId="{F08A62E1-27DF-18AE-1901-19D147FFBD83}"/>
          </ac:spMkLst>
        </pc:spChg>
      </pc:sldChg>
      <pc:sldChg chg="modSp add replId">
        <pc:chgData name="Diego José García González" userId="S::djgg03@educastillalamancha.es::62bb8909-ef9f-4346-8089-2f19c88e63fa" providerId="AD" clId="Web-{9306ACB9-8DD6-3098-27DE-2E489D6CCF9A}" dt="2025-08-16T08:12:25.747" v="110" actId="20577"/>
        <pc:sldMkLst>
          <pc:docMk/>
          <pc:sldMk cId="3124633675" sldId="374"/>
        </pc:sldMkLst>
        <pc:spChg chg="mod">
          <ac:chgData name="Diego José García González" userId="S::djgg03@educastillalamancha.es::62bb8909-ef9f-4346-8089-2f19c88e63fa" providerId="AD" clId="Web-{9306ACB9-8DD6-3098-27DE-2E489D6CCF9A}" dt="2025-08-16T08:12:25.747" v="110" actId="20577"/>
          <ac:spMkLst>
            <pc:docMk/>
            <pc:sldMk cId="3124633675" sldId="374"/>
            <ac:spMk id="3" creationId="{DB754441-83B4-DA11-A192-54D92006D9DC}"/>
          </ac:spMkLst>
        </pc:spChg>
      </pc:sldChg>
      <pc:sldChg chg="modSp add replId">
        <pc:chgData name="Diego José García González" userId="S::djgg03@educastillalamancha.es::62bb8909-ef9f-4346-8089-2f19c88e63fa" providerId="AD" clId="Web-{9306ACB9-8DD6-3098-27DE-2E489D6CCF9A}" dt="2025-08-16T08:12:58.779" v="122" actId="20577"/>
        <pc:sldMkLst>
          <pc:docMk/>
          <pc:sldMk cId="3829479943" sldId="375"/>
        </pc:sldMkLst>
      </pc:sldChg>
      <pc:sldChg chg="modSp add replId">
        <pc:chgData name="Diego José García González" userId="S::djgg03@educastillalamancha.es::62bb8909-ef9f-4346-8089-2f19c88e63fa" providerId="AD" clId="Web-{9306ACB9-8DD6-3098-27DE-2E489D6CCF9A}" dt="2025-08-16T08:16:15.517" v="186" actId="20577"/>
        <pc:sldMkLst>
          <pc:docMk/>
          <pc:sldMk cId="4006127338" sldId="376"/>
        </pc:sldMkLst>
        <pc:spChg chg="mod">
          <ac:chgData name="Diego José García González" userId="S::djgg03@educastillalamancha.es::62bb8909-ef9f-4346-8089-2f19c88e63fa" providerId="AD" clId="Web-{9306ACB9-8DD6-3098-27DE-2E489D6CCF9A}" dt="2025-08-16T08:16:15.517" v="186" actId="20577"/>
          <ac:spMkLst>
            <pc:docMk/>
            <pc:sldMk cId="4006127338" sldId="376"/>
            <ac:spMk id="3" creationId="{4FE95124-081E-C514-0762-0FADAB30A838}"/>
          </ac:spMkLst>
        </pc:spChg>
      </pc:sldChg>
      <pc:sldChg chg="modSp add replId">
        <pc:chgData name="Diego José García González" userId="S::djgg03@educastillalamancha.es::62bb8909-ef9f-4346-8089-2f19c88e63fa" providerId="AD" clId="Web-{9306ACB9-8DD6-3098-27DE-2E489D6CCF9A}" dt="2025-08-16T08:16:45.174" v="195" actId="20577"/>
        <pc:sldMkLst>
          <pc:docMk/>
          <pc:sldMk cId="3269885775" sldId="377"/>
        </pc:sldMkLst>
      </pc:sldChg>
      <pc:sldChg chg="modSp add replId">
        <pc:chgData name="Diego José García González" userId="S::djgg03@educastillalamancha.es::62bb8909-ef9f-4346-8089-2f19c88e63fa" providerId="AD" clId="Web-{9306ACB9-8DD6-3098-27DE-2E489D6CCF9A}" dt="2025-08-16T08:18:24.911" v="233" actId="20577"/>
        <pc:sldMkLst>
          <pc:docMk/>
          <pc:sldMk cId="417488437" sldId="378"/>
        </pc:sldMkLst>
        <pc:spChg chg="mod">
          <ac:chgData name="Diego José García González" userId="S::djgg03@educastillalamancha.es::62bb8909-ef9f-4346-8089-2f19c88e63fa" providerId="AD" clId="Web-{9306ACB9-8DD6-3098-27DE-2E489D6CCF9A}" dt="2025-08-16T08:18:24.911" v="233" actId="20577"/>
          <ac:spMkLst>
            <pc:docMk/>
            <pc:sldMk cId="417488437" sldId="378"/>
            <ac:spMk id="3" creationId="{713817B1-9C09-B89A-A35B-9A854256AC98}"/>
          </ac:spMkLst>
        </pc:spChg>
      </pc:sldChg>
      <pc:sldChg chg="modSp add replId">
        <pc:chgData name="Diego José García González" userId="S::djgg03@educastillalamancha.es::62bb8909-ef9f-4346-8089-2f19c88e63fa" providerId="AD" clId="Web-{9306ACB9-8DD6-3098-27DE-2E489D6CCF9A}" dt="2025-08-16T08:19:36.068" v="280" actId="20577"/>
        <pc:sldMkLst>
          <pc:docMk/>
          <pc:sldMk cId="2553087304" sldId="379"/>
        </pc:sldMkLst>
        <pc:spChg chg="mod">
          <ac:chgData name="Diego José García González" userId="S::djgg03@educastillalamancha.es::62bb8909-ef9f-4346-8089-2f19c88e63fa" providerId="AD" clId="Web-{9306ACB9-8DD6-3098-27DE-2E489D6CCF9A}" dt="2025-08-16T08:19:36.068" v="280" actId="20577"/>
          <ac:spMkLst>
            <pc:docMk/>
            <pc:sldMk cId="2553087304" sldId="379"/>
            <ac:spMk id="3" creationId="{F315073A-5EEB-FECF-5F5F-7FC0F5D5D43F}"/>
          </ac:spMkLst>
        </pc:spChg>
      </pc:sldChg>
      <pc:sldChg chg="modSp add replId">
        <pc:chgData name="Diego José García González" userId="S::djgg03@educastillalamancha.es::62bb8909-ef9f-4346-8089-2f19c88e63fa" providerId="AD" clId="Web-{9306ACB9-8DD6-3098-27DE-2E489D6CCF9A}" dt="2025-08-16T08:21:32.907" v="335" actId="20577"/>
        <pc:sldMkLst>
          <pc:docMk/>
          <pc:sldMk cId="1092703787" sldId="380"/>
        </pc:sldMkLst>
        <pc:spChg chg="mod">
          <ac:chgData name="Diego José García González" userId="S::djgg03@educastillalamancha.es::62bb8909-ef9f-4346-8089-2f19c88e63fa" providerId="AD" clId="Web-{9306ACB9-8DD6-3098-27DE-2E489D6CCF9A}" dt="2025-08-16T08:21:32.907" v="335" actId="20577"/>
          <ac:spMkLst>
            <pc:docMk/>
            <pc:sldMk cId="1092703787" sldId="380"/>
            <ac:spMk id="3" creationId="{FEB94969-4C68-E000-B459-5C1849BA8502}"/>
          </ac:spMkLst>
        </pc:spChg>
      </pc:sldChg>
      <pc:sldChg chg="modSp add replId">
        <pc:chgData name="Diego José García González" userId="S::djgg03@educastillalamancha.es::62bb8909-ef9f-4346-8089-2f19c88e63fa" providerId="AD" clId="Web-{9306ACB9-8DD6-3098-27DE-2E489D6CCF9A}" dt="2025-08-16T08:22:55.237" v="380" actId="20577"/>
        <pc:sldMkLst>
          <pc:docMk/>
          <pc:sldMk cId="2970102204" sldId="381"/>
        </pc:sldMkLst>
        <pc:spChg chg="mod">
          <ac:chgData name="Diego José García González" userId="S::djgg03@educastillalamancha.es::62bb8909-ef9f-4346-8089-2f19c88e63fa" providerId="AD" clId="Web-{9306ACB9-8DD6-3098-27DE-2E489D6CCF9A}" dt="2025-08-16T08:22:55.237" v="380" actId="20577"/>
          <ac:spMkLst>
            <pc:docMk/>
            <pc:sldMk cId="2970102204" sldId="381"/>
            <ac:spMk id="3" creationId="{784DB7D0-662A-1B9B-3690-5582E3CAC533}"/>
          </ac:spMkLst>
        </pc:spChg>
      </pc:sldChg>
      <pc:sldChg chg="modSp add replId">
        <pc:chgData name="Diego José García González" userId="S::djgg03@educastillalamancha.es::62bb8909-ef9f-4346-8089-2f19c88e63fa" providerId="AD" clId="Web-{9306ACB9-8DD6-3098-27DE-2E489D6CCF9A}" dt="2025-08-16T08:24:08.769" v="390" actId="20577"/>
        <pc:sldMkLst>
          <pc:docMk/>
          <pc:sldMk cId="1936478418" sldId="382"/>
        </pc:sldMkLst>
      </pc:sldChg>
      <pc:sldChg chg="modSp add replId">
        <pc:chgData name="Diego José García González" userId="S::djgg03@educastillalamancha.es::62bb8909-ef9f-4346-8089-2f19c88e63fa" providerId="AD" clId="Web-{9306ACB9-8DD6-3098-27DE-2E489D6CCF9A}" dt="2025-08-16T08:25:37.537" v="417" actId="20577"/>
        <pc:sldMkLst>
          <pc:docMk/>
          <pc:sldMk cId="3640180123" sldId="383"/>
        </pc:sldMkLst>
        <pc:spChg chg="mod">
          <ac:chgData name="Diego José García González" userId="S::djgg03@educastillalamancha.es::62bb8909-ef9f-4346-8089-2f19c88e63fa" providerId="AD" clId="Web-{9306ACB9-8DD6-3098-27DE-2E489D6CCF9A}" dt="2025-08-16T08:25:37.537" v="417" actId="20577"/>
          <ac:spMkLst>
            <pc:docMk/>
            <pc:sldMk cId="3640180123" sldId="383"/>
            <ac:spMk id="3" creationId="{2625FC59-69C9-2273-C2ED-59CDCAC4D35B}"/>
          </ac:spMkLst>
        </pc:spChg>
      </pc:sldChg>
      <pc:sldChg chg="modSp add replId">
        <pc:chgData name="Diego José García González" userId="S::djgg03@educastillalamancha.es::62bb8909-ef9f-4346-8089-2f19c88e63fa" providerId="AD" clId="Web-{9306ACB9-8DD6-3098-27DE-2E489D6CCF9A}" dt="2025-08-16T08:26:20.991" v="426" actId="20577"/>
        <pc:sldMkLst>
          <pc:docMk/>
          <pc:sldMk cId="1902919568" sldId="384"/>
        </pc:sldMkLst>
      </pc:sldChg>
      <pc:sldChg chg="modSp add replId">
        <pc:chgData name="Diego José García González" userId="S::djgg03@educastillalamancha.es::62bb8909-ef9f-4346-8089-2f19c88e63fa" providerId="AD" clId="Web-{9306ACB9-8DD6-3098-27DE-2E489D6CCF9A}" dt="2025-08-16T08:27:40.930" v="445" actId="20577"/>
        <pc:sldMkLst>
          <pc:docMk/>
          <pc:sldMk cId="3981684669" sldId="385"/>
        </pc:sldMkLst>
        <pc:spChg chg="mod">
          <ac:chgData name="Diego José García González" userId="S::djgg03@educastillalamancha.es::62bb8909-ef9f-4346-8089-2f19c88e63fa" providerId="AD" clId="Web-{9306ACB9-8DD6-3098-27DE-2E489D6CCF9A}" dt="2025-08-16T08:27:40.930" v="445" actId="20577"/>
          <ac:spMkLst>
            <pc:docMk/>
            <pc:sldMk cId="3981684669" sldId="385"/>
            <ac:spMk id="3" creationId="{3A9C3F38-4FE1-B489-7976-F67AF5DA66D2}"/>
          </ac:spMkLst>
        </pc:spChg>
      </pc:sldChg>
      <pc:sldChg chg="add del replId">
        <pc:chgData name="Diego José García González" userId="S::djgg03@educastillalamancha.es::62bb8909-ef9f-4346-8089-2f19c88e63fa" providerId="AD" clId="Web-{9306ACB9-8DD6-3098-27DE-2E489D6CCF9A}" dt="2025-08-16T08:27:35.414" v="443"/>
        <pc:sldMkLst>
          <pc:docMk/>
          <pc:sldMk cId="328335476" sldId="386"/>
        </pc:sldMkLst>
      </pc:sldChg>
      <pc:sldChg chg="modSp add replId">
        <pc:chgData name="Diego José García González" userId="S::djgg03@educastillalamancha.es::62bb8909-ef9f-4346-8089-2f19c88e63fa" providerId="AD" clId="Web-{9306ACB9-8DD6-3098-27DE-2E489D6CCF9A}" dt="2025-08-16T08:29:17.495" v="456" actId="20577"/>
        <pc:sldMkLst>
          <pc:docMk/>
          <pc:sldMk cId="409285980" sldId="386"/>
        </pc:sldMkLst>
        <pc:spChg chg="mod">
          <ac:chgData name="Diego José García González" userId="S::djgg03@educastillalamancha.es::62bb8909-ef9f-4346-8089-2f19c88e63fa" providerId="AD" clId="Web-{9306ACB9-8DD6-3098-27DE-2E489D6CCF9A}" dt="2025-08-16T08:28:01.259" v="448" actId="20577"/>
          <ac:spMkLst>
            <pc:docMk/>
            <pc:sldMk cId="409285980" sldId="386"/>
            <ac:spMk id="2" creationId="{97298A62-3AAC-E9F8-F35F-0DC9D08C05B1}"/>
          </ac:spMkLst>
        </pc:spChg>
        <pc:spChg chg="mod">
          <ac:chgData name="Diego José García González" userId="S::djgg03@educastillalamancha.es::62bb8909-ef9f-4346-8089-2f19c88e63fa" providerId="AD" clId="Web-{9306ACB9-8DD6-3098-27DE-2E489D6CCF9A}" dt="2025-08-16T08:29:17.495" v="456" actId="20577"/>
          <ac:spMkLst>
            <pc:docMk/>
            <pc:sldMk cId="409285980" sldId="386"/>
            <ac:spMk id="3" creationId="{41938195-7D9D-B7DC-D9CA-3BFD79625F9E}"/>
          </ac:spMkLst>
        </pc:spChg>
      </pc:sldChg>
      <pc:sldChg chg="modSp add replId">
        <pc:chgData name="Diego José García González" userId="S::djgg03@educastillalamancha.es::62bb8909-ef9f-4346-8089-2f19c88e63fa" providerId="AD" clId="Web-{9306ACB9-8DD6-3098-27DE-2E489D6CCF9A}" dt="2025-08-16T08:30:38.231" v="508" actId="20577"/>
        <pc:sldMkLst>
          <pc:docMk/>
          <pc:sldMk cId="1624533267" sldId="387"/>
        </pc:sldMkLst>
        <pc:spChg chg="mod">
          <ac:chgData name="Diego José García González" userId="S::djgg03@educastillalamancha.es::62bb8909-ef9f-4346-8089-2f19c88e63fa" providerId="AD" clId="Web-{9306ACB9-8DD6-3098-27DE-2E489D6CCF9A}" dt="2025-08-16T08:30:38.231" v="508" actId="20577"/>
          <ac:spMkLst>
            <pc:docMk/>
            <pc:sldMk cId="1624533267" sldId="387"/>
            <ac:spMk id="3" creationId="{61BBEB84-EC50-D215-130E-E5C26CB62CC4}"/>
          </ac:spMkLst>
        </pc:spChg>
      </pc:sldChg>
      <pc:sldChg chg="modSp add replId">
        <pc:chgData name="Diego José García González" userId="S::djgg03@educastillalamancha.es::62bb8909-ef9f-4346-8089-2f19c88e63fa" providerId="AD" clId="Web-{9306ACB9-8DD6-3098-27DE-2E489D6CCF9A}" dt="2025-08-16T08:31:52.951" v="527" actId="20577"/>
        <pc:sldMkLst>
          <pc:docMk/>
          <pc:sldMk cId="174254562" sldId="388"/>
        </pc:sldMkLst>
        <pc:spChg chg="mod">
          <ac:chgData name="Diego José García González" userId="S::djgg03@educastillalamancha.es::62bb8909-ef9f-4346-8089-2f19c88e63fa" providerId="AD" clId="Web-{9306ACB9-8DD6-3098-27DE-2E489D6CCF9A}" dt="2025-08-16T08:31:52.951" v="527" actId="20577"/>
          <ac:spMkLst>
            <pc:docMk/>
            <pc:sldMk cId="174254562" sldId="388"/>
            <ac:spMk id="3" creationId="{64676764-4918-67CB-90A2-313BF9917AAD}"/>
          </ac:spMkLst>
        </pc:spChg>
      </pc:sldChg>
      <pc:sldChg chg="modSp add replId">
        <pc:chgData name="Diego José García González" userId="S::djgg03@educastillalamancha.es::62bb8909-ef9f-4346-8089-2f19c88e63fa" providerId="AD" clId="Web-{9306ACB9-8DD6-3098-27DE-2E489D6CCF9A}" dt="2025-08-16T08:32:33.796" v="537" actId="20577"/>
        <pc:sldMkLst>
          <pc:docMk/>
          <pc:sldMk cId="2043398916" sldId="389"/>
        </pc:sldMkLst>
        <pc:spChg chg="mod">
          <ac:chgData name="Diego José García González" userId="S::djgg03@educastillalamancha.es::62bb8909-ef9f-4346-8089-2f19c88e63fa" providerId="AD" clId="Web-{9306ACB9-8DD6-3098-27DE-2E489D6CCF9A}" dt="2025-08-16T08:32:33.796" v="537" actId="20577"/>
          <ac:spMkLst>
            <pc:docMk/>
            <pc:sldMk cId="2043398916" sldId="389"/>
            <ac:spMk id="3" creationId="{06E5CBC5-A393-5751-9D1A-A758BD5D80C0}"/>
          </ac:spMkLst>
        </pc:spChg>
      </pc:sldChg>
      <pc:sldChg chg="modSp add replId">
        <pc:chgData name="Diego José García González" userId="S::djgg03@educastillalamancha.es::62bb8909-ef9f-4346-8089-2f19c88e63fa" providerId="AD" clId="Web-{9306ACB9-8DD6-3098-27DE-2E489D6CCF9A}" dt="2025-08-16T08:33:35.204" v="558" actId="20577"/>
        <pc:sldMkLst>
          <pc:docMk/>
          <pc:sldMk cId="80954859" sldId="390"/>
        </pc:sldMkLst>
        <pc:spChg chg="mod">
          <ac:chgData name="Diego José García González" userId="S::djgg03@educastillalamancha.es::62bb8909-ef9f-4346-8089-2f19c88e63fa" providerId="AD" clId="Web-{9306ACB9-8DD6-3098-27DE-2E489D6CCF9A}" dt="2025-08-16T08:33:35.204" v="558" actId="20577"/>
          <ac:spMkLst>
            <pc:docMk/>
            <pc:sldMk cId="80954859" sldId="390"/>
            <ac:spMk id="3" creationId="{D3CAD5E0-3AC6-7A84-1C39-E681B64DF18C}"/>
          </ac:spMkLst>
        </pc:spChg>
      </pc:sldChg>
      <pc:sldChg chg="modSp add replId">
        <pc:chgData name="Diego José García González" userId="S::djgg03@educastillalamancha.es::62bb8909-ef9f-4346-8089-2f19c88e63fa" providerId="AD" clId="Web-{9306ACB9-8DD6-3098-27DE-2E489D6CCF9A}" dt="2025-08-16T08:33:58.360" v="566" actId="20577"/>
        <pc:sldMkLst>
          <pc:docMk/>
          <pc:sldMk cId="269240346" sldId="391"/>
        </pc:sldMkLst>
      </pc:sldChg>
      <pc:sldChg chg="modSp add replId">
        <pc:chgData name="Diego José García González" userId="S::djgg03@educastillalamancha.es::62bb8909-ef9f-4346-8089-2f19c88e63fa" providerId="AD" clId="Web-{9306ACB9-8DD6-3098-27DE-2E489D6CCF9A}" dt="2025-08-16T08:34:50.209" v="580" actId="20577"/>
        <pc:sldMkLst>
          <pc:docMk/>
          <pc:sldMk cId="1022340171" sldId="392"/>
        </pc:sldMkLst>
        <pc:spChg chg="mod">
          <ac:chgData name="Diego José García González" userId="S::djgg03@educastillalamancha.es::62bb8909-ef9f-4346-8089-2f19c88e63fa" providerId="AD" clId="Web-{9306ACB9-8DD6-3098-27DE-2E489D6CCF9A}" dt="2025-08-16T08:34:35.767" v="569" actId="20577"/>
          <ac:spMkLst>
            <pc:docMk/>
            <pc:sldMk cId="1022340171" sldId="392"/>
            <ac:spMk id="2" creationId="{9DE24FF3-B5D3-AFE7-6E3C-F97054AB3AE4}"/>
          </ac:spMkLst>
        </pc:spChg>
        <pc:spChg chg="mod">
          <ac:chgData name="Diego José García González" userId="S::djgg03@educastillalamancha.es::62bb8909-ef9f-4346-8089-2f19c88e63fa" providerId="AD" clId="Web-{9306ACB9-8DD6-3098-27DE-2E489D6CCF9A}" dt="2025-08-16T08:34:50.209" v="580" actId="20577"/>
          <ac:spMkLst>
            <pc:docMk/>
            <pc:sldMk cId="1022340171" sldId="392"/>
            <ac:spMk id="3" creationId="{116AE1DE-4681-AEF1-6AEC-7718844451AA}"/>
          </ac:spMkLst>
        </pc:spChg>
      </pc:sldChg>
      <pc:sldChg chg="modSp add replId">
        <pc:chgData name="Diego José García González" userId="S::djgg03@educastillalamancha.es::62bb8909-ef9f-4346-8089-2f19c88e63fa" providerId="AD" clId="Web-{9306ACB9-8DD6-3098-27DE-2E489D6CCF9A}" dt="2025-08-16T08:35:18.007" v="593" actId="20577"/>
        <pc:sldMkLst>
          <pc:docMk/>
          <pc:sldMk cId="551402581" sldId="393"/>
        </pc:sldMkLst>
        <pc:spChg chg="mod">
          <ac:chgData name="Diego José García González" userId="S::djgg03@educastillalamancha.es::62bb8909-ef9f-4346-8089-2f19c88e63fa" providerId="AD" clId="Web-{9306ACB9-8DD6-3098-27DE-2E489D6CCF9A}" dt="2025-08-16T08:35:18.007" v="593" actId="20577"/>
          <ac:spMkLst>
            <pc:docMk/>
            <pc:sldMk cId="551402581" sldId="393"/>
            <ac:spMk id="3" creationId="{5DB40C58-9A1F-DCF3-04C2-239F26BACA69}"/>
          </ac:spMkLst>
        </pc:spChg>
      </pc:sldChg>
      <pc:sldChg chg="modSp add replId">
        <pc:chgData name="Diego José García González" userId="S::djgg03@educastillalamancha.es::62bb8909-ef9f-4346-8089-2f19c88e63fa" providerId="AD" clId="Web-{9306ACB9-8DD6-3098-27DE-2E489D6CCF9A}" dt="2025-08-16T08:36:03.164" v="605" actId="20577"/>
        <pc:sldMkLst>
          <pc:docMk/>
          <pc:sldMk cId="1110093963" sldId="394"/>
        </pc:sldMkLst>
      </pc:sldChg>
      <pc:sldChg chg="modSp add replId">
        <pc:chgData name="Diego José García González" userId="S::djgg03@educastillalamancha.es::62bb8909-ef9f-4346-8089-2f19c88e63fa" providerId="AD" clId="Web-{9306ACB9-8DD6-3098-27DE-2E489D6CCF9A}" dt="2025-08-16T08:37:54.385" v="621" actId="20577"/>
        <pc:sldMkLst>
          <pc:docMk/>
          <pc:sldMk cId="2171125407" sldId="395"/>
        </pc:sldMkLst>
        <pc:spChg chg="mod">
          <ac:chgData name="Diego José García González" userId="S::djgg03@educastillalamancha.es::62bb8909-ef9f-4346-8089-2f19c88e63fa" providerId="AD" clId="Web-{9306ACB9-8DD6-3098-27DE-2E489D6CCF9A}" dt="2025-08-16T08:37:09.946" v="608" actId="20577"/>
          <ac:spMkLst>
            <pc:docMk/>
            <pc:sldMk cId="2171125407" sldId="395"/>
            <ac:spMk id="2" creationId="{DAD7207F-B2E3-962D-5483-3C749F868D33}"/>
          </ac:spMkLst>
        </pc:spChg>
        <pc:spChg chg="mod">
          <ac:chgData name="Diego José García González" userId="S::djgg03@educastillalamancha.es::62bb8909-ef9f-4346-8089-2f19c88e63fa" providerId="AD" clId="Web-{9306ACB9-8DD6-3098-27DE-2E489D6CCF9A}" dt="2025-08-16T08:37:54.385" v="621" actId="20577"/>
          <ac:spMkLst>
            <pc:docMk/>
            <pc:sldMk cId="2171125407" sldId="395"/>
            <ac:spMk id="3" creationId="{48F673E9-4136-CDFE-1F6D-C831E48FECDC}"/>
          </ac:spMkLst>
        </pc:spChg>
      </pc:sldChg>
      <pc:sldChg chg="modSp add replId">
        <pc:chgData name="Diego José García González" userId="S::djgg03@educastillalamancha.es::62bb8909-ef9f-4346-8089-2f19c88e63fa" providerId="AD" clId="Web-{9306ACB9-8DD6-3098-27DE-2E489D6CCF9A}" dt="2025-08-16T08:39:48.575" v="665" actId="20577"/>
        <pc:sldMkLst>
          <pc:docMk/>
          <pc:sldMk cId="4182020263" sldId="396"/>
        </pc:sldMkLst>
        <pc:spChg chg="mod">
          <ac:chgData name="Diego José García González" userId="S::djgg03@educastillalamancha.es::62bb8909-ef9f-4346-8089-2f19c88e63fa" providerId="AD" clId="Web-{9306ACB9-8DD6-3098-27DE-2E489D6CCF9A}" dt="2025-08-16T08:39:48.575" v="665" actId="20577"/>
          <ac:spMkLst>
            <pc:docMk/>
            <pc:sldMk cId="4182020263" sldId="396"/>
            <ac:spMk id="3" creationId="{1DB6583E-EF07-CF79-08EA-6904F9CECEE0}"/>
          </ac:spMkLst>
        </pc:spChg>
      </pc:sldChg>
      <pc:sldChg chg="modSp add replId">
        <pc:chgData name="Diego José García González" userId="S::djgg03@educastillalamancha.es::62bb8909-ef9f-4346-8089-2f19c88e63fa" providerId="AD" clId="Web-{9306ACB9-8DD6-3098-27DE-2E489D6CCF9A}" dt="2025-08-16T08:42:07.937" v="674" actId="20577"/>
        <pc:sldMkLst>
          <pc:docMk/>
          <pc:sldMk cId="1956848080" sldId="397"/>
        </pc:sldMkLst>
      </pc:sldChg>
      <pc:sldChg chg="modSp add replId">
        <pc:chgData name="Diego José García González" userId="S::djgg03@educastillalamancha.es::62bb8909-ef9f-4346-8089-2f19c88e63fa" providerId="AD" clId="Web-{9306ACB9-8DD6-3098-27DE-2E489D6CCF9A}" dt="2025-08-16T08:43:40.720" v="701" actId="20577"/>
        <pc:sldMkLst>
          <pc:docMk/>
          <pc:sldMk cId="1465364229" sldId="398"/>
        </pc:sldMkLst>
        <pc:spChg chg="mod">
          <ac:chgData name="Diego José García González" userId="S::djgg03@educastillalamancha.es::62bb8909-ef9f-4346-8089-2f19c88e63fa" providerId="AD" clId="Web-{9306ACB9-8DD6-3098-27DE-2E489D6CCF9A}" dt="2025-08-16T08:43:40.720" v="701" actId="20577"/>
          <ac:spMkLst>
            <pc:docMk/>
            <pc:sldMk cId="1465364229" sldId="398"/>
            <ac:spMk id="3" creationId="{DA5CBAEF-0684-4564-37CF-B0AA021A1900}"/>
          </ac:spMkLst>
        </pc:spChg>
      </pc:sldChg>
      <pc:sldChg chg="modSp add replId">
        <pc:chgData name="Diego José García González" userId="S::djgg03@educastillalamancha.es::62bb8909-ef9f-4346-8089-2f19c88e63fa" providerId="AD" clId="Web-{9306ACB9-8DD6-3098-27DE-2E489D6CCF9A}" dt="2025-08-16T08:44:34.706" v="723" actId="20577"/>
        <pc:sldMkLst>
          <pc:docMk/>
          <pc:sldMk cId="3560232628" sldId="399"/>
        </pc:sldMkLst>
        <pc:spChg chg="mod">
          <ac:chgData name="Diego José García González" userId="S::djgg03@educastillalamancha.es::62bb8909-ef9f-4346-8089-2f19c88e63fa" providerId="AD" clId="Web-{9306ACB9-8DD6-3098-27DE-2E489D6CCF9A}" dt="2025-08-16T08:44:34.706" v="723" actId="20577"/>
          <ac:spMkLst>
            <pc:docMk/>
            <pc:sldMk cId="3560232628" sldId="399"/>
            <ac:spMk id="3" creationId="{40D33E05-BC46-6C1A-5E51-0AE2F33FE293}"/>
          </ac:spMkLst>
        </pc:spChg>
      </pc:sldChg>
      <pc:sldChg chg="modSp add replId">
        <pc:chgData name="Diego José García González" userId="S::djgg03@educastillalamancha.es::62bb8909-ef9f-4346-8089-2f19c88e63fa" providerId="AD" clId="Web-{9306ACB9-8DD6-3098-27DE-2E489D6CCF9A}" dt="2025-08-16T08:45:22.270" v="735" actId="20577"/>
        <pc:sldMkLst>
          <pc:docMk/>
          <pc:sldMk cId="876491355" sldId="400"/>
        </pc:sldMkLst>
      </pc:sldChg>
      <pc:sldChg chg="modSp add replId">
        <pc:chgData name="Diego José García González" userId="S::djgg03@educastillalamancha.es::62bb8909-ef9f-4346-8089-2f19c88e63fa" providerId="AD" clId="Web-{9306ACB9-8DD6-3098-27DE-2E489D6CCF9A}" dt="2025-08-16T08:46:03.427" v="750" actId="20577"/>
        <pc:sldMkLst>
          <pc:docMk/>
          <pc:sldMk cId="2250416755" sldId="401"/>
        </pc:sldMkLst>
        <pc:spChg chg="mod">
          <ac:chgData name="Diego José García González" userId="S::djgg03@educastillalamancha.es::62bb8909-ef9f-4346-8089-2f19c88e63fa" providerId="AD" clId="Web-{9306ACB9-8DD6-3098-27DE-2E489D6CCF9A}" dt="2025-08-16T08:46:03.427" v="750" actId="20577"/>
          <ac:spMkLst>
            <pc:docMk/>
            <pc:sldMk cId="2250416755" sldId="401"/>
            <ac:spMk id="3" creationId="{F94ADEE5-2F50-AAFC-B92F-094720F49311}"/>
          </ac:spMkLst>
        </pc:spChg>
      </pc:sldChg>
      <pc:sldChg chg="modSp add replId">
        <pc:chgData name="Diego José García González" userId="S::djgg03@educastillalamancha.es::62bb8909-ef9f-4346-8089-2f19c88e63fa" providerId="AD" clId="Web-{9306ACB9-8DD6-3098-27DE-2E489D6CCF9A}" dt="2025-08-16T08:46:48.577" v="761" actId="20577"/>
        <pc:sldMkLst>
          <pc:docMk/>
          <pc:sldMk cId="551436545" sldId="402"/>
        </pc:sldMkLst>
      </pc:sldChg>
      <pc:sldChg chg="modSp add replId">
        <pc:chgData name="Diego José García González" userId="S::djgg03@educastillalamancha.es::62bb8909-ef9f-4346-8089-2f19c88e63fa" providerId="AD" clId="Web-{9306ACB9-8DD6-3098-27DE-2E489D6CCF9A}" dt="2025-08-16T08:47:38.657" v="786" actId="20577"/>
        <pc:sldMkLst>
          <pc:docMk/>
          <pc:sldMk cId="2631723202" sldId="403"/>
        </pc:sldMkLst>
        <pc:spChg chg="mod">
          <ac:chgData name="Diego José García González" userId="S::djgg03@educastillalamancha.es::62bb8909-ef9f-4346-8089-2f19c88e63fa" providerId="AD" clId="Web-{9306ACB9-8DD6-3098-27DE-2E489D6CCF9A}" dt="2025-08-16T08:47:38.657" v="786" actId="20577"/>
          <ac:spMkLst>
            <pc:docMk/>
            <pc:sldMk cId="2631723202" sldId="403"/>
            <ac:spMk id="3" creationId="{D5EFFA73-24D8-1B86-288D-D7C5BC454843}"/>
          </ac:spMkLst>
        </pc:spChg>
      </pc:sldChg>
      <pc:sldChg chg="modSp add replId">
        <pc:chgData name="Diego José García González" userId="S::djgg03@educastillalamancha.es::62bb8909-ef9f-4346-8089-2f19c88e63fa" providerId="AD" clId="Web-{9306ACB9-8DD6-3098-27DE-2E489D6CCF9A}" dt="2025-08-16T08:48:48.738" v="795" actId="20577"/>
        <pc:sldMkLst>
          <pc:docMk/>
          <pc:sldMk cId="2425227805" sldId="404"/>
        </pc:sldMkLst>
        <pc:spChg chg="mod">
          <ac:chgData name="Diego José García González" userId="S::djgg03@educastillalamancha.es::62bb8909-ef9f-4346-8089-2f19c88e63fa" providerId="AD" clId="Web-{9306ACB9-8DD6-3098-27DE-2E489D6CCF9A}" dt="2025-08-16T08:48:48.738" v="795" actId="20577"/>
          <ac:spMkLst>
            <pc:docMk/>
            <pc:sldMk cId="2425227805" sldId="404"/>
            <ac:spMk id="3" creationId="{0A195D18-E0FB-8230-FB58-0C1F4E8B68BC}"/>
          </ac:spMkLst>
        </pc:spChg>
      </pc:sldChg>
      <pc:sldChg chg="modSp add replId">
        <pc:chgData name="Diego José García González" userId="S::djgg03@educastillalamancha.es::62bb8909-ef9f-4346-8089-2f19c88e63fa" providerId="AD" clId="Web-{9306ACB9-8DD6-3098-27DE-2E489D6CCF9A}" dt="2025-08-16T08:50:00.006" v="827" actId="20577"/>
        <pc:sldMkLst>
          <pc:docMk/>
          <pc:sldMk cId="341226788" sldId="405"/>
        </pc:sldMkLst>
        <pc:spChg chg="mod">
          <ac:chgData name="Diego José García González" userId="S::djgg03@educastillalamancha.es::62bb8909-ef9f-4346-8089-2f19c88e63fa" providerId="AD" clId="Web-{9306ACB9-8DD6-3098-27DE-2E489D6CCF9A}" dt="2025-08-16T08:50:00.006" v="827" actId="20577"/>
          <ac:spMkLst>
            <pc:docMk/>
            <pc:sldMk cId="341226788" sldId="405"/>
            <ac:spMk id="3" creationId="{FD3C54D2-1769-B409-15AB-E84FB975644C}"/>
          </ac:spMkLst>
        </pc:spChg>
      </pc:sldChg>
      <pc:sldChg chg="modSp add replId">
        <pc:chgData name="Diego José García González" userId="S::djgg03@educastillalamancha.es::62bb8909-ef9f-4346-8089-2f19c88e63fa" providerId="AD" clId="Web-{9306ACB9-8DD6-3098-27DE-2E489D6CCF9A}" dt="2025-08-16T08:51:25.400" v="837" actId="20577"/>
        <pc:sldMkLst>
          <pc:docMk/>
          <pc:sldMk cId="3039017662" sldId="406"/>
        </pc:sldMkLst>
      </pc:sldChg>
      <pc:sldChg chg="modSp add replId">
        <pc:chgData name="Diego José García González" userId="S::djgg03@educastillalamancha.es::62bb8909-ef9f-4346-8089-2f19c88e63fa" providerId="AD" clId="Web-{9306ACB9-8DD6-3098-27DE-2E489D6CCF9A}" dt="2025-08-16T09:03:56.320" v="1026" actId="20577"/>
        <pc:sldMkLst>
          <pc:docMk/>
          <pc:sldMk cId="2176364006" sldId="407"/>
        </pc:sldMkLst>
        <pc:spChg chg="mod">
          <ac:chgData name="Diego José García González" userId="S::djgg03@educastillalamancha.es::62bb8909-ef9f-4346-8089-2f19c88e63fa" providerId="AD" clId="Web-{9306ACB9-8DD6-3098-27DE-2E489D6CCF9A}" dt="2025-08-16T09:03:22.507" v="1011" actId="20577"/>
          <ac:spMkLst>
            <pc:docMk/>
            <pc:sldMk cId="2176364006" sldId="407"/>
            <ac:spMk id="2" creationId="{97D841BD-66BE-8505-830A-99211F1A5C49}"/>
          </ac:spMkLst>
        </pc:spChg>
        <pc:spChg chg="mod">
          <ac:chgData name="Diego José García González" userId="S::djgg03@educastillalamancha.es::62bb8909-ef9f-4346-8089-2f19c88e63fa" providerId="AD" clId="Web-{9306ACB9-8DD6-3098-27DE-2E489D6CCF9A}" dt="2025-08-16T09:03:56.320" v="1026" actId="20577"/>
          <ac:spMkLst>
            <pc:docMk/>
            <pc:sldMk cId="2176364006" sldId="407"/>
            <ac:spMk id="3" creationId="{14943C44-7E75-B7E3-230C-0788E7D8CE19}"/>
          </ac:spMkLst>
        </pc:spChg>
      </pc:sldChg>
      <pc:sldChg chg="modSp add replId">
        <pc:chgData name="Diego José García González" userId="S::djgg03@educastillalamancha.es::62bb8909-ef9f-4346-8089-2f19c88e63fa" providerId="AD" clId="Web-{9306ACB9-8DD6-3098-27DE-2E489D6CCF9A}" dt="2025-08-16T09:11:52.250" v="1117" actId="20577"/>
        <pc:sldMkLst>
          <pc:docMk/>
          <pc:sldMk cId="2685526479" sldId="408"/>
        </pc:sldMkLst>
        <pc:spChg chg="mod">
          <ac:chgData name="Diego José García González" userId="S::djgg03@educastillalamancha.es::62bb8909-ef9f-4346-8089-2f19c88e63fa" providerId="AD" clId="Web-{9306ACB9-8DD6-3098-27DE-2E489D6CCF9A}" dt="2025-08-16T09:11:30.499" v="1102" actId="20577"/>
          <ac:spMkLst>
            <pc:docMk/>
            <pc:sldMk cId="2685526479" sldId="408"/>
            <ac:spMk id="2" creationId="{6AF6CC5A-EBF0-3E28-423D-375C369B4F50}"/>
          </ac:spMkLst>
        </pc:spChg>
        <pc:spChg chg="mod">
          <ac:chgData name="Diego José García González" userId="S::djgg03@educastillalamancha.es::62bb8909-ef9f-4346-8089-2f19c88e63fa" providerId="AD" clId="Web-{9306ACB9-8DD6-3098-27DE-2E489D6CCF9A}" dt="2025-08-16T09:11:52.250" v="1117" actId="20577"/>
          <ac:spMkLst>
            <pc:docMk/>
            <pc:sldMk cId="2685526479" sldId="408"/>
            <ac:spMk id="3" creationId="{FD1E8661-DC36-4193-9299-3AB82D831E5E}"/>
          </ac:spMkLst>
        </pc:spChg>
      </pc:sldChg>
      <pc:sldChg chg="modSp add replId">
        <pc:chgData name="Diego José García González" userId="S::djgg03@educastillalamancha.es::62bb8909-ef9f-4346-8089-2f19c88e63fa" providerId="AD" clId="Web-{9306ACB9-8DD6-3098-27DE-2E489D6CCF9A}" dt="2025-08-16T08:54:35.907" v="894" actId="20577"/>
        <pc:sldMkLst>
          <pc:docMk/>
          <pc:sldMk cId="3417428706" sldId="409"/>
        </pc:sldMkLst>
        <pc:spChg chg="mod">
          <ac:chgData name="Diego José García González" userId="S::djgg03@educastillalamancha.es::62bb8909-ef9f-4346-8089-2f19c88e63fa" providerId="AD" clId="Web-{9306ACB9-8DD6-3098-27DE-2E489D6CCF9A}" dt="2025-08-16T08:54:35.907" v="894" actId="20577"/>
          <ac:spMkLst>
            <pc:docMk/>
            <pc:sldMk cId="3417428706" sldId="409"/>
            <ac:spMk id="3" creationId="{BC14BDA5-2B19-2931-3BB0-FFB5659AB0E3}"/>
          </ac:spMkLst>
        </pc:spChg>
      </pc:sldChg>
      <pc:sldChg chg="modSp add replId">
        <pc:chgData name="Diego José García González" userId="S::djgg03@educastillalamancha.es::62bb8909-ef9f-4346-8089-2f19c88e63fa" providerId="AD" clId="Web-{9306ACB9-8DD6-3098-27DE-2E489D6CCF9A}" dt="2025-08-16T08:56:21.863" v="928" actId="20577"/>
        <pc:sldMkLst>
          <pc:docMk/>
          <pc:sldMk cId="1064480791" sldId="410"/>
        </pc:sldMkLst>
        <pc:spChg chg="mod">
          <ac:chgData name="Diego José García González" userId="S::djgg03@educastillalamancha.es::62bb8909-ef9f-4346-8089-2f19c88e63fa" providerId="AD" clId="Web-{9306ACB9-8DD6-3098-27DE-2E489D6CCF9A}" dt="2025-08-16T08:56:21.863" v="928" actId="20577"/>
          <ac:spMkLst>
            <pc:docMk/>
            <pc:sldMk cId="1064480791" sldId="410"/>
            <ac:spMk id="3" creationId="{E33E12B5-504A-263A-A0D3-93B2B244FA05}"/>
          </ac:spMkLst>
        </pc:spChg>
      </pc:sldChg>
      <pc:sldChg chg="modSp add replId">
        <pc:chgData name="Diego José García González" userId="S::djgg03@educastillalamancha.es::62bb8909-ef9f-4346-8089-2f19c88e63fa" providerId="AD" clId="Web-{9306ACB9-8DD6-3098-27DE-2E489D6CCF9A}" dt="2025-08-16T08:57:32.806" v="942" actId="20577"/>
        <pc:sldMkLst>
          <pc:docMk/>
          <pc:sldMk cId="2491418990" sldId="411"/>
        </pc:sldMkLst>
      </pc:sldChg>
      <pc:sldChg chg="modSp add replId">
        <pc:chgData name="Diego José García González" userId="S::djgg03@educastillalamancha.es::62bb8909-ef9f-4346-8089-2f19c88e63fa" providerId="AD" clId="Web-{9306ACB9-8DD6-3098-27DE-2E489D6CCF9A}" dt="2025-08-16T09:00:05.937" v="985" actId="20577"/>
        <pc:sldMkLst>
          <pc:docMk/>
          <pc:sldMk cId="1868168033" sldId="412"/>
        </pc:sldMkLst>
        <pc:spChg chg="mod">
          <ac:chgData name="Diego José García González" userId="S::djgg03@educastillalamancha.es::62bb8909-ef9f-4346-8089-2f19c88e63fa" providerId="AD" clId="Web-{9306ACB9-8DD6-3098-27DE-2E489D6CCF9A}" dt="2025-08-16T09:00:05.937" v="985" actId="20577"/>
          <ac:spMkLst>
            <pc:docMk/>
            <pc:sldMk cId="1868168033" sldId="412"/>
            <ac:spMk id="3" creationId="{7AAB2128-3B1B-448A-E63B-91D7B3972D44}"/>
          </ac:spMkLst>
        </pc:spChg>
      </pc:sldChg>
      <pc:sldChg chg="modSp add replId">
        <pc:chgData name="Diego José García González" userId="S::djgg03@educastillalamancha.es::62bb8909-ef9f-4346-8089-2f19c88e63fa" providerId="AD" clId="Web-{9306ACB9-8DD6-3098-27DE-2E489D6CCF9A}" dt="2025-08-16T09:02:39.364" v="1009" actId="20577"/>
        <pc:sldMkLst>
          <pc:docMk/>
          <pc:sldMk cId="2388605810" sldId="413"/>
        </pc:sldMkLst>
        <pc:spChg chg="mod">
          <ac:chgData name="Diego José García González" userId="S::djgg03@educastillalamancha.es::62bb8909-ef9f-4346-8089-2f19c88e63fa" providerId="AD" clId="Web-{9306ACB9-8DD6-3098-27DE-2E489D6CCF9A}" dt="2025-08-16T09:02:39.364" v="1009" actId="20577"/>
          <ac:spMkLst>
            <pc:docMk/>
            <pc:sldMk cId="2388605810" sldId="413"/>
            <ac:spMk id="3" creationId="{ACCC014D-1559-636D-01AD-408E4560BD79}"/>
          </ac:spMkLst>
        </pc:spChg>
      </pc:sldChg>
      <pc:sldChg chg="modSp add replId">
        <pc:chgData name="Diego José García González" userId="S::djgg03@educastillalamancha.es::62bb8909-ef9f-4346-8089-2f19c88e63fa" providerId="AD" clId="Web-{9306ACB9-8DD6-3098-27DE-2E489D6CCF9A}" dt="2025-08-16T09:07:06.640" v="1086" actId="20577"/>
        <pc:sldMkLst>
          <pc:docMk/>
          <pc:sldMk cId="283716947" sldId="414"/>
        </pc:sldMkLst>
        <pc:spChg chg="mod">
          <ac:chgData name="Diego José García González" userId="S::djgg03@educastillalamancha.es::62bb8909-ef9f-4346-8089-2f19c88e63fa" providerId="AD" clId="Web-{9306ACB9-8DD6-3098-27DE-2E489D6CCF9A}" dt="2025-08-16T09:07:06.640" v="1086" actId="20577"/>
          <ac:spMkLst>
            <pc:docMk/>
            <pc:sldMk cId="283716947" sldId="414"/>
            <ac:spMk id="3" creationId="{3531CFE4-4113-F329-2B15-AE0EF31EFC7A}"/>
          </ac:spMkLst>
        </pc:spChg>
      </pc:sldChg>
      <pc:sldChg chg="modSp add replId">
        <pc:chgData name="Diego José García González" userId="S::djgg03@educastillalamancha.es::62bb8909-ef9f-4346-8089-2f19c88e63fa" providerId="AD" clId="Web-{9306ACB9-8DD6-3098-27DE-2E489D6CCF9A}" dt="2025-08-16T09:06:40.639" v="1080" actId="20577"/>
        <pc:sldMkLst>
          <pc:docMk/>
          <pc:sldMk cId="3159406464" sldId="415"/>
        </pc:sldMkLst>
        <pc:spChg chg="mod">
          <ac:chgData name="Diego José García González" userId="S::djgg03@educastillalamancha.es::62bb8909-ef9f-4346-8089-2f19c88e63fa" providerId="AD" clId="Web-{9306ACB9-8DD6-3098-27DE-2E489D6CCF9A}" dt="2025-08-16T09:06:40.639" v="1080" actId="20577"/>
          <ac:spMkLst>
            <pc:docMk/>
            <pc:sldMk cId="3159406464" sldId="415"/>
            <ac:spMk id="3" creationId="{D1B5C476-3F3D-17EA-BC41-2573F71CC1F9}"/>
          </ac:spMkLst>
        </pc:spChg>
      </pc:sldChg>
      <pc:sldChg chg="modSp add replId">
        <pc:chgData name="Diego José García González" userId="S::djgg03@educastillalamancha.es::62bb8909-ef9f-4346-8089-2f19c88e63fa" providerId="AD" clId="Web-{9306ACB9-8DD6-3098-27DE-2E489D6CCF9A}" dt="2025-08-16T09:07:21.234" v="1089" actId="20577"/>
        <pc:sldMkLst>
          <pc:docMk/>
          <pc:sldMk cId="2635960013" sldId="416"/>
        </pc:sldMkLst>
        <pc:spChg chg="mod">
          <ac:chgData name="Diego José García González" userId="S::djgg03@educastillalamancha.es::62bb8909-ef9f-4346-8089-2f19c88e63fa" providerId="AD" clId="Web-{9306ACB9-8DD6-3098-27DE-2E489D6CCF9A}" dt="2025-08-16T09:07:21.234" v="1089" actId="20577"/>
          <ac:spMkLst>
            <pc:docMk/>
            <pc:sldMk cId="2635960013" sldId="416"/>
            <ac:spMk id="3" creationId="{9E78AA63-030D-3B2C-E15E-9CBDF43F193C}"/>
          </ac:spMkLst>
        </pc:spChg>
      </pc:sldChg>
      <pc:sldChg chg="modSp add replId">
        <pc:chgData name="Diego José García González" userId="S::djgg03@educastillalamancha.es::62bb8909-ef9f-4346-8089-2f19c88e63fa" providerId="AD" clId="Web-{9306ACB9-8DD6-3098-27DE-2E489D6CCF9A}" dt="2025-08-16T09:10:27.060" v="1099" actId="20577"/>
        <pc:sldMkLst>
          <pc:docMk/>
          <pc:sldMk cId="2558931103" sldId="417"/>
        </pc:sldMkLst>
      </pc:sldChg>
      <pc:sldChg chg="modSp add replId">
        <pc:chgData name="Diego José García González" userId="S::djgg03@educastillalamancha.es::62bb8909-ef9f-4346-8089-2f19c88e63fa" providerId="AD" clId="Web-{9306ACB9-8DD6-3098-27DE-2E489D6CCF9A}" dt="2025-08-16T09:12:51.518" v="1134" actId="20577"/>
        <pc:sldMkLst>
          <pc:docMk/>
          <pc:sldMk cId="2389020477" sldId="418"/>
        </pc:sldMkLst>
        <pc:spChg chg="mod">
          <ac:chgData name="Diego José García González" userId="S::djgg03@educastillalamancha.es::62bb8909-ef9f-4346-8089-2f19c88e63fa" providerId="AD" clId="Web-{9306ACB9-8DD6-3098-27DE-2E489D6CCF9A}" dt="2025-08-16T09:12:51.518" v="1134" actId="20577"/>
          <ac:spMkLst>
            <pc:docMk/>
            <pc:sldMk cId="2389020477" sldId="418"/>
            <ac:spMk id="3" creationId="{5A59F411-3CF6-75BA-420C-DE7345384A38}"/>
          </ac:spMkLst>
        </pc:spChg>
      </pc:sldChg>
      <pc:sldChg chg="modSp add replId">
        <pc:chgData name="Diego José García González" userId="S::djgg03@educastillalamancha.es::62bb8909-ef9f-4346-8089-2f19c88e63fa" providerId="AD" clId="Web-{9306ACB9-8DD6-3098-27DE-2E489D6CCF9A}" dt="2025-08-16T09:13:34.285" v="1148" actId="20577"/>
        <pc:sldMkLst>
          <pc:docMk/>
          <pc:sldMk cId="2010696870" sldId="419"/>
        </pc:sldMkLst>
        <pc:spChg chg="mod">
          <ac:chgData name="Diego José García González" userId="S::djgg03@educastillalamancha.es::62bb8909-ef9f-4346-8089-2f19c88e63fa" providerId="AD" clId="Web-{9306ACB9-8DD6-3098-27DE-2E489D6CCF9A}" dt="2025-08-16T09:13:34.285" v="1148" actId="20577"/>
          <ac:spMkLst>
            <pc:docMk/>
            <pc:sldMk cId="2010696870" sldId="419"/>
            <ac:spMk id="3" creationId="{6703A17C-5D3F-0976-D479-23A014ACE2BF}"/>
          </ac:spMkLst>
        </pc:spChg>
      </pc:sldChg>
      <pc:sldChg chg="modSp add replId">
        <pc:chgData name="Diego José García González" userId="S::djgg03@educastillalamancha.es::62bb8909-ef9f-4346-8089-2f19c88e63fa" providerId="AD" clId="Web-{9306ACB9-8DD6-3098-27DE-2E489D6CCF9A}" dt="2025-08-16T09:14:11.146" v="1165" actId="20577"/>
        <pc:sldMkLst>
          <pc:docMk/>
          <pc:sldMk cId="2683248678" sldId="420"/>
        </pc:sldMkLst>
      </pc:sldChg>
      <pc:sldChg chg="modSp add replId">
        <pc:chgData name="Diego José García González" userId="S::djgg03@educastillalamancha.es::62bb8909-ef9f-4346-8089-2f19c88e63fa" providerId="AD" clId="Web-{9306ACB9-8DD6-3098-27DE-2E489D6CCF9A}" dt="2025-08-16T09:16:34.904" v="1206" actId="20577"/>
        <pc:sldMkLst>
          <pc:docMk/>
          <pc:sldMk cId="621437997" sldId="421"/>
        </pc:sldMkLst>
        <pc:spChg chg="mod">
          <ac:chgData name="Diego José García González" userId="S::djgg03@educastillalamancha.es::62bb8909-ef9f-4346-8089-2f19c88e63fa" providerId="AD" clId="Web-{9306ACB9-8DD6-3098-27DE-2E489D6CCF9A}" dt="2025-08-16T09:16:34.904" v="1206" actId="20577"/>
          <ac:spMkLst>
            <pc:docMk/>
            <pc:sldMk cId="621437997" sldId="421"/>
            <ac:spMk id="3" creationId="{66F5F2E0-A840-0CD2-7E82-86625A644D8D}"/>
          </ac:spMkLst>
        </pc:spChg>
      </pc:sldChg>
      <pc:sldChg chg="modSp add replId">
        <pc:chgData name="Diego José García González" userId="S::djgg03@educastillalamancha.es::62bb8909-ef9f-4346-8089-2f19c88e63fa" providerId="AD" clId="Web-{9306ACB9-8DD6-3098-27DE-2E489D6CCF9A}" dt="2025-08-16T09:17:35.344" v="1216" actId="20577"/>
        <pc:sldMkLst>
          <pc:docMk/>
          <pc:sldMk cId="3013012637" sldId="422"/>
        </pc:sldMkLst>
      </pc:sldChg>
      <pc:sldChg chg="modSp add replId">
        <pc:chgData name="Diego José García González" userId="S::djgg03@educastillalamancha.es::62bb8909-ef9f-4346-8089-2f19c88e63fa" providerId="AD" clId="Web-{9306ACB9-8DD6-3098-27DE-2E489D6CCF9A}" dt="2025-08-16T09:18:09.220" v="1237" actId="20577"/>
        <pc:sldMkLst>
          <pc:docMk/>
          <pc:sldMk cId="1599570257" sldId="423"/>
        </pc:sldMkLst>
        <pc:spChg chg="mod">
          <ac:chgData name="Diego José García González" userId="S::djgg03@educastillalamancha.es::62bb8909-ef9f-4346-8089-2f19c88e63fa" providerId="AD" clId="Web-{9306ACB9-8DD6-3098-27DE-2E489D6CCF9A}" dt="2025-08-16T09:18:09.220" v="1237" actId="20577"/>
          <ac:spMkLst>
            <pc:docMk/>
            <pc:sldMk cId="1599570257" sldId="423"/>
            <ac:spMk id="3" creationId="{4BF6F928-E5B9-4777-6766-B7ADC05B010A}"/>
          </ac:spMkLst>
        </pc:spChg>
      </pc:sldChg>
      <pc:sldChg chg="modSp add replId">
        <pc:chgData name="Diego José García González" userId="S::djgg03@educastillalamancha.es::62bb8909-ef9f-4346-8089-2f19c88e63fa" providerId="AD" clId="Web-{9306ACB9-8DD6-3098-27DE-2E489D6CCF9A}" dt="2025-08-16T09:18:54.441" v="1252" actId="20577"/>
        <pc:sldMkLst>
          <pc:docMk/>
          <pc:sldMk cId="1961969727" sldId="424"/>
        </pc:sldMkLst>
        <pc:spChg chg="mod">
          <ac:chgData name="Diego José García González" userId="S::djgg03@educastillalamancha.es::62bb8909-ef9f-4346-8089-2f19c88e63fa" providerId="AD" clId="Web-{9306ACB9-8DD6-3098-27DE-2E489D6CCF9A}" dt="2025-08-16T09:18:54.441" v="1252" actId="20577"/>
          <ac:spMkLst>
            <pc:docMk/>
            <pc:sldMk cId="1961969727" sldId="424"/>
            <ac:spMk id="3" creationId="{E7993109-878C-E45D-9B75-252961113973}"/>
          </ac:spMkLst>
        </pc:spChg>
      </pc:sldChg>
      <pc:sldChg chg="modSp add replId">
        <pc:chgData name="Diego José García González" userId="S::djgg03@educastillalamancha.es::62bb8909-ef9f-4346-8089-2f19c88e63fa" providerId="AD" clId="Web-{9306ACB9-8DD6-3098-27DE-2E489D6CCF9A}" dt="2025-08-16T09:20:17.991" v="1272" actId="20577"/>
        <pc:sldMkLst>
          <pc:docMk/>
          <pc:sldMk cId="2140149295" sldId="425"/>
        </pc:sldMkLst>
        <pc:spChg chg="mod">
          <ac:chgData name="Diego José García González" userId="S::djgg03@educastillalamancha.es::62bb8909-ef9f-4346-8089-2f19c88e63fa" providerId="AD" clId="Web-{9306ACB9-8DD6-3098-27DE-2E489D6CCF9A}" dt="2025-08-16T09:20:17.991" v="1272" actId="20577"/>
          <ac:spMkLst>
            <pc:docMk/>
            <pc:sldMk cId="2140149295" sldId="425"/>
            <ac:spMk id="3" creationId="{B0A05A07-CA72-34F9-1A0F-AA341F8704F9}"/>
          </ac:spMkLst>
        </pc:spChg>
      </pc:sldChg>
      <pc:sldChg chg="modSp add replId">
        <pc:chgData name="Diego José García González" userId="S::djgg03@educastillalamancha.es::62bb8909-ef9f-4346-8089-2f19c88e63fa" providerId="AD" clId="Web-{9306ACB9-8DD6-3098-27DE-2E489D6CCF9A}" dt="2025-08-16T09:21:14.383" v="1295" actId="20577"/>
        <pc:sldMkLst>
          <pc:docMk/>
          <pc:sldMk cId="485227597" sldId="426"/>
        </pc:sldMkLst>
        <pc:spChg chg="mod">
          <ac:chgData name="Diego José García González" userId="S::djgg03@educastillalamancha.es::62bb8909-ef9f-4346-8089-2f19c88e63fa" providerId="AD" clId="Web-{9306ACB9-8DD6-3098-27DE-2E489D6CCF9A}" dt="2025-08-16T09:21:14.383" v="1295" actId="20577"/>
          <ac:spMkLst>
            <pc:docMk/>
            <pc:sldMk cId="485227597" sldId="426"/>
            <ac:spMk id="3" creationId="{2507CF95-3BE2-44B8-5385-E3BC9243428F}"/>
          </ac:spMkLst>
        </pc:spChg>
      </pc:sldChg>
      <pc:sldChg chg="modSp add replId">
        <pc:chgData name="Diego José García González" userId="S::djgg03@educastillalamancha.es::62bb8909-ef9f-4346-8089-2f19c88e63fa" providerId="AD" clId="Web-{9306ACB9-8DD6-3098-27DE-2E489D6CCF9A}" dt="2025-08-16T09:22:25.776" v="1305" actId="20577"/>
        <pc:sldMkLst>
          <pc:docMk/>
          <pc:sldMk cId="2159887132" sldId="427"/>
        </pc:sldMkLst>
        <pc:spChg chg="mod">
          <ac:chgData name="Diego José García González" userId="S::djgg03@educastillalamancha.es::62bb8909-ef9f-4346-8089-2f19c88e63fa" providerId="AD" clId="Web-{9306ACB9-8DD6-3098-27DE-2E489D6CCF9A}" dt="2025-08-16T09:22:25.776" v="1305" actId="20577"/>
          <ac:spMkLst>
            <pc:docMk/>
            <pc:sldMk cId="2159887132" sldId="427"/>
            <ac:spMk id="3" creationId="{F9865D9C-387C-FF20-643E-9B04F2BB9A4A}"/>
          </ac:spMkLst>
        </pc:spChg>
      </pc:sldChg>
      <pc:sldChg chg="modSp add replId">
        <pc:chgData name="Diego José García González" userId="S::djgg03@educastillalamancha.es::62bb8909-ef9f-4346-8089-2f19c88e63fa" providerId="AD" clId="Web-{9306ACB9-8DD6-3098-27DE-2E489D6CCF9A}" dt="2025-08-16T09:24:46.047" v="1341" actId="20577"/>
        <pc:sldMkLst>
          <pc:docMk/>
          <pc:sldMk cId="2299479432" sldId="428"/>
        </pc:sldMkLst>
        <pc:spChg chg="mod">
          <ac:chgData name="Diego José García González" userId="S::djgg03@educastillalamancha.es::62bb8909-ef9f-4346-8089-2f19c88e63fa" providerId="AD" clId="Web-{9306ACB9-8DD6-3098-27DE-2E489D6CCF9A}" dt="2025-08-16T09:24:46.047" v="1341" actId="20577"/>
          <ac:spMkLst>
            <pc:docMk/>
            <pc:sldMk cId="2299479432" sldId="428"/>
            <ac:spMk id="3" creationId="{A05E51B0-EA95-DCD0-37A2-DD9158C587ED}"/>
          </ac:spMkLst>
        </pc:spChg>
      </pc:sldChg>
      <pc:sldChg chg="modSp add replId">
        <pc:chgData name="Diego José García González" userId="S::djgg03@educastillalamancha.es::62bb8909-ef9f-4346-8089-2f19c88e63fa" providerId="AD" clId="Web-{9306ACB9-8DD6-3098-27DE-2E489D6CCF9A}" dt="2025-08-16T09:27:15.834" v="1379" actId="20577"/>
        <pc:sldMkLst>
          <pc:docMk/>
          <pc:sldMk cId="3436947928" sldId="429"/>
        </pc:sldMkLst>
        <pc:spChg chg="mod">
          <ac:chgData name="Diego José García González" userId="S::djgg03@educastillalamancha.es::62bb8909-ef9f-4346-8089-2f19c88e63fa" providerId="AD" clId="Web-{9306ACB9-8DD6-3098-27DE-2E489D6CCF9A}" dt="2025-08-16T09:27:15.834" v="1379" actId="20577"/>
          <ac:spMkLst>
            <pc:docMk/>
            <pc:sldMk cId="3436947928" sldId="429"/>
            <ac:spMk id="3" creationId="{2AD28C58-1516-AF04-DDF2-43A39C12C742}"/>
          </ac:spMkLst>
        </pc:spChg>
      </pc:sldChg>
      <pc:sldChg chg="modSp add replId">
        <pc:chgData name="Diego José García González" userId="S::djgg03@educastillalamancha.es::62bb8909-ef9f-4346-8089-2f19c88e63fa" providerId="AD" clId="Web-{9306ACB9-8DD6-3098-27DE-2E489D6CCF9A}" dt="2025-08-16T09:27:36.366" v="1388" actId="20577"/>
        <pc:sldMkLst>
          <pc:docMk/>
          <pc:sldMk cId="3754814768" sldId="430"/>
        </pc:sldMkLst>
        <pc:spChg chg="mod">
          <ac:chgData name="Diego José García González" userId="S::djgg03@educastillalamancha.es::62bb8909-ef9f-4346-8089-2f19c88e63fa" providerId="AD" clId="Web-{9306ACB9-8DD6-3098-27DE-2E489D6CCF9A}" dt="2025-08-16T09:27:36.366" v="1388" actId="20577"/>
          <ac:spMkLst>
            <pc:docMk/>
            <pc:sldMk cId="3754814768" sldId="430"/>
            <ac:spMk id="3" creationId="{6BB7A484-AB34-02C2-989C-C6DD61069E1A}"/>
          </ac:spMkLst>
        </pc:spChg>
      </pc:sldChg>
    </pc:docChg>
  </pc:docChgLst>
  <pc:docChgLst>
    <pc:chgData name="Diego José García González" userId="S::djgg03@educastillalamancha.es::62bb8909-ef9f-4346-8089-2f19c88e63fa" providerId="AD" clId="Web-{F025EC21-8A20-BB62-ACD4-F403478D75BC}"/>
    <pc:docChg chg="addSld delSld modSld">
      <pc:chgData name="Diego José García González" userId="S::djgg03@educastillalamancha.es::62bb8909-ef9f-4346-8089-2f19c88e63fa" providerId="AD" clId="Web-{F025EC21-8A20-BB62-ACD4-F403478D75BC}" dt="2025-09-10T13:44:22.545" v="72"/>
      <pc:docMkLst>
        <pc:docMk/>
      </pc:docMkLst>
      <pc:sldChg chg="del">
        <pc:chgData name="Diego José García González" userId="S::djgg03@educastillalamancha.es::62bb8909-ef9f-4346-8089-2f19c88e63fa" providerId="AD" clId="Web-{F025EC21-8A20-BB62-ACD4-F403478D75BC}" dt="2025-09-10T13:43:27.778" v="65"/>
        <pc:sldMkLst>
          <pc:docMk/>
          <pc:sldMk cId="262894524" sldId="297"/>
        </pc:sldMkLst>
      </pc:sldChg>
      <pc:sldChg chg="del">
        <pc:chgData name="Diego José García González" userId="S::djgg03@educastillalamancha.es::62bb8909-ef9f-4346-8089-2f19c88e63fa" providerId="AD" clId="Web-{F025EC21-8A20-BB62-ACD4-F403478D75BC}" dt="2025-09-10T13:37:09.878" v="0"/>
        <pc:sldMkLst>
          <pc:docMk/>
          <pc:sldMk cId="2653407124" sldId="307"/>
        </pc:sldMkLst>
      </pc:sldChg>
      <pc:sldChg chg="modSp">
        <pc:chgData name="Diego José García González" userId="S::djgg03@educastillalamancha.es::62bb8909-ef9f-4346-8089-2f19c88e63fa" providerId="AD" clId="Web-{F025EC21-8A20-BB62-ACD4-F403478D75BC}" dt="2025-09-10T13:37:21.331" v="2" actId="20577"/>
        <pc:sldMkLst>
          <pc:docMk/>
          <pc:sldMk cId="2509374078" sldId="311"/>
        </pc:sldMkLst>
        <pc:spChg chg="mod">
          <ac:chgData name="Diego José García González" userId="S::djgg03@educastillalamancha.es::62bb8909-ef9f-4346-8089-2f19c88e63fa" providerId="AD" clId="Web-{F025EC21-8A20-BB62-ACD4-F403478D75BC}" dt="2025-09-10T13:37:21.331" v="2" actId="20577"/>
          <ac:spMkLst>
            <pc:docMk/>
            <pc:sldMk cId="2509374078" sldId="311"/>
            <ac:spMk id="3" creationId="{21361D7D-C539-6388-6EBC-60E4674CBED0}"/>
          </ac:spMkLst>
        </pc:spChg>
      </pc:sldChg>
      <pc:sldChg chg="modSp">
        <pc:chgData name="Diego José García González" userId="S::djgg03@educastillalamancha.es::62bb8909-ef9f-4346-8089-2f19c88e63fa" providerId="AD" clId="Web-{F025EC21-8A20-BB62-ACD4-F403478D75BC}" dt="2025-09-10T13:37:36.129" v="6" actId="20577"/>
        <pc:sldMkLst>
          <pc:docMk/>
          <pc:sldMk cId="931714026" sldId="313"/>
        </pc:sldMkLst>
        <pc:spChg chg="mod">
          <ac:chgData name="Diego José García González" userId="S::djgg03@educastillalamancha.es::62bb8909-ef9f-4346-8089-2f19c88e63fa" providerId="AD" clId="Web-{F025EC21-8A20-BB62-ACD4-F403478D75BC}" dt="2025-09-10T13:37:36.129" v="6" actId="20577"/>
          <ac:spMkLst>
            <pc:docMk/>
            <pc:sldMk cId="931714026" sldId="313"/>
            <ac:spMk id="3" creationId="{E527163F-19EF-79AB-637B-CFA0D4454BC5}"/>
          </ac:spMkLst>
        </pc:spChg>
      </pc:sldChg>
      <pc:sldChg chg="modSp">
        <pc:chgData name="Diego José García González" userId="S::djgg03@educastillalamancha.es::62bb8909-ef9f-4346-8089-2f19c88e63fa" providerId="AD" clId="Web-{F025EC21-8A20-BB62-ACD4-F403478D75BC}" dt="2025-09-10T13:37:48.098" v="10" actId="20577"/>
        <pc:sldMkLst>
          <pc:docMk/>
          <pc:sldMk cId="3105951750" sldId="315"/>
        </pc:sldMkLst>
        <pc:spChg chg="mod">
          <ac:chgData name="Diego José García González" userId="S::djgg03@educastillalamancha.es::62bb8909-ef9f-4346-8089-2f19c88e63fa" providerId="AD" clId="Web-{F025EC21-8A20-BB62-ACD4-F403478D75BC}" dt="2025-09-10T13:37:48.098" v="10" actId="20577"/>
          <ac:spMkLst>
            <pc:docMk/>
            <pc:sldMk cId="3105951750" sldId="315"/>
            <ac:spMk id="3" creationId="{13E1E82B-130B-E64F-9B0A-82E31201A972}"/>
          </ac:spMkLst>
        </pc:spChg>
      </pc:sldChg>
      <pc:sldChg chg="del">
        <pc:chgData name="Diego José García González" userId="S::djgg03@educastillalamancha.es::62bb8909-ef9f-4346-8089-2f19c88e63fa" providerId="AD" clId="Web-{F025EC21-8A20-BB62-ACD4-F403478D75BC}" dt="2025-09-10T13:37:55.208" v="11"/>
        <pc:sldMkLst>
          <pc:docMk/>
          <pc:sldMk cId="1366276116" sldId="319"/>
        </pc:sldMkLst>
      </pc:sldChg>
      <pc:sldChg chg="modSp">
        <pc:chgData name="Diego José García González" userId="S::djgg03@educastillalamancha.es::62bb8909-ef9f-4346-8089-2f19c88e63fa" providerId="AD" clId="Web-{F025EC21-8A20-BB62-ACD4-F403478D75BC}" dt="2025-09-10T13:38:06.364" v="16" actId="20577"/>
        <pc:sldMkLst>
          <pc:docMk/>
          <pc:sldMk cId="2339566335" sldId="320"/>
        </pc:sldMkLst>
        <pc:spChg chg="mod">
          <ac:chgData name="Diego José García González" userId="S::djgg03@educastillalamancha.es::62bb8909-ef9f-4346-8089-2f19c88e63fa" providerId="AD" clId="Web-{F025EC21-8A20-BB62-ACD4-F403478D75BC}" dt="2025-09-10T13:38:06.364" v="16" actId="20577"/>
          <ac:spMkLst>
            <pc:docMk/>
            <pc:sldMk cId="2339566335" sldId="320"/>
            <ac:spMk id="3" creationId="{E6EED1C0-31E2-40DD-1FE9-EEC8AECEB0AB}"/>
          </ac:spMkLst>
        </pc:spChg>
      </pc:sldChg>
      <pc:sldChg chg="del">
        <pc:chgData name="Diego José García González" userId="S::djgg03@educastillalamancha.es::62bb8909-ef9f-4346-8089-2f19c88e63fa" providerId="AD" clId="Web-{F025EC21-8A20-BB62-ACD4-F403478D75BC}" dt="2025-09-10T13:38:11.365" v="17"/>
        <pc:sldMkLst>
          <pc:docMk/>
          <pc:sldMk cId="547561883" sldId="321"/>
        </pc:sldMkLst>
      </pc:sldChg>
      <pc:sldChg chg="del">
        <pc:chgData name="Diego José García González" userId="S::djgg03@educastillalamancha.es::62bb8909-ef9f-4346-8089-2f19c88e63fa" providerId="AD" clId="Web-{F025EC21-8A20-BB62-ACD4-F403478D75BC}" dt="2025-09-10T13:38:24.021" v="18"/>
        <pc:sldMkLst>
          <pc:docMk/>
          <pc:sldMk cId="4095879032" sldId="323"/>
        </pc:sldMkLst>
      </pc:sldChg>
      <pc:sldChg chg="del">
        <pc:chgData name="Diego José García González" userId="S::djgg03@educastillalamancha.es::62bb8909-ef9f-4346-8089-2f19c88e63fa" providerId="AD" clId="Web-{F025EC21-8A20-BB62-ACD4-F403478D75BC}" dt="2025-09-10T13:38:30.787" v="19"/>
        <pc:sldMkLst>
          <pc:docMk/>
          <pc:sldMk cId="2630544321" sldId="325"/>
        </pc:sldMkLst>
      </pc:sldChg>
      <pc:sldChg chg="del">
        <pc:chgData name="Diego José García González" userId="S::djgg03@educastillalamancha.es::62bb8909-ef9f-4346-8089-2f19c88e63fa" providerId="AD" clId="Web-{F025EC21-8A20-BB62-ACD4-F403478D75BC}" dt="2025-09-10T13:38:37.709" v="20"/>
        <pc:sldMkLst>
          <pc:docMk/>
          <pc:sldMk cId="1277454318" sldId="327"/>
        </pc:sldMkLst>
      </pc:sldChg>
      <pc:sldChg chg="del">
        <pc:chgData name="Diego José García González" userId="S::djgg03@educastillalamancha.es::62bb8909-ef9f-4346-8089-2f19c88e63fa" providerId="AD" clId="Web-{F025EC21-8A20-BB62-ACD4-F403478D75BC}" dt="2025-09-10T13:38:46.897" v="21"/>
        <pc:sldMkLst>
          <pc:docMk/>
          <pc:sldMk cId="2912536661" sldId="330"/>
        </pc:sldMkLst>
      </pc:sldChg>
      <pc:sldChg chg="del">
        <pc:chgData name="Diego José García González" userId="S::djgg03@educastillalamancha.es::62bb8909-ef9f-4346-8089-2f19c88e63fa" providerId="AD" clId="Web-{F025EC21-8A20-BB62-ACD4-F403478D75BC}" dt="2025-09-10T13:38:53.585" v="22"/>
        <pc:sldMkLst>
          <pc:docMk/>
          <pc:sldMk cId="2041575309" sldId="333"/>
        </pc:sldMkLst>
      </pc:sldChg>
      <pc:sldChg chg="del">
        <pc:chgData name="Diego José García González" userId="S::djgg03@educastillalamancha.es::62bb8909-ef9f-4346-8089-2f19c88e63fa" providerId="AD" clId="Web-{F025EC21-8A20-BB62-ACD4-F403478D75BC}" dt="2025-09-10T13:39:01.616" v="23"/>
        <pc:sldMkLst>
          <pc:docMk/>
          <pc:sldMk cId="2476758550" sldId="339"/>
        </pc:sldMkLst>
      </pc:sldChg>
      <pc:sldChg chg="del">
        <pc:chgData name="Diego José García González" userId="S::djgg03@educastillalamancha.es::62bb8909-ef9f-4346-8089-2f19c88e63fa" providerId="AD" clId="Web-{F025EC21-8A20-BB62-ACD4-F403478D75BC}" dt="2025-09-10T13:39:10.335" v="24"/>
        <pc:sldMkLst>
          <pc:docMk/>
          <pc:sldMk cId="854032660" sldId="342"/>
        </pc:sldMkLst>
      </pc:sldChg>
      <pc:sldChg chg="del">
        <pc:chgData name="Diego José García González" userId="S::djgg03@educastillalamancha.es::62bb8909-ef9f-4346-8089-2f19c88e63fa" providerId="AD" clId="Web-{F025EC21-8A20-BB62-ACD4-F403478D75BC}" dt="2025-09-10T13:39:18.367" v="25"/>
        <pc:sldMkLst>
          <pc:docMk/>
          <pc:sldMk cId="1799904113" sldId="346"/>
        </pc:sldMkLst>
      </pc:sldChg>
      <pc:sldChg chg="del">
        <pc:chgData name="Diego José García González" userId="S::djgg03@educastillalamancha.es::62bb8909-ef9f-4346-8089-2f19c88e63fa" providerId="AD" clId="Web-{F025EC21-8A20-BB62-ACD4-F403478D75BC}" dt="2025-09-10T13:39:35.852" v="28"/>
        <pc:sldMkLst>
          <pc:docMk/>
          <pc:sldMk cId="2598124717" sldId="350"/>
        </pc:sldMkLst>
      </pc:sldChg>
      <pc:sldChg chg="del">
        <pc:chgData name="Diego José García González" userId="S::djgg03@educastillalamancha.es::62bb8909-ef9f-4346-8089-2f19c88e63fa" providerId="AD" clId="Web-{F025EC21-8A20-BB62-ACD4-F403478D75BC}" dt="2025-09-10T13:39:41.836" v="29"/>
        <pc:sldMkLst>
          <pc:docMk/>
          <pc:sldMk cId="2049332741" sldId="352"/>
        </pc:sldMkLst>
      </pc:sldChg>
      <pc:sldChg chg="del">
        <pc:chgData name="Diego José García González" userId="S::djgg03@educastillalamancha.es::62bb8909-ef9f-4346-8089-2f19c88e63fa" providerId="AD" clId="Web-{F025EC21-8A20-BB62-ACD4-F403478D75BC}" dt="2025-09-10T13:39:47.493" v="30"/>
        <pc:sldMkLst>
          <pc:docMk/>
          <pc:sldMk cId="3088515771" sldId="354"/>
        </pc:sldMkLst>
      </pc:sldChg>
      <pc:sldChg chg="del">
        <pc:chgData name="Diego José García González" userId="S::djgg03@educastillalamancha.es::62bb8909-ef9f-4346-8089-2f19c88e63fa" providerId="AD" clId="Web-{F025EC21-8A20-BB62-ACD4-F403478D75BC}" dt="2025-09-10T13:39:55.383" v="31"/>
        <pc:sldMkLst>
          <pc:docMk/>
          <pc:sldMk cId="3337351395" sldId="371"/>
        </pc:sldMkLst>
      </pc:sldChg>
      <pc:sldChg chg="modSp">
        <pc:chgData name="Diego José García González" userId="S::djgg03@educastillalamancha.es::62bb8909-ef9f-4346-8089-2f19c88e63fa" providerId="AD" clId="Web-{F025EC21-8A20-BB62-ACD4-F403478D75BC}" dt="2025-09-10T13:40:05.243" v="33" actId="20577"/>
        <pc:sldMkLst>
          <pc:docMk/>
          <pc:sldMk cId="3998599713" sldId="372"/>
        </pc:sldMkLst>
        <pc:spChg chg="mod">
          <ac:chgData name="Diego José García González" userId="S::djgg03@educastillalamancha.es::62bb8909-ef9f-4346-8089-2f19c88e63fa" providerId="AD" clId="Web-{F025EC21-8A20-BB62-ACD4-F403478D75BC}" dt="2025-09-10T13:40:05.243" v="33" actId="20577"/>
          <ac:spMkLst>
            <pc:docMk/>
            <pc:sldMk cId="3998599713" sldId="372"/>
            <ac:spMk id="3" creationId="{B43B2B8F-CAC8-25E9-76EC-8F42829DB118}"/>
          </ac:spMkLst>
        </pc:spChg>
      </pc:sldChg>
      <pc:sldChg chg="del">
        <pc:chgData name="Diego José García González" userId="S::djgg03@educastillalamancha.es::62bb8909-ef9f-4346-8089-2f19c88e63fa" providerId="AD" clId="Web-{F025EC21-8A20-BB62-ACD4-F403478D75BC}" dt="2025-09-10T13:40:13.665" v="34"/>
        <pc:sldMkLst>
          <pc:docMk/>
          <pc:sldMk cId="3829479943" sldId="375"/>
        </pc:sldMkLst>
      </pc:sldChg>
      <pc:sldChg chg="del">
        <pc:chgData name="Diego José García González" userId="S::djgg03@educastillalamancha.es::62bb8909-ef9f-4346-8089-2f19c88e63fa" providerId="AD" clId="Web-{F025EC21-8A20-BB62-ACD4-F403478D75BC}" dt="2025-09-10T13:40:20.103" v="35"/>
        <pc:sldMkLst>
          <pc:docMk/>
          <pc:sldMk cId="3269885775" sldId="377"/>
        </pc:sldMkLst>
      </pc:sldChg>
      <pc:sldChg chg="del">
        <pc:chgData name="Diego José García González" userId="S::djgg03@educastillalamancha.es::62bb8909-ef9f-4346-8089-2f19c88e63fa" providerId="AD" clId="Web-{F025EC21-8A20-BB62-ACD4-F403478D75BC}" dt="2025-09-10T13:40:29.165" v="36"/>
        <pc:sldMkLst>
          <pc:docMk/>
          <pc:sldMk cId="1936478418" sldId="382"/>
        </pc:sldMkLst>
      </pc:sldChg>
      <pc:sldChg chg="del">
        <pc:chgData name="Diego José García González" userId="S::djgg03@educastillalamancha.es::62bb8909-ef9f-4346-8089-2f19c88e63fa" providerId="AD" clId="Web-{F025EC21-8A20-BB62-ACD4-F403478D75BC}" dt="2025-09-10T13:40:39.509" v="37"/>
        <pc:sldMkLst>
          <pc:docMk/>
          <pc:sldMk cId="1902919568" sldId="384"/>
        </pc:sldMkLst>
      </pc:sldChg>
      <pc:sldChg chg="modSp">
        <pc:chgData name="Diego José García González" userId="S::djgg03@educastillalamancha.es::62bb8909-ef9f-4346-8089-2f19c88e63fa" providerId="AD" clId="Web-{F025EC21-8A20-BB62-ACD4-F403478D75BC}" dt="2025-09-10T13:40:52.213" v="39" actId="20577"/>
        <pc:sldMkLst>
          <pc:docMk/>
          <pc:sldMk cId="3981684669" sldId="385"/>
        </pc:sldMkLst>
        <pc:spChg chg="mod">
          <ac:chgData name="Diego José García González" userId="S::djgg03@educastillalamancha.es::62bb8909-ef9f-4346-8089-2f19c88e63fa" providerId="AD" clId="Web-{F025EC21-8A20-BB62-ACD4-F403478D75BC}" dt="2025-09-10T13:40:52.213" v="39" actId="20577"/>
          <ac:spMkLst>
            <pc:docMk/>
            <pc:sldMk cId="3981684669" sldId="385"/>
            <ac:spMk id="3" creationId="{3A9C3F38-4FE1-B489-7976-F67AF5DA66D2}"/>
          </ac:spMkLst>
        </pc:spChg>
      </pc:sldChg>
      <pc:sldChg chg="del">
        <pc:chgData name="Diego José García González" userId="S::djgg03@educastillalamancha.es::62bb8909-ef9f-4346-8089-2f19c88e63fa" providerId="AD" clId="Web-{F025EC21-8A20-BB62-ACD4-F403478D75BC}" dt="2025-09-10T13:41:00.354" v="40"/>
        <pc:sldMkLst>
          <pc:docMk/>
          <pc:sldMk cId="269240346" sldId="391"/>
        </pc:sldMkLst>
      </pc:sldChg>
      <pc:sldChg chg="del">
        <pc:chgData name="Diego José García González" userId="S::djgg03@educastillalamancha.es::62bb8909-ef9f-4346-8089-2f19c88e63fa" providerId="AD" clId="Web-{F025EC21-8A20-BB62-ACD4-F403478D75BC}" dt="2025-09-10T13:41:07.338" v="41"/>
        <pc:sldMkLst>
          <pc:docMk/>
          <pc:sldMk cId="1110093963" sldId="394"/>
        </pc:sldMkLst>
      </pc:sldChg>
      <pc:sldChg chg="del">
        <pc:chgData name="Diego José García González" userId="S::djgg03@educastillalamancha.es::62bb8909-ef9f-4346-8089-2f19c88e63fa" providerId="AD" clId="Web-{F025EC21-8A20-BB62-ACD4-F403478D75BC}" dt="2025-09-10T13:41:12.791" v="42"/>
        <pc:sldMkLst>
          <pc:docMk/>
          <pc:sldMk cId="1956848080" sldId="397"/>
        </pc:sldMkLst>
      </pc:sldChg>
      <pc:sldChg chg="modSp">
        <pc:chgData name="Diego José García González" userId="S::djgg03@educastillalamancha.es::62bb8909-ef9f-4346-8089-2f19c88e63fa" providerId="AD" clId="Web-{F025EC21-8A20-BB62-ACD4-F403478D75BC}" dt="2025-09-10T13:41:20.198" v="44" actId="20577"/>
        <pc:sldMkLst>
          <pc:docMk/>
          <pc:sldMk cId="1465364229" sldId="398"/>
        </pc:sldMkLst>
        <pc:spChg chg="mod">
          <ac:chgData name="Diego José García González" userId="S::djgg03@educastillalamancha.es::62bb8909-ef9f-4346-8089-2f19c88e63fa" providerId="AD" clId="Web-{F025EC21-8A20-BB62-ACD4-F403478D75BC}" dt="2025-09-10T13:41:20.198" v="44" actId="20577"/>
          <ac:spMkLst>
            <pc:docMk/>
            <pc:sldMk cId="1465364229" sldId="398"/>
            <ac:spMk id="3" creationId="{DA5CBAEF-0684-4564-37CF-B0AA021A1900}"/>
          </ac:spMkLst>
        </pc:spChg>
      </pc:sldChg>
      <pc:sldChg chg="del">
        <pc:chgData name="Diego José García González" userId="S::djgg03@educastillalamancha.es::62bb8909-ef9f-4346-8089-2f19c88e63fa" providerId="AD" clId="Web-{F025EC21-8A20-BB62-ACD4-F403478D75BC}" dt="2025-09-10T13:41:27.995" v="45"/>
        <pc:sldMkLst>
          <pc:docMk/>
          <pc:sldMk cId="876491355" sldId="400"/>
        </pc:sldMkLst>
      </pc:sldChg>
      <pc:sldChg chg="del">
        <pc:chgData name="Diego José García González" userId="S::djgg03@educastillalamancha.es::62bb8909-ef9f-4346-8089-2f19c88e63fa" providerId="AD" clId="Web-{F025EC21-8A20-BB62-ACD4-F403478D75BC}" dt="2025-09-10T13:41:34.479" v="46"/>
        <pc:sldMkLst>
          <pc:docMk/>
          <pc:sldMk cId="551436545" sldId="402"/>
        </pc:sldMkLst>
      </pc:sldChg>
      <pc:sldChg chg="del">
        <pc:chgData name="Diego José García González" userId="S::djgg03@educastillalamancha.es::62bb8909-ef9f-4346-8089-2f19c88e63fa" providerId="AD" clId="Web-{F025EC21-8A20-BB62-ACD4-F403478D75BC}" dt="2025-09-10T13:41:41.105" v="47"/>
        <pc:sldMkLst>
          <pc:docMk/>
          <pc:sldMk cId="3039017662" sldId="406"/>
        </pc:sldMkLst>
      </pc:sldChg>
      <pc:sldChg chg="del">
        <pc:chgData name="Diego José García González" userId="S::djgg03@educastillalamancha.es::62bb8909-ef9f-4346-8089-2f19c88e63fa" providerId="AD" clId="Web-{F025EC21-8A20-BB62-ACD4-F403478D75BC}" dt="2025-09-10T13:41:47.714" v="48"/>
        <pc:sldMkLst>
          <pc:docMk/>
          <pc:sldMk cId="2491418990" sldId="411"/>
        </pc:sldMkLst>
      </pc:sldChg>
      <pc:sldChg chg="del">
        <pc:chgData name="Diego José García González" userId="S::djgg03@educastillalamancha.es::62bb8909-ef9f-4346-8089-2f19c88e63fa" providerId="AD" clId="Web-{F025EC21-8A20-BB62-ACD4-F403478D75BC}" dt="2025-09-10T13:41:53.527" v="49"/>
        <pc:sldMkLst>
          <pc:docMk/>
          <pc:sldMk cId="2558931103" sldId="417"/>
        </pc:sldMkLst>
      </pc:sldChg>
      <pc:sldChg chg="del">
        <pc:chgData name="Diego José García González" userId="S::djgg03@educastillalamancha.es::62bb8909-ef9f-4346-8089-2f19c88e63fa" providerId="AD" clId="Web-{F025EC21-8A20-BB62-ACD4-F403478D75BC}" dt="2025-09-10T13:42:02.636" v="50"/>
        <pc:sldMkLst>
          <pc:docMk/>
          <pc:sldMk cId="2683248678" sldId="420"/>
        </pc:sldMkLst>
      </pc:sldChg>
      <pc:sldChg chg="del">
        <pc:chgData name="Diego José García González" userId="S::djgg03@educastillalamancha.es::62bb8909-ef9f-4346-8089-2f19c88e63fa" providerId="AD" clId="Web-{F025EC21-8A20-BB62-ACD4-F403478D75BC}" dt="2025-09-10T13:42:08.746" v="51"/>
        <pc:sldMkLst>
          <pc:docMk/>
          <pc:sldMk cId="3013012637" sldId="422"/>
        </pc:sldMkLst>
      </pc:sldChg>
      <pc:sldChg chg="del">
        <pc:chgData name="Diego José García González" userId="S::djgg03@educastillalamancha.es::62bb8909-ef9f-4346-8089-2f19c88e63fa" providerId="AD" clId="Web-{F025EC21-8A20-BB62-ACD4-F403478D75BC}" dt="2025-09-10T13:42:16.074" v="52"/>
        <pc:sldMkLst>
          <pc:docMk/>
          <pc:sldMk cId="1961969727" sldId="424"/>
        </pc:sldMkLst>
      </pc:sldChg>
      <pc:sldChg chg="del">
        <pc:chgData name="Diego José García González" userId="S::djgg03@educastillalamancha.es::62bb8909-ef9f-4346-8089-2f19c88e63fa" providerId="AD" clId="Web-{F025EC21-8A20-BB62-ACD4-F403478D75BC}" dt="2025-09-10T13:42:22.746" v="53"/>
        <pc:sldMkLst>
          <pc:docMk/>
          <pc:sldMk cId="2159887132" sldId="427"/>
        </pc:sldMkLst>
      </pc:sldChg>
      <pc:sldChg chg="del">
        <pc:chgData name="Diego José García González" userId="S::djgg03@educastillalamancha.es::62bb8909-ef9f-4346-8089-2f19c88e63fa" providerId="AD" clId="Web-{F025EC21-8A20-BB62-ACD4-F403478D75BC}" dt="2025-09-10T13:42:29.746" v="54"/>
        <pc:sldMkLst>
          <pc:docMk/>
          <pc:sldMk cId="3754814768" sldId="430"/>
        </pc:sldMkLst>
      </pc:sldChg>
      <pc:sldChg chg="del">
        <pc:chgData name="Diego José García González" userId="S::djgg03@educastillalamancha.es::62bb8909-ef9f-4346-8089-2f19c88e63fa" providerId="AD" clId="Web-{F025EC21-8A20-BB62-ACD4-F403478D75BC}" dt="2025-09-10T13:42:37.418" v="55"/>
        <pc:sldMkLst>
          <pc:docMk/>
          <pc:sldMk cId="3207475708" sldId="432"/>
        </pc:sldMkLst>
      </pc:sldChg>
      <pc:sldChg chg="modSp">
        <pc:chgData name="Diego José García González" userId="S::djgg03@educastillalamancha.es::62bb8909-ef9f-4346-8089-2f19c88e63fa" providerId="AD" clId="Web-{F025EC21-8A20-BB62-ACD4-F403478D75BC}" dt="2025-09-10T13:42:50.575" v="60" actId="20577"/>
        <pc:sldMkLst>
          <pc:docMk/>
          <pc:sldMk cId="1022398989" sldId="435"/>
        </pc:sldMkLst>
        <pc:spChg chg="mod">
          <ac:chgData name="Diego José García González" userId="S::djgg03@educastillalamancha.es::62bb8909-ef9f-4346-8089-2f19c88e63fa" providerId="AD" clId="Web-{F025EC21-8A20-BB62-ACD4-F403478D75BC}" dt="2025-09-10T13:42:50.575" v="60" actId="20577"/>
          <ac:spMkLst>
            <pc:docMk/>
            <pc:sldMk cId="1022398989" sldId="435"/>
            <ac:spMk id="3" creationId="{CF23148D-6481-C2EE-C1A4-E0C853570348}"/>
          </ac:spMkLst>
        </pc:spChg>
      </pc:sldChg>
      <pc:sldChg chg="del">
        <pc:chgData name="Diego José García González" userId="S::djgg03@educastillalamancha.es::62bb8909-ef9f-4346-8089-2f19c88e63fa" providerId="AD" clId="Web-{F025EC21-8A20-BB62-ACD4-F403478D75BC}" dt="2025-09-10T13:42:55.403" v="61"/>
        <pc:sldMkLst>
          <pc:docMk/>
          <pc:sldMk cId="3768494177" sldId="438"/>
        </pc:sldMkLst>
      </pc:sldChg>
      <pc:sldChg chg="del">
        <pc:chgData name="Diego José García González" userId="S::djgg03@educastillalamancha.es::62bb8909-ef9f-4346-8089-2f19c88e63fa" providerId="AD" clId="Web-{F025EC21-8A20-BB62-ACD4-F403478D75BC}" dt="2025-09-10T13:43:02.606" v="62"/>
        <pc:sldMkLst>
          <pc:docMk/>
          <pc:sldMk cId="1967296947" sldId="441"/>
        </pc:sldMkLst>
      </pc:sldChg>
      <pc:sldChg chg="del">
        <pc:chgData name="Diego José García González" userId="S::djgg03@educastillalamancha.es::62bb8909-ef9f-4346-8089-2f19c88e63fa" providerId="AD" clId="Web-{F025EC21-8A20-BB62-ACD4-F403478D75BC}" dt="2025-09-10T13:43:10.137" v="63"/>
        <pc:sldMkLst>
          <pc:docMk/>
          <pc:sldMk cId="345297772" sldId="445"/>
        </pc:sldMkLst>
      </pc:sldChg>
      <pc:sldChg chg="del">
        <pc:chgData name="Diego José García González" userId="S::djgg03@educastillalamancha.es::62bb8909-ef9f-4346-8089-2f19c88e63fa" providerId="AD" clId="Web-{F025EC21-8A20-BB62-ACD4-F403478D75BC}" dt="2025-09-10T13:43:18.059" v="64"/>
        <pc:sldMkLst>
          <pc:docMk/>
          <pc:sldMk cId="1574456176" sldId="450"/>
        </pc:sldMkLst>
      </pc:sldChg>
      <pc:sldChg chg="del">
        <pc:chgData name="Diego José García González" userId="S::djgg03@educastillalamancha.es::62bb8909-ef9f-4346-8089-2f19c88e63fa" providerId="AD" clId="Web-{F025EC21-8A20-BB62-ACD4-F403478D75BC}" dt="2025-09-10T13:43:35.997" v="66"/>
        <pc:sldMkLst>
          <pc:docMk/>
          <pc:sldMk cId="3896483919" sldId="464"/>
        </pc:sldMkLst>
      </pc:sldChg>
      <pc:sldChg chg="del">
        <pc:chgData name="Diego José García González" userId="S::djgg03@educastillalamancha.es::62bb8909-ef9f-4346-8089-2f19c88e63fa" providerId="AD" clId="Web-{F025EC21-8A20-BB62-ACD4-F403478D75BC}" dt="2025-09-10T13:43:42.888" v="67"/>
        <pc:sldMkLst>
          <pc:docMk/>
          <pc:sldMk cId="890056625" sldId="467"/>
        </pc:sldMkLst>
      </pc:sldChg>
      <pc:sldChg chg="del">
        <pc:chgData name="Diego José García González" userId="S::djgg03@educastillalamancha.es::62bb8909-ef9f-4346-8089-2f19c88e63fa" providerId="AD" clId="Web-{F025EC21-8A20-BB62-ACD4-F403478D75BC}" dt="2025-09-10T13:43:48.685" v="68"/>
        <pc:sldMkLst>
          <pc:docMk/>
          <pc:sldMk cId="3205817037" sldId="474"/>
        </pc:sldMkLst>
      </pc:sldChg>
      <pc:sldChg chg="del">
        <pc:chgData name="Diego José García González" userId="S::djgg03@educastillalamancha.es::62bb8909-ef9f-4346-8089-2f19c88e63fa" providerId="AD" clId="Web-{F025EC21-8A20-BB62-ACD4-F403478D75BC}" dt="2025-09-10T13:44:13.373" v="71"/>
        <pc:sldMkLst>
          <pc:docMk/>
          <pc:sldMk cId="4196083022" sldId="476"/>
        </pc:sldMkLst>
      </pc:sldChg>
      <pc:sldChg chg="del">
        <pc:chgData name="Diego José García González" userId="S::djgg03@educastillalamancha.es::62bb8909-ef9f-4346-8089-2f19c88e63fa" providerId="AD" clId="Web-{F025EC21-8A20-BB62-ACD4-F403478D75BC}" dt="2025-09-10T13:44:22.545" v="72"/>
        <pc:sldMkLst>
          <pc:docMk/>
          <pc:sldMk cId="1867719522" sldId="478"/>
        </pc:sldMkLst>
      </pc:sldChg>
      <pc:sldChg chg="new del">
        <pc:chgData name="Diego José García González" userId="S::djgg03@educastillalamancha.es::62bb8909-ef9f-4346-8089-2f19c88e63fa" providerId="AD" clId="Web-{F025EC21-8A20-BB62-ACD4-F403478D75BC}" dt="2025-09-10T13:39:25.664" v="27"/>
        <pc:sldMkLst>
          <pc:docMk/>
          <pc:sldMk cId="1264908193" sldId="488"/>
        </pc:sldMkLst>
      </pc:sldChg>
      <pc:sldChg chg="new del">
        <pc:chgData name="Diego José García González" userId="S::djgg03@educastillalamancha.es::62bb8909-ef9f-4346-8089-2f19c88e63fa" providerId="AD" clId="Web-{F025EC21-8A20-BB62-ACD4-F403478D75BC}" dt="2025-09-10T13:43:53.966" v="70"/>
        <pc:sldMkLst>
          <pc:docMk/>
          <pc:sldMk cId="3131545176" sldId="48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1449AA12-8195-4182-A7AC-2E7E59DFBDAF}" type="datetimeFigureOut">
              <a:rPr lang="en-US" smtClean="0"/>
              <a:pPr algn="r"/>
              <a:t>9/10/2025</a:t>
            </a:fld>
            <a:endParaRPr lang="en-US"/>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t>‹Nº›</a:t>
            </a:fld>
            <a:endParaRPr lang="en-US"/>
          </a:p>
        </p:txBody>
      </p:sp>
    </p:spTree>
    <p:extLst>
      <p:ext uri="{BB962C8B-B14F-4D97-AF65-F5344CB8AC3E}">
        <p14:creationId xmlns:p14="http://schemas.microsoft.com/office/powerpoint/2010/main" val="3379406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1449AA12-8195-4182-A7AC-2E7E59DFBDAF}" type="datetimeFigureOut">
              <a:rPr lang="en-US" smtClean="0"/>
              <a:t>9/10/2025</a:t>
            </a:fld>
            <a:endParaRPr lang="en-US"/>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1940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1449AA12-8195-4182-A7AC-2E7E59DFBDAF}" type="datetimeFigureOut">
              <a:rPr lang="en-US" smtClean="0"/>
              <a:t>9/10/2025</a:t>
            </a:fld>
            <a:endParaRPr lang="en-US"/>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981036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1449AA12-8195-4182-A7AC-2E7E59DFBDAF}" type="datetimeFigureOut">
              <a:rPr lang="en-US" smtClean="0"/>
              <a:t>9/10/2025</a:t>
            </a:fld>
            <a:endParaRPr lang="en-US"/>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0312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1449AA12-8195-4182-A7AC-2E7E59DFBDAF}" type="datetimeFigureOut">
              <a:rPr lang="en-US" smtClean="0"/>
              <a:t>9/10/2025</a:t>
            </a:fld>
            <a:endParaRPr lang="en-US"/>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89760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449AA12-8195-4182-A7AC-2E7E59DFBDAF}" type="datetimeFigureOut">
              <a:rPr lang="en-US" smtClean="0"/>
              <a:t>9/10/2025</a:t>
            </a:fld>
            <a:endParaRPr lang="en-US"/>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8783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1449AA12-8195-4182-A7AC-2E7E59DFBDAF}" type="datetimeFigureOut">
              <a:rPr lang="en-US" smtClean="0"/>
              <a:t>9/10/2025</a:t>
            </a:fld>
            <a:endParaRPr lang="en-US"/>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3397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1449AA12-8195-4182-A7AC-2E7E59DFBDAF}" type="datetimeFigureOut">
              <a:rPr lang="en-US" smtClean="0"/>
              <a:t>9/10/2025</a:t>
            </a:fld>
            <a:endParaRPr lang="en-US"/>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9310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1449AA12-8195-4182-A7AC-2E7E59DFBDAF}" type="datetimeFigureOut">
              <a:rPr lang="en-US" smtClean="0"/>
              <a:t>9/10/2025</a:t>
            </a:fld>
            <a:endParaRPr lang="en-US"/>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5948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1449AA12-8195-4182-A7AC-2E7E59DFBDAF}" type="datetimeFigureOut">
              <a:rPr lang="en-US" smtClean="0"/>
              <a:t>9/10/2025</a:t>
            </a:fld>
            <a:endParaRPr lang="en-US"/>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3683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449AA12-8195-4182-A7AC-2E7E59DFBDAF}" type="datetimeFigureOut">
              <a:rPr lang="en-US" smtClean="0"/>
              <a:t>9/10/2025</a:t>
            </a:fld>
            <a:endParaRPr lang="en-US"/>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t>‹Nº›</a:t>
            </a:fld>
            <a:endParaRPr lang="en-US"/>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010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pPr/>
              <a:t>9/10/2025</a:t>
            </a:fld>
            <a:endParaRPr lang="en-US"/>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‹Nº›</a:t>
            </a:fld>
            <a:endParaRPr lang="en-US"/>
          </a:p>
        </p:txBody>
      </p:sp>
    </p:spTree>
    <p:extLst>
      <p:ext uri="{BB962C8B-B14F-4D97-AF65-F5344CB8AC3E}">
        <p14:creationId xmlns:p14="http://schemas.microsoft.com/office/powerpoint/2010/main" val="1731903452"/>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hyperlink" Target="https://assets8.lottiefiles.com/packages/lf20_tlgp5e6a.json" TargetMode="Externa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hyperlink" Target="https://assets8.lottiefiles.com/packages/lf20_tlgp5e6a.json" TargetMode="Externa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hyperlink" Target="https://assets5.lottiefiles.com/packages/lf20_qf3v9g5n.json" TargetMode="Externa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9" name="Rectangle 8">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569469" y="1247140"/>
            <a:ext cx="3608208" cy="3450844"/>
          </a:xfrm>
        </p:spPr>
        <p:txBody>
          <a:bodyPr>
            <a:normAutofit/>
          </a:bodyPr>
          <a:lstStyle/>
          <a:p>
            <a:pPr>
              <a:lnSpc>
                <a:spcPct val="90000"/>
              </a:lnSpc>
            </a:pPr>
            <a:r>
              <a:rPr lang="es-ES" sz="4100">
                <a:ea typeface="+mj-lt"/>
                <a:cs typeface="+mj-lt"/>
              </a:rPr>
              <a:t>UT 03 Implantación de contenido multimedia</a:t>
            </a:r>
            <a:endParaRPr lang="es-ES" sz="4100"/>
          </a:p>
        </p:txBody>
      </p:sp>
      <p:sp>
        <p:nvSpPr>
          <p:cNvPr id="3" name="Subtítulo 2"/>
          <p:cNvSpPr>
            <a:spLocks noGrp="1"/>
          </p:cNvSpPr>
          <p:nvPr>
            <p:ph type="subTitle" idx="1"/>
          </p:nvPr>
        </p:nvSpPr>
        <p:spPr>
          <a:xfrm>
            <a:off x="569469" y="4818126"/>
            <a:ext cx="3608208" cy="1268984"/>
          </a:xfrm>
        </p:spPr>
        <p:txBody>
          <a:bodyPr>
            <a:normAutofit/>
          </a:bodyPr>
          <a:lstStyle/>
          <a:p>
            <a:endParaRPr lang="es-ES"/>
          </a:p>
        </p:txBody>
      </p:sp>
      <p:pic>
        <p:nvPicPr>
          <p:cNvPr id="90" name="Picture 3">
            <a:extLst>
              <a:ext uri="{FF2B5EF4-FFF2-40B4-BE49-F238E27FC236}">
                <a16:creationId xmlns:a16="http://schemas.microsoft.com/office/drawing/2014/main" id="{68DA1F05-1095-7779-9F3B-D94C8B7DFAFA}"/>
              </a:ext>
            </a:extLst>
          </p:cNvPr>
          <p:cNvPicPr>
            <a:picLocks noChangeAspect="1"/>
          </p:cNvPicPr>
          <p:nvPr/>
        </p:nvPicPr>
        <p:blipFill>
          <a:blip r:embed="rId2"/>
          <a:srcRect l="7840" r="17780" b="-1"/>
          <a:stretch>
            <a:fillRect/>
          </a:stretch>
        </p:blipFill>
        <p:spPr>
          <a:xfrm>
            <a:off x="4735487" y="10"/>
            <a:ext cx="7456513" cy="6857990"/>
          </a:xfrm>
          <a:prstGeom prst="rect">
            <a:avLst/>
          </a:prstGeom>
        </p:spPr>
      </p:pic>
      <p:sp>
        <p:nvSpPr>
          <p:cNvPr id="91" name="Rectangle 10">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5290"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92" name="Rectangle 12">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529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3BB7E73-E730-42EA-AACE-D1E323EA5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4C22E95-E780-7544-854C-49A0880B3664}"/>
              </a:ext>
            </a:extLst>
          </p:cNvPr>
          <p:cNvSpPr>
            <a:spLocks noGrp="1"/>
          </p:cNvSpPr>
          <p:nvPr>
            <p:ph type="title"/>
          </p:nvPr>
        </p:nvSpPr>
        <p:spPr>
          <a:xfrm>
            <a:off x="1587710" y="455362"/>
            <a:ext cx="9486690" cy="1550419"/>
          </a:xfrm>
        </p:spPr>
        <p:txBody>
          <a:bodyPr>
            <a:normAutofit/>
          </a:bodyPr>
          <a:lstStyle/>
          <a:p>
            <a:r>
              <a:rPr lang="es-ES" dirty="0"/>
              <a:t>Índice</a:t>
            </a:r>
          </a:p>
        </p:txBody>
      </p:sp>
      <p:sp>
        <p:nvSpPr>
          <p:cNvPr id="10" name="Rectangle 9">
            <a:extLst>
              <a:ext uri="{FF2B5EF4-FFF2-40B4-BE49-F238E27FC236}">
                <a16:creationId xmlns:a16="http://schemas.microsoft.com/office/drawing/2014/main" id="{F1F6C2E9-B316-4410-88E5-74F044FC3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3D07262-43A6-451F-9B19-77B943C639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9ACF0C2-D9B2-DDB4-2429-FF35E7AB2744}"/>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1. Derechos de Autor y Licencias de Contenido Multimedia.</a:t>
            </a:r>
            <a:endParaRPr lang="es-ES" dirty="0"/>
          </a:p>
          <a:p>
            <a:r>
              <a:rPr lang="es-ES" dirty="0">
                <a:ea typeface="+mn-lt"/>
                <a:cs typeface="+mn-lt"/>
              </a:rPr>
              <a:t>2. Imágenes para la Web: Formatos, Edición y Optimización</a:t>
            </a:r>
            <a:endParaRPr lang="es-ES" dirty="0"/>
          </a:p>
          <a:p>
            <a:r>
              <a:rPr lang="es-ES" dirty="0">
                <a:ea typeface="+mn-lt"/>
                <a:cs typeface="+mn-lt"/>
              </a:rPr>
              <a:t>3. Audio para la Web</a:t>
            </a:r>
            <a:endParaRPr lang="es-ES" dirty="0"/>
          </a:p>
          <a:p>
            <a:r>
              <a:rPr lang="es-ES" dirty="0">
                <a:ea typeface="+mn-lt"/>
                <a:cs typeface="+mn-lt"/>
              </a:rPr>
              <a:t>4. Video para la Web</a:t>
            </a:r>
            <a:endParaRPr lang="es-ES" dirty="0"/>
          </a:p>
          <a:p>
            <a:r>
              <a:rPr lang="es-ES" dirty="0">
                <a:ea typeface="+mn-lt"/>
                <a:cs typeface="+mn-lt"/>
              </a:rPr>
              <a:t>5. Animaciones Web y Contenido Interactivo</a:t>
            </a:r>
            <a:endParaRPr lang="es-ES" dirty="0"/>
          </a:p>
        </p:txBody>
      </p:sp>
    </p:spTree>
    <p:extLst>
      <p:ext uri="{BB962C8B-B14F-4D97-AF65-F5344CB8AC3E}">
        <p14:creationId xmlns:p14="http://schemas.microsoft.com/office/powerpoint/2010/main" val="471477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6CE60C-92DB-2B9B-F4E7-9079F99B5F7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8A38D6-225F-5A21-1EC6-879204967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7DABE11-B344-823B-821D-BD486418119E}"/>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 Derechos de Autor y Licencias de Contenido Multimedia</a:t>
            </a:r>
            <a:endParaRPr lang="es-ES" dirty="0"/>
          </a:p>
        </p:txBody>
      </p:sp>
      <p:sp>
        <p:nvSpPr>
          <p:cNvPr id="10" name="Rectangle 9">
            <a:extLst>
              <a:ext uri="{FF2B5EF4-FFF2-40B4-BE49-F238E27FC236}">
                <a16:creationId xmlns:a16="http://schemas.microsoft.com/office/drawing/2014/main" id="{ADE88CC1-4AD7-873D-A14D-A4D8A8C46A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08A866-BF18-045D-796F-2744F6D2C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26E4267-69DB-1C88-90EC-A2106ADE39CE}"/>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Los derechos de autor protegen las obras originales, como fotografías, música y vídeos, dándole a su creador el control exclusivo sobre su uso y distribución. Al desarrollar una página web, es crucial respetar estos derechos para evitar problemas legales.</a:t>
            </a:r>
            <a:endParaRPr lang="es-ES" dirty="0"/>
          </a:p>
          <a:p>
            <a:r>
              <a:rPr lang="es-ES" dirty="0">
                <a:ea typeface="+mn-lt"/>
                <a:cs typeface="+mn-lt"/>
              </a:rPr>
              <a:t>El contenido multimedia, una vez creado, está automáticamente protegido. Por lo tanto, si un desarrollador utiliza una imagen o una pista de audio sin permiso, está infringiendo la ley.</a:t>
            </a:r>
            <a:endParaRPr lang="es-ES" dirty="0"/>
          </a:p>
          <a:p>
            <a:r>
              <a:rPr lang="es-ES" dirty="0">
                <a:ea typeface="+mn-lt"/>
                <a:cs typeface="+mn-lt"/>
              </a:rPr>
              <a:t>Para poder utilizar el contenido de terceros, es necesario obtener una licencia. Las licencias son contratos legales que otorgan permiso para usar una obra bajo ciertas condiciones. Existen varios tipos, desde las más restrictivas hasta las que permiten un uso casi ilimitado.</a:t>
            </a:r>
            <a:endParaRPr lang="es-ES" dirty="0"/>
          </a:p>
        </p:txBody>
      </p:sp>
    </p:spTree>
    <p:extLst>
      <p:ext uri="{BB962C8B-B14F-4D97-AF65-F5344CB8AC3E}">
        <p14:creationId xmlns:p14="http://schemas.microsoft.com/office/powerpoint/2010/main" val="3946450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E75B19-63EB-7030-0DD6-DB1E6944028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8B84EB0-F975-D70B-8770-C4C99250A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68CAEDF-53D1-8195-063E-1E92324B72A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 Derechos de Autor y Licencias de Contenido Multimedia</a:t>
            </a:r>
            <a:endParaRPr lang="es-ES" dirty="0"/>
          </a:p>
        </p:txBody>
      </p:sp>
      <p:sp>
        <p:nvSpPr>
          <p:cNvPr id="10" name="Rectangle 9">
            <a:extLst>
              <a:ext uri="{FF2B5EF4-FFF2-40B4-BE49-F238E27FC236}">
                <a16:creationId xmlns:a16="http://schemas.microsoft.com/office/drawing/2014/main" id="{A108EBC6-5AF1-88ED-427E-482B7DE86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714892-0280-BCE0-32BE-59C724AB2B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D0EEEC3-7B29-DEBC-4EF8-9D5B466E7C7C}"/>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Derechos de Autor Reservados (Copyright): Es la forma más restrictiva. El creador retiene todos los derechos sobre la obra. Para usarla, se debe pedir permiso explícito y, a menudo, pagar una tarifa.</a:t>
            </a:r>
            <a:endParaRPr lang="es-ES">
              <a:ea typeface="+mn-lt"/>
              <a:cs typeface="+mn-lt"/>
            </a:endParaRPr>
          </a:p>
          <a:p>
            <a:r>
              <a:rPr lang="es-ES" dirty="0">
                <a:ea typeface="+mn-lt"/>
                <a:cs typeface="+mn-lt"/>
              </a:rPr>
              <a:t>Dominio Público: Las obras en dominio público no tienen derechos de autor. Esto puede ocurrir porque los derechos han expirado (generalmente 70 años después de la muerte del autor) o porque el creador ha renunciado a ellos. Puedes usar estas obras libremente sin permiso ni costo.</a:t>
            </a:r>
          </a:p>
          <a:p>
            <a:r>
              <a:rPr lang="es-ES" dirty="0">
                <a:ea typeface="+mn-lt"/>
                <a:cs typeface="+mn-lt"/>
              </a:rPr>
              <a:t>Licencias de Stock y de Pago: Estas licencias se utilizan para bancos de imágenes, audio y vídeo. Al comprar una licencia, se obtiene el derecho de usar el contenido bajo los términos acordados (por ejemplo, para un número limitado de proyectos o con una resolución específica).</a:t>
            </a:r>
            <a:endParaRPr lang="es-ES" dirty="0"/>
          </a:p>
        </p:txBody>
      </p:sp>
    </p:spTree>
    <p:extLst>
      <p:ext uri="{BB962C8B-B14F-4D97-AF65-F5344CB8AC3E}">
        <p14:creationId xmlns:p14="http://schemas.microsoft.com/office/powerpoint/2010/main" val="2515660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5CD0D5-A76A-917C-B4B1-E1979792748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8B956FB-E032-AADA-AE46-2E8A09938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13120F6-8E3D-B70E-E9F3-8C3598BCFAA0}"/>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 Derechos de Autor y Licencias de Contenido Multimedia</a:t>
            </a:r>
            <a:endParaRPr lang="es-ES" dirty="0"/>
          </a:p>
        </p:txBody>
      </p:sp>
      <p:sp>
        <p:nvSpPr>
          <p:cNvPr id="10" name="Rectangle 9">
            <a:extLst>
              <a:ext uri="{FF2B5EF4-FFF2-40B4-BE49-F238E27FC236}">
                <a16:creationId xmlns:a16="http://schemas.microsoft.com/office/drawing/2014/main" id="{E052293A-A12F-A5FA-0D5D-3654599FF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2878832-ACB7-A336-1167-15381F4D8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7C7C2D9-BD69-948F-CC52-66046666E6BB}"/>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Licencias Creative </a:t>
            </a:r>
            <a:r>
              <a:rPr lang="es-ES" dirty="0" err="1">
                <a:ea typeface="+mn-lt"/>
                <a:cs typeface="+mn-lt"/>
              </a:rPr>
              <a:t>Commons</a:t>
            </a:r>
            <a:r>
              <a:rPr lang="es-ES" dirty="0">
                <a:ea typeface="+mn-lt"/>
                <a:cs typeface="+mn-lt"/>
              </a:rPr>
              <a:t> (CC): Estas licencias son la solución más común para compartir contenido de manera legal. Permiten a los creadores definir fácilmente los permisos que otorgan a otros para usar su trabajo. Hay varias variantes, combinando cuatro elementos principales:</a:t>
            </a:r>
            <a:endParaRPr lang="es-ES"/>
          </a:p>
          <a:p>
            <a:pPr lvl="1">
              <a:buFont typeface="Courier New" panose="020B0604020202020204" pitchFamily="34" charset="0"/>
              <a:buChar char="o"/>
            </a:pPr>
            <a:r>
              <a:rPr lang="es-ES" dirty="0">
                <a:ea typeface="+mn-lt"/>
                <a:cs typeface="+mn-lt"/>
              </a:rPr>
              <a:t>Atribución (BY): Debes dar crédito al autor original.</a:t>
            </a:r>
            <a:endParaRPr lang="es-ES" dirty="0"/>
          </a:p>
          <a:p>
            <a:pPr lvl="1">
              <a:buFont typeface="Courier New" panose="020B0604020202020204" pitchFamily="34" charset="0"/>
              <a:buChar char="o"/>
            </a:pPr>
            <a:r>
              <a:rPr lang="es-ES" dirty="0">
                <a:ea typeface="+mn-lt"/>
                <a:cs typeface="+mn-lt"/>
              </a:rPr>
              <a:t>No Comercial (NC): No puedes usar la obra con fines comerciales.</a:t>
            </a:r>
            <a:endParaRPr lang="es-ES" dirty="0"/>
          </a:p>
          <a:p>
            <a:pPr lvl="1">
              <a:buFont typeface="Courier New" panose="020B0604020202020204" pitchFamily="34" charset="0"/>
              <a:buChar char="o"/>
            </a:pPr>
            <a:r>
              <a:rPr lang="es-ES" dirty="0">
                <a:ea typeface="+mn-lt"/>
                <a:cs typeface="+mn-lt"/>
              </a:rPr>
              <a:t>Sin Derivadas (ND): No puedes modificar la obra de ninguna manera.</a:t>
            </a:r>
            <a:endParaRPr lang="es-ES" dirty="0"/>
          </a:p>
          <a:p>
            <a:pPr lvl="1">
              <a:buFont typeface="Courier New" panose="020B0604020202020204" pitchFamily="34" charset="0"/>
              <a:buChar char="o"/>
            </a:pPr>
            <a:r>
              <a:rPr lang="es-ES" dirty="0">
                <a:ea typeface="+mn-lt"/>
                <a:cs typeface="+mn-lt"/>
              </a:rPr>
              <a:t>Compartir Igual (SA): Si modificas la obra, el nuevo trabajo debe distribuirse bajo la misma licencia.</a:t>
            </a:r>
          </a:p>
          <a:p>
            <a:r>
              <a:rPr lang="es-ES" dirty="0">
                <a:ea typeface="+mn-lt"/>
                <a:cs typeface="+mn-lt"/>
              </a:rPr>
              <a:t>Una de las licencias más comunes en la web es la CC BY, que permite a los desarrolladores usar y modificar la obra, incluso para fines comerciales, siempre y cuando se le dé el crédito adecuado al autor.</a:t>
            </a:r>
            <a:endParaRPr lang="es-ES" dirty="0"/>
          </a:p>
        </p:txBody>
      </p:sp>
    </p:spTree>
    <p:extLst>
      <p:ext uri="{BB962C8B-B14F-4D97-AF65-F5344CB8AC3E}">
        <p14:creationId xmlns:p14="http://schemas.microsoft.com/office/powerpoint/2010/main" val="232721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0FD50D-699A-3DFA-CE21-63FA5DEC013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0E2787-A0E7-9187-81BD-8A9A7EE14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3D414F8-DC7E-A691-5E42-0BED49126C6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 Derechos de Autor y Licencias de Contenido Multimedia</a:t>
            </a:r>
            <a:endParaRPr lang="es-ES" dirty="0"/>
          </a:p>
        </p:txBody>
      </p:sp>
      <p:sp>
        <p:nvSpPr>
          <p:cNvPr id="10" name="Rectangle 9">
            <a:extLst>
              <a:ext uri="{FF2B5EF4-FFF2-40B4-BE49-F238E27FC236}">
                <a16:creationId xmlns:a16="http://schemas.microsoft.com/office/drawing/2014/main" id="{03DC26B0-697C-CD86-E226-3733FAFBD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9BE4AE-AE89-5B2C-E3C6-20B1F0F7A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ECB3722-D844-F406-A058-BC5DB06CB358}"/>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Buenas Prácticas para Desarrolladores</a:t>
            </a:r>
          </a:p>
          <a:p>
            <a:pPr lvl="1">
              <a:buFont typeface="Courier New" panose="020B0604020202020204" pitchFamily="34" charset="0"/>
              <a:buChar char="o"/>
            </a:pPr>
            <a:r>
              <a:rPr lang="es-ES" dirty="0">
                <a:ea typeface="+mn-lt"/>
                <a:cs typeface="+mn-lt"/>
              </a:rPr>
              <a:t>Verifica la licencia: Antes de usar cualquier contenido multimedia, asegúrate de entender su licencia. No asumas que algo es de uso libre solo porque está en internet.</a:t>
            </a:r>
            <a:endParaRPr lang="es-ES"/>
          </a:p>
          <a:p>
            <a:pPr lvl="1">
              <a:buFont typeface="Courier New" panose="020B0604020202020204" pitchFamily="34" charset="0"/>
              <a:buChar char="o"/>
            </a:pPr>
            <a:r>
              <a:rPr lang="es-ES" dirty="0">
                <a:ea typeface="+mn-lt"/>
                <a:cs typeface="+mn-lt"/>
              </a:rPr>
              <a:t>Utiliza fuentes fiables: Acude a bancos de imágenes, audio y vídeo con licencias claras, como </a:t>
            </a:r>
            <a:r>
              <a:rPr lang="es-ES" err="1">
                <a:ea typeface="+mn-lt"/>
                <a:cs typeface="+mn-lt"/>
              </a:rPr>
              <a:t>Unsplash</a:t>
            </a:r>
            <a:r>
              <a:rPr lang="es-ES" dirty="0">
                <a:ea typeface="+mn-lt"/>
                <a:cs typeface="+mn-lt"/>
              </a:rPr>
              <a:t> (para fotos), </a:t>
            </a:r>
            <a:r>
              <a:rPr lang="es-ES" err="1">
                <a:ea typeface="+mn-lt"/>
                <a:cs typeface="+mn-lt"/>
              </a:rPr>
              <a:t>Pexels</a:t>
            </a:r>
            <a:r>
              <a:rPr lang="es-ES" dirty="0">
                <a:ea typeface="+mn-lt"/>
                <a:cs typeface="+mn-lt"/>
              </a:rPr>
              <a:t> (para fotos y videos), </a:t>
            </a:r>
            <a:r>
              <a:rPr lang="es-ES" err="1">
                <a:ea typeface="+mn-lt"/>
                <a:cs typeface="+mn-lt"/>
              </a:rPr>
              <a:t>Pixabay</a:t>
            </a:r>
            <a:r>
              <a:rPr lang="es-ES" dirty="0">
                <a:ea typeface="+mn-lt"/>
                <a:cs typeface="+mn-lt"/>
              </a:rPr>
              <a:t> (para imágenes, videos, música), o Free Music Archive (para música con licencia CC).</a:t>
            </a:r>
            <a:endParaRPr lang="es-ES"/>
          </a:p>
          <a:p>
            <a:pPr lvl="1">
              <a:buFont typeface="Courier New" panose="020B0604020202020204" pitchFamily="34" charset="0"/>
              <a:buChar char="o"/>
            </a:pPr>
            <a:r>
              <a:rPr lang="es-ES" dirty="0">
                <a:ea typeface="+mn-lt"/>
                <a:cs typeface="+mn-lt"/>
              </a:rPr>
              <a:t>Nombra al autor: Si una licencia lo requiere (como en el caso de Creative </a:t>
            </a:r>
            <a:r>
              <a:rPr lang="es-ES" dirty="0" err="1">
                <a:ea typeface="+mn-lt"/>
                <a:cs typeface="+mn-lt"/>
              </a:rPr>
              <a:t>Commons</a:t>
            </a:r>
            <a:r>
              <a:rPr lang="es-ES" dirty="0">
                <a:ea typeface="+mn-lt"/>
                <a:cs typeface="+mn-lt"/>
              </a:rPr>
              <a:t>), asegúrate de dar el crédito al autor.</a:t>
            </a:r>
          </a:p>
          <a:p>
            <a:pPr lvl="1">
              <a:buFont typeface="Courier New" panose="020B0604020202020204" pitchFamily="34" charset="0"/>
              <a:buChar char="o"/>
            </a:pPr>
            <a:r>
              <a:rPr lang="es-ES" dirty="0">
                <a:ea typeface="+mn-lt"/>
                <a:cs typeface="+mn-lt"/>
              </a:rPr>
              <a:t>Considera las licencias comerciales: Para proyectos profesionales, es a menudo más seguro y de mayor calidad comprar licencias de servicios como </a:t>
            </a:r>
            <a:r>
              <a:rPr lang="es-ES" dirty="0" err="1">
                <a:ea typeface="+mn-lt"/>
                <a:cs typeface="+mn-lt"/>
              </a:rPr>
              <a:t>Shutterstock</a:t>
            </a:r>
            <a:r>
              <a:rPr lang="es-ES" dirty="0">
                <a:ea typeface="+mn-lt"/>
                <a:cs typeface="+mn-lt"/>
              </a:rPr>
              <a:t> o </a:t>
            </a:r>
            <a:r>
              <a:rPr lang="es-ES" dirty="0" err="1">
                <a:ea typeface="+mn-lt"/>
                <a:cs typeface="+mn-lt"/>
              </a:rPr>
              <a:t>Envato</a:t>
            </a:r>
            <a:r>
              <a:rPr lang="es-ES" dirty="0">
                <a:ea typeface="+mn-lt"/>
                <a:cs typeface="+mn-lt"/>
              </a:rPr>
              <a:t> </a:t>
            </a:r>
            <a:r>
              <a:rPr lang="es-ES" dirty="0" err="1">
                <a:ea typeface="+mn-lt"/>
                <a:cs typeface="+mn-lt"/>
              </a:rPr>
              <a:t>Elements</a:t>
            </a:r>
            <a:r>
              <a:rPr lang="es-ES" dirty="0">
                <a:ea typeface="+mn-lt"/>
                <a:cs typeface="+mn-lt"/>
              </a:rPr>
              <a:t>.</a:t>
            </a:r>
          </a:p>
        </p:txBody>
      </p:sp>
    </p:spTree>
    <p:extLst>
      <p:ext uri="{BB962C8B-B14F-4D97-AF65-F5344CB8AC3E}">
        <p14:creationId xmlns:p14="http://schemas.microsoft.com/office/powerpoint/2010/main" val="4206564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947856-8B15-0D8B-4727-63E55A2598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14C149-5B96-FB50-451C-B219F6D3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3120706-E1EA-307F-314E-4809198CBE80}"/>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3.1.1. Propiedad intelectual y derechos de autor en la web.</a:t>
            </a:r>
            <a:endParaRPr lang="es-ES" dirty="0"/>
          </a:p>
        </p:txBody>
      </p:sp>
      <p:sp>
        <p:nvSpPr>
          <p:cNvPr id="10" name="Rectangle 9">
            <a:extLst>
              <a:ext uri="{FF2B5EF4-FFF2-40B4-BE49-F238E27FC236}">
                <a16:creationId xmlns:a16="http://schemas.microsoft.com/office/drawing/2014/main" id="{846DC282-CDFF-4D0F-4CF0-675D5878F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1CABF7-94D1-4373-C3B3-6773E2D13D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0BED5A0-6185-CF51-CA0B-40F590BC6AB5}"/>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La propiedad intelectual es un concepto legal que protege las creaciones de la mente humana, reconociendo el derecho de los autores a controlar el uso de sus obras. Los derechos de autor son la rama principal de la propiedad intelectual que se aplica a la creación de contenido multimedia. En el contexto de la web, es fundamental entender cómo estas leyes se aplican a nivel nacional e internacional para asegurar un uso legal y ético de los recursos.</a:t>
            </a:r>
            <a:endParaRPr lang="es-ES" dirty="0"/>
          </a:p>
          <a:p>
            <a:r>
              <a:rPr lang="es-ES" dirty="0">
                <a:ea typeface="+mn-lt"/>
                <a:cs typeface="+mn-lt"/>
              </a:rPr>
              <a:t>La principal ley que regula los derechos de autor en España es el Real Decreto Legislativo 1/1996, por el que se aprueba el texto refundido de la Ley de Propiedad Intelectual (LPI). Esta ley establece que una obra, desde el momento de su creación, pertenece a su autor, quien tiene dos tipos de derechos:</a:t>
            </a:r>
            <a:endParaRPr lang="es-ES" dirty="0"/>
          </a:p>
          <a:p>
            <a:pPr lvl="1">
              <a:buFont typeface="Courier New" panose="020B0604020202020204" pitchFamily="34" charset="0"/>
              <a:buChar char="o"/>
            </a:pPr>
            <a:r>
              <a:rPr lang="es-ES" dirty="0">
                <a:ea typeface="+mn-lt"/>
                <a:cs typeface="+mn-lt"/>
              </a:rPr>
              <a:t>Derechos morales: Son inalienables e irrenunciables. Incluyen el derecho a ser reconocido como autor y a decidir si la obra debe ser divulgada.</a:t>
            </a:r>
            <a:endParaRPr lang="es-ES"/>
          </a:p>
          <a:p>
            <a:pPr lvl="1">
              <a:buFont typeface="Courier New" panose="020B0604020202020204" pitchFamily="34" charset="0"/>
              <a:buChar char="o"/>
            </a:pPr>
            <a:r>
              <a:rPr lang="es-ES" dirty="0">
                <a:ea typeface="+mn-lt"/>
                <a:cs typeface="+mn-lt"/>
              </a:rPr>
              <a:t>Derechos patrimoniales: Son aquellos que permiten al autor explotar económicamente su obra, como los derechos de reproducción, distribución, comunicación pública y transformación. Estos derechos se pueden ceder a terceros.</a:t>
            </a:r>
            <a:endParaRPr lang="es-ES" dirty="0"/>
          </a:p>
        </p:txBody>
      </p:sp>
    </p:spTree>
    <p:extLst>
      <p:ext uri="{BB962C8B-B14F-4D97-AF65-F5344CB8AC3E}">
        <p14:creationId xmlns:p14="http://schemas.microsoft.com/office/powerpoint/2010/main" val="3419798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C176EC-E218-410B-07F8-F1786FF4ED8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B5DAF8F-1276-BF7E-3260-D778B72A51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104A8FB-DA9F-46A3-910C-0240A25EA15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3.1.1. Propiedad intelectual y derechos de autor en la web.</a:t>
            </a:r>
            <a:endParaRPr lang="es-ES" dirty="0"/>
          </a:p>
        </p:txBody>
      </p:sp>
      <p:sp>
        <p:nvSpPr>
          <p:cNvPr id="10" name="Rectangle 9">
            <a:extLst>
              <a:ext uri="{FF2B5EF4-FFF2-40B4-BE49-F238E27FC236}">
                <a16:creationId xmlns:a16="http://schemas.microsoft.com/office/drawing/2014/main" id="{09A2F47D-492E-EAC1-AA5C-178FA01CE8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7769E10-43CE-CA86-BCA4-1715A809EA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47AAB8E-07F0-2489-495D-C4A408851281}"/>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La legislación española está armonizada con la Directiva europea sobre derechos de autor en el mercado único digital (Directiva 2019/790). Esta directiva busca adaptar las leyes de copyright a la era digital, reforzando la protección de los creadores en línea y responsabilizando a las grandes plataformas por el contenido que sus usuarios suben.</a:t>
            </a:r>
            <a:endParaRPr lang="es-ES" dirty="0"/>
          </a:p>
          <a:p>
            <a:r>
              <a:rPr lang="es-ES" dirty="0">
                <a:ea typeface="+mn-lt"/>
                <a:cs typeface="+mn-lt"/>
              </a:rPr>
              <a:t>A nivel internacional, la protección de los derechos de autor se rige por una serie de tratados internacionales gestionados por la Organización Mundial de la Propiedad Intelectual (OMPI).</a:t>
            </a:r>
            <a:endParaRPr lang="es-ES"/>
          </a:p>
          <a:p>
            <a:r>
              <a:rPr lang="es-ES" dirty="0">
                <a:ea typeface="+mn-lt"/>
                <a:cs typeface="+mn-lt"/>
              </a:rPr>
              <a:t>Convenio de Berna (1886): Es el tratado más importante y la base del derecho de autor internacional. Establece que los derechos de autor de una obra creada en un país firmante deben ser reconocidos de la misma manera en todos los demás países firmantes.</a:t>
            </a:r>
          </a:p>
          <a:p>
            <a:r>
              <a:rPr lang="es-ES" dirty="0">
                <a:ea typeface="+mn-lt"/>
                <a:cs typeface="+mn-lt"/>
              </a:rPr>
              <a:t>Tratados de la OMPI sobre Derecho de Autor (WCT) y sobre Interpretación o Ejecución y Fonogramas (WPPT): Conocidos como los "tratados de Internet", estos acuerdos actualizan el Convenio de Berna para el entorno digital. Protegen obras digitales, software y bases de datos.</a:t>
            </a:r>
          </a:p>
        </p:txBody>
      </p:sp>
    </p:spTree>
    <p:extLst>
      <p:ext uri="{BB962C8B-B14F-4D97-AF65-F5344CB8AC3E}">
        <p14:creationId xmlns:p14="http://schemas.microsoft.com/office/powerpoint/2010/main" val="946663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767A47-3F58-2835-610D-C03C4519F7B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2E5AD04-655E-5335-FA1B-65DE80AF6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879E951-6CFE-04E8-3932-496198F3D5BC}"/>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3.1.1. Propiedad intelectual y derechos de autor en la web.</a:t>
            </a:r>
            <a:endParaRPr lang="es-ES" dirty="0"/>
          </a:p>
        </p:txBody>
      </p:sp>
      <p:sp>
        <p:nvSpPr>
          <p:cNvPr id="10" name="Rectangle 9">
            <a:extLst>
              <a:ext uri="{FF2B5EF4-FFF2-40B4-BE49-F238E27FC236}">
                <a16:creationId xmlns:a16="http://schemas.microsoft.com/office/drawing/2014/main" id="{1282A245-F4AD-6B37-8057-856B1587AB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8F0966-857D-9A98-25E9-B859794D3A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F44EB71-5358-56C8-068D-8CC7737D70DC}"/>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Estos tratados son cruciales porque garantizan que una obra multimedia, como una fotografía subida por un desarrollador español, tenga la misma protección en Estados Unidos, Japón o cualquier otro país firmante.</a:t>
            </a:r>
          </a:p>
          <a:p>
            <a:r>
              <a:rPr lang="es-ES" dirty="0">
                <a:ea typeface="+mn-lt"/>
                <a:cs typeface="+mn-lt"/>
              </a:rPr>
              <a:t>Ignorar las leyes de derechos de autor puede tener graves consecuencias para un desarrollador o una empresa:</a:t>
            </a:r>
            <a:endParaRPr lang="es-ES" dirty="0"/>
          </a:p>
          <a:p>
            <a:pPr lvl="1">
              <a:buFont typeface="Courier New" panose="020B0604020202020204" pitchFamily="34" charset="0"/>
              <a:buChar char="o"/>
            </a:pPr>
            <a:r>
              <a:rPr lang="es-ES" dirty="0">
                <a:ea typeface="+mn-lt"/>
                <a:cs typeface="+mn-lt"/>
              </a:rPr>
              <a:t>Sanciones civiles: El titular de los derechos puede demandar por daños y perjuicios, exigiendo una compensación económica.</a:t>
            </a:r>
            <a:endParaRPr lang="es-ES"/>
          </a:p>
          <a:p>
            <a:pPr lvl="1">
              <a:buFont typeface="Courier New" panose="020B0604020202020204" pitchFamily="34" charset="0"/>
              <a:buChar char="o"/>
            </a:pPr>
            <a:r>
              <a:rPr lang="es-ES" dirty="0">
                <a:ea typeface="+mn-lt"/>
                <a:cs typeface="+mn-lt"/>
              </a:rPr>
              <a:t>Sanciones penales: En casos graves de piratería a gran escala, la infracción de derechos de autor puede ser considerada un delito.</a:t>
            </a:r>
          </a:p>
          <a:p>
            <a:pPr lvl="1">
              <a:buFont typeface="Courier New" panose="020B0604020202020204" pitchFamily="34" charset="0"/>
              <a:buChar char="o"/>
            </a:pPr>
            <a:r>
              <a:rPr lang="es-ES" dirty="0">
                <a:ea typeface="+mn-lt"/>
                <a:cs typeface="+mn-lt"/>
              </a:rPr>
              <a:t>Retirada de contenido: Las plataformas de alojamiento web y los proveedores de servicios pueden retirar el contenido infractor.</a:t>
            </a:r>
            <a:endParaRPr lang="es-ES" dirty="0"/>
          </a:p>
          <a:p>
            <a:r>
              <a:rPr lang="es-ES" dirty="0">
                <a:ea typeface="+mn-lt"/>
                <a:cs typeface="+mn-lt"/>
              </a:rPr>
              <a:t>Es por ello que el uso de licencias como Creative </a:t>
            </a:r>
            <a:r>
              <a:rPr lang="es-ES" dirty="0" err="1">
                <a:ea typeface="+mn-lt"/>
                <a:cs typeface="+mn-lt"/>
              </a:rPr>
              <a:t>Commons</a:t>
            </a:r>
            <a:r>
              <a:rPr lang="es-ES" dirty="0">
                <a:ea typeface="+mn-lt"/>
                <a:cs typeface="+mn-lt"/>
              </a:rPr>
              <a:t> o el contenido de dominio público es la mejor práctica para asegurar que el trabajo de desarrollo web se realiza de manera legal y ética.</a:t>
            </a:r>
          </a:p>
        </p:txBody>
      </p:sp>
    </p:spTree>
    <p:extLst>
      <p:ext uri="{BB962C8B-B14F-4D97-AF65-F5344CB8AC3E}">
        <p14:creationId xmlns:p14="http://schemas.microsoft.com/office/powerpoint/2010/main" val="3242898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37048E-302E-F617-E1BD-395CAFD6995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7D54B6-0621-0762-378A-EF05C2A96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8A463D9-F4B4-4C34-C7C7-384F653A9FD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3.1.1. Propiedad intelectual y derechos de autor en la web.</a:t>
            </a:r>
            <a:endParaRPr lang="es-ES" dirty="0"/>
          </a:p>
        </p:txBody>
      </p:sp>
      <p:sp>
        <p:nvSpPr>
          <p:cNvPr id="10" name="Rectangle 9">
            <a:extLst>
              <a:ext uri="{FF2B5EF4-FFF2-40B4-BE49-F238E27FC236}">
                <a16:creationId xmlns:a16="http://schemas.microsoft.com/office/drawing/2014/main" id="{51F406CF-5712-7FAB-8CAE-48C24BB23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165E93A-C896-2449-B567-EEBA412FF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B6FABE6-0B36-A5FD-C894-586D9AE7C4B3}"/>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Ejemplo: Un docente crea una infografía educativa y la publica en su blog. Protección:</a:t>
            </a:r>
            <a:endParaRPr lang="es-ES" dirty="0"/>
          </a:p>
          <a:p>
            <a:pPr lvl="1">
              <a:buFont typeface="Courier New" panose="020B0604020202020204" pitchFamily="34" charset="0"/>
              <a:buChar char="o"/>
            </a:pPr>
            <a:r>
              <a:rPr lang="es-ES" dirty="0">
                <a:ea typeface="+mn-lt"/>
                <a:cs typeface="+mn-lt"/>
              </a:rPr>
              <a:t>En España, la infografía está protegida automáticamente por la LPI desde el momento de su creación.</a:t>
            </a:r>
            <a:endParaRPr lang="es-ES"/>
          </a:p>
          <a:p>
            <a:pPr lvl="1">
              <a:buFont typeface="Courier New" panose="020B0604020202020204" pitchFamily="34" charset="0"/>
              <a:buChar char="o"/>
            </a:pPr>
            <a:r>
              <a:rPr lang="es-ES" dirty="0">
                <a:ea typeface="+mn-lt"/>
                <a:cs typeface="+mn-lt"/>
              </a:rPr>
              <a:t>Si alguien la copia y la publica sin permiso, está infringiendo los derechos patrimoniales y morales del autor.</a:t>
            </a:r>
          </a:p>
          <a:p>
            <a:pPr lvl="1">
              <a:buFont typeface="Courier New" panose="020B0604020202020204" pitchFamily="34" charset="0"/>
              <a:buChar char="o"/>
            </a:pPr>
            <a:r>
              <a:rPr lang="es-ES" dirty="0">
                <a:ea typeface="+mn-lt"/>
                <a:cs typeface="+mn-lt"/>
              </a:rPr>
              <a:t>El autor puede reclamar daños, exigir la retirada del contenido y solicitar compensación.</a:t>
            </a:r>
          </a:p>
          <a:p>
            <a:r>
              <a:rPr lang="es-ES" dirty="0">
                <a:ea typeface="+mn-lt"/>
                <a:cs typeface="+mn-lt"/>
              </a:rPr>
              <a:t>Internacionalmente:</a:t>
            </a:r>
          </a:p>
          <a:p>
            <a:pPr lvl="1">
              <a:buFont typeface="Courier New" panose="020B0604020202020204" pitchFamily="34" charset="0"/>
              <a:buChar char="o"/>
            </a:pPr>
            <a:r>
              <a:rPr lang="es-ES" dirty="0">
                <a:ea typeface="+mn-lt"/>
                <a:cs typeface="+mn-lt"/>
              </a:rPr>
              <a:t>Si la copia se realiza desde otro país, los tratados internacionales permiten al autor reclamar protección en ese país, siempre que sea parte del Convenio de Berna o del WCT.</a:t>
            </a:r>
          </a:p>
        </p:txBody>
      </p:sp>
    </p:spTree>
    <p:extLst>
      <p:ext uri="{BB962C8B-B14F-4D97-AF65-F5344CB8AC3E}">
        <p14:creationId xmlns:p14="http://schemas.microsoft.com/office/powerpoint/2010/main" val="3859534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122AE2-AEBE-CC59-2F8E-834A6B795B3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EB910F-CAF5-7E4B-9E5A-AE1108D5F1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CA58C0E-57DC-8303-3EC9-210BEE881998}"/>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3.1.2. Tipos de licencias: del copyright a las licencias libres.</a:t>
            </a:r>
            <a:endParaRPr lang="es-ES" dirty="0"/>
          </a:p>
        </p:txBody>
      </p:sp>
      <p:sp>
        <p:nvSpPr>
          <p:cNvPr id="10" name="Rectangle 9">
            <a:extLst>
              <a:ext uri="{FF2B5EF4-FFF2-40B4-BE49-F238E27FC236}">
                <a16:creationId xmlns:a16="http://schemas.microsoft.com/office/drawing/2014/main" id="{B038AC90-10A5-0B65-B426-8DEC198C2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452F4A-5A13-4DB5-AA39-578260F98C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3C57FB3-7CBC-5978-0527-15363E676A74}"/>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El espectro de licencias de contenido multimedia abarca desde el estricto copyright hasta las permisivas licencias libres, como las de Creative </a:t>
            </a:r>
            <a:r>
              <a:rPr lang="es-ES" err="1">
                <a:ea typeface="+mn-lt"/>
                <a:cs typeface="+mn-lt"/>
              </a:rPr>
              <a:t>Commons</a:t>
            </a:r>
            <a:r>
              <a:rPr lang="es-ES" dirty="0">
                <a:ea typeface="+mn-lt"/>
                <a:cs typeface="+mn-lt"/>
              </a:rPr>
              <a:t>. </a:t>
            </a:r>
          </a:p>
          <a:p>
            <a:r>
              <a:rPr lang="es-ES" dirty="0">
                <a:ea typeface="+mn-lt"/>
                <a:cs typeface="+mn-lt"/>
              </a:rPr>
              <a:t>Cada una define las reglas de uso y distribución de una obra, y entenderlas es crucial para el desarrollo web.</a:t>
            </a:r>
            <a:endParaRPr lang="es-ES"/>
          </a:p>
          <a:p>
            <a:r>
              <a:rPr lang="es-ES" dirty="0">
                <a:ea typeface="+mn-lt"/>
                <a:cs typeface="+mn-lt"/>
              </a:rPr>
              <a:t>El copyright (o derechos de autor) es la protección legal por defecto para cualquier obra original. El autor tiene el control exclusivo sobre su reproducción, distribución y adaptación. Este monopolio legal tiene una duración limitada en el tiempo.</a:t>
            </a:r>
            <a:endParaRPr lang="es-ES" dirty="0"/>
          </a:p>
          <a:p>
            <a:r>
              <a:rPr lang="es-ES" dirty="0">
                <a:ea typeface="+mn-lt"/>
                <a:cs typeface="+mn-lt"/>
              </a:rPr>
              <a:t>Una vez que el plazo de protección expira, la obra pasa a ser de dominio público. Esto significa que ya no está sujeta a derechos de autor y puede ser utilizada libremente por cualquiera, sin necesidad de permiso ni pago. </a:t>
            </a:r>
          </a:p>
          <a:p>
            <a:r>
              <a:rPr lang="es-ES" dirty="0">
                <a:ea typeface="+mn-lt"/>
                <a:cs typeface="+mn-lt"/>
              </a:rPr>
              <a:t>La legislación asociada al dominio público es una parte fundamental de la Ley de Propiedad Intelectual en España (Real Decreto Legislativo 1/1996) y en la mayoría de los países.</a:t>
            </a:r>
            <a:endParaRPr lang="es-ES"/>
          </a:p>
        </p:txBody>
      </p:sp>
    </p:spTree>
    <p:extLst>
      <p:ext uri="{BB962C8B-B14F-4D97-AF65-F5344CB8AC3E}">
        <p14:creationId xmlns:p14="http://schemas.microsoft.com/office/powerpoint/2010/main" val="2840399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A6B504-4B65-1892-7451-CA64C75B662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56C5BB-5A41-60A0-3D55-0C24B74428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12CDFBF-9287-E82A-BAE7-41E73E7A8D0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3.1.2. Tipos de licencias: del copyright a las licencias libres.</a:t>
            </a:r>
            <a:endParaRPr lang="es-ES" dirty="0"/>
          </a:p>
        </p:txBody>
      </p:sp>
      <p:sp>
        <p:nvSpPr>
          <p:cNvPr id="10" name="Rectangle 9">
            <a:extLst>
              <a:ext uri="{FF2B5EF4-FFF2-40B4-BE49-F238E27FC236}">
                <a16:creationId xmlns:a16="http://schemas.microsoft.com/office/drawing/2014/main" id="{370853D5-70B5-A921-8540-BEED423DED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AF4ECC6-6073-29B0-4FE4-A4A082E2B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D7DB311-1915-5675-5455-7307E2499DC0}"/>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Una obra pasa al dominio público cuando expiran sus derechos patrimoniales. Esto significa que puede ser utilizada libremente por cualquier persona, sin necesidad de autorización ni pago de derechos, aunque los derechos morales (como el reconocimiento de autoría) se mantienen.</a:t>
            </a:r>
            <a:endParaRPr lang="es-ES" dirty="0"/>
          </a:p>
          <a:p>
            <a:r>
              <a:rPr lang="es-ES" dirty="0">
                <a:ea typeface="+mn-lt"/>
                <a:cs typeface="+mn-lt"/>
              </a:rPr>
              <a:t>La Ley de Propiedad Intelectual española considera la mayoría de las obras multimedia como creaciones artísticas, por lo que aplica el mismo plazo de protección.</a:t>
            </a:r>
            <a:endParaRPr lang="es-ES"/>
          </a:p>
          <a:p>
            <a:pPr lvl="1">
              <a:buFont typeface="Courier New" panose="020B0604020202020204" pitchFamily="34" charset="0"/>
              <a:buChar char="o"/>
            </a:pPr>
            <a:r>
              <a:rPr lang="es-ES" dirty="0">
                <a:ea typeface="+mn-lt"/>
                <a:cs typeface="+mn-lt"/>
              </a:rPr>
              <a:t>Obras individuales: 70 años después de la muerte del autor.</a:t>
            </a:r>
            <a:endParaRPr lang="es-ES"/>
          </a:p>
          <a:p>
            <a:pPr lvl="1">
              <a:buFont typeface="Courier New" panose="020B0604020202020204" pitchFamily="34" charset="0"/>
              <a:buChar char="o"/>
            </a:pPr>
            <a:r>
              <a:rPr lang="es-ES" dirty="0">
                <a:ea typeface="+mn-lt"/>
                <a:cs typeface="+mn-lt"/>
              </a:rPr>
              <a:t>Obras colectivas, anónimas o pseudónimas: 70 años desde su publicación.</a:t>
            </a:r>
            <a:endParaRPr lang="es-ES"/>
          </a:p>
          <a:p>
            <a:pPr lvl="1">
              <a:buFont typeface="Courier New" panose="020B0604020202020204" pitchFamily="34" charset="0"/>
              <a:buChar char="o"/>
            </a:pPr>
            <a:r>
              <a:rPr lang="es-ES" dirty="0">
                <a:ea typeface="+mn-lt"/>
                <a:cs typeface="+mn-lt"/>
              </a:rPr>
              <a:t>Obras de autores fallecidos antes de 1987: se aplica un régimen transitorio que puede variar según el caso    Software (incluido el software de videojuegos): Se considera una obra literaria y, por lo tanto, la protección dura la vida del autor más 70 años después de su muerte.</a:t>
            </a:r>
          </a:p>
          <a:p>
            <a:pPr lvl="1">
              <a:buFont typeface="Courier New" panose="020B0604020202020204" pitchFamily="34" charset="0"/>
              <a:buChar char="o"/>
            </a:pPr>
            <a:r>
              <a:rPr lang="es-ES" dirty="0">
                <a:ea typeface="+mn-lt"/>
                <a:cs typeface="+mn-lt"/>
              </a:rPr>
              <a:t>Vídeos y obras audiovisuales: El plazo de protección es la vida del último de los autores que haya fallecido (director, guionista, o compositor) más 70 años.</a:t>
            </a:r>
          </a:p>
          <a:p>
            <a:pPr lvl="1">
              <a:buFont typeface="Courier New" panose="020B0604020202020204" pitchFamily="34" charset="0"/>
              <a:buChar char="o"/>
            </a:pPr>
            <a:r>
              <a:rPr lang="es-ES" dirty="0">
                <a:ea typeface="+mn-lt"/>
                <a:cs typeface="+mn-lt"/>
              </a:rPr>
              <a:t>Obras fotográficas: Se aplica el mismo plazo de la vida del autor más 70 años.</a:t>
            </a:r>
          </a:p>
          <a:p>
            <a:pPr lvl="1">
              <a:buFont typeface="Courier New" panose="020B0604020202020204" pitchFamily="34" charset="0"/>
              <a:buChar char="o"/>
            </a:pPr>
            <a:r>
              <a:rPr lang="es-ES" dirty="0">
                <a:ea typeface="+mn-lt"/>
                <a:cs typeface="+mn-lt"/>
              </a:rPr>
              <a:t>Bases de datos: La protección es de 70 años desde el 1 de enero del año siguiente a su finalización.</a:t>
            </a:r>
          </a:p>
          <a:p>
            <a:r>
              <a:rPr lang="es-ES" dirty="0">
                <a:ea typeface="+mn-lt"/>
                <a:cs typeface="+mn-lt"/>
              </a:rPr>
              <a:t>Internacionalmente: La mayoría de países aplican vida del autor + 50 o 70 años, según el Convenio de Berna y tratados de la OMPI</a:t>
            </a:r>
            <a:endParaRPr lang="es-ES" dirty="0"/>
          </a:p>
        </p:txBody>
      </p:sp>
    </p:spTree>
    <p:extLst>
      <p:ext uri="{BB962C8B-B14F-4D97-AF65-F5344CB8AC3E}">
        <p14:creationId xmlns:p14="http://schemas.microsoft.com/office/powerpoint/2010/main" val="2406594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2A92CA-8933-679E-CDC5-E3ED30E1D1A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BCCF6B-68D9-BD32-34FB-984E1F651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72BCA0A-A36C-94B0-271E-31337241E46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3.1.2. Tipos de licencias: del copyright a las licencias libres.</a:t>
            </a:r>
            <a:endParaRPr lang="es-ES" dirty="0"/>
          </a:p>
        </p:txBody>
      </p:sp>
      <p:sp>
        <p:nvSpPr>
          <p:cNvPr id="10" name="Rectangle 9">
            <a:extLst>
              <a:ext uri="{FF2B5EF4-FFF2-40B4-BE49-F238E27FC236}">
                <a16:creationId xmlns:a16="http://schemas.microsoft.com/office/drawing/2014/main" id="{0034B261-F709-82CE-61F9-F84CEB041D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92597F7-F2C7-B5FC-BCA8-B82F6E31EB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6BB69B7-BAF5-A75A-8C90-1D461BB4862B}"/>
              </a:ext>
            </a:extLst>
          </p:cNvPr>
          <p:cNvSpPr>
            <a:spLocks noGrp="1"/>
          </p:cNvSpPr>
          <p:nvPr>
            <p:ph idx="1"/>
          </p:nvPr>
        </p:nvSpPr>
        <p:spPr>
          <a:xfrm>
            <a:off x="1587710" y="2160016"/>
            <a:ext cx="9486690" cy="3926152"/>
          </a:xfrm>
        </p:spPr>
        <p:txBody>
          <a:bodyPr vert="horz" lIns="91440" tIns="45720" rIns="91440" bIns="45720" rtlCol="0" anchor="t">
            <a:normAutofit fontScale="85000" lnSpcReduction="10000"/>
          </a:bodyPr>
          <a:lstStyle/>
          <a:p>
            <a:r>
              <a:rPr lang="es-ES" dirty="0">
                <a:ea typeface="+mn-lt"/>
                <a:cs typeface="+mn-lt"/>
              </a:rPr>
              <a:t>Las licencias de Creative </a:t>
            </a:r>
            <a:r>
              <a:rPr lang="es-ES" dirty="0" err="1">
                <a:ea typeface="+mn-lt"/>
                <a:cs typeface="+mn-lt"/>
              </a:rPr>
              <a:t>Commons</a:t>
            </a:r>
            <a:r>
              <a:rPr lang="es-ES" dirty="0">
                <a:ea typeface="+mn-lt"/>
                <a:cs typeface="+mn-lt"/>
              </a:rPr>
              <a:t> (CC) son herramientas legales que permiten a los creadores compartir sus obras de manera controlada. Son la alternativa más popular al copyright total, permitiendo un uso flexible sin renunciar por completo a los derechos. Se construyen combinando los siguientes elementos:</a:t>
            </a:r>
            <a:endParaRPr lang="es-ES" dirty="0"/>
          </a:p>
          <a:p>
            <a:pPr lvl="1">
              <a:buFont typeface="Courier New" panose="020B0604020202020204" pitchFamily="34" charset="0"/>
              <a:buChar char="o"/>
            </a:pPr>
            <a:r>
              <a:rPr lang="es-ES" dirty="0">
                <a:ea typeface="+mn-lt"/>
                <a:cs typeface="+mn-lt"/>
              </a:rPr>
              <a:t>Atribución (BY): Requiere que el usuario dé crédito al autor original.</a:t>
            </a:r>
          </a:p>
          <a:p>
            <a:pPr lvl="1">
              <a:buFont typeface="Courier New" panose="020B0604020202020204" pitchFamily="34" charset="0"/>
              <a:buChar char="o"/>
            </a:pPr>
            <a:r>
              <a:rPr lang="es-ES" dirty="0">
                <a:ea typeface="+mn-lt"/>
                <a:cs typeface="+mn-lt"/>
              </a:rPr>
              <a:t>No Comercial (NC): Prohíbe el uso con fines lucrativos.</a:t>
            </a:r>
          </a:p>
          <a:p>
            <a:pPr lvl="1">
              <a:buFont typeface="Courier New" panose="020B0604020202020204" pitchFamily="34" charset="0"/>
              <a:buChar char="o"/>
            </a:pPr>
            <a:r>
              <a:rPr lang="es-ES" dirty="0">
                <a:ea typeface="+mn-lt"/>
                <a:cs typeface="+mn-lt"/>
              </a:rPr>
              <a:t>Sin Derivadas (ND): Prohíbe la modificación de la obra.</a:t>
            </a:r>
          </a:p>
          <a:p>
            <a:pPr lvl="1">
              <a:buFont typeface="Courier New" panose="020B0604020202020204" pitchFamily="34" charset="0"/>
              <a:buChar char="o"/>
            </a:pPr>
            <a:r>
              <a:rPr lang="es-ES" dirty="0">
                <a:ea typeface="+mn-lt"/>
                <a:cs typeface="+mn-lt"/>
              </a:rPr>
              <a:t>Compartir Igual (SA): Requiere que las obras derivadas se distribuyan bajo la misma licencia.</a:t>
            </a:r>
          </a:p>
          <a:p>
            <a:r>
              <a:rPr lang="es-ES" dirty="0">
                <a:ea typeface="+mn-lt"/>
                <a:cs typeface="+mn-lt"/>
              </a:rPr>
              <a:t>Ejemplo: Una imagen con licencia CC BY-NC-SA puede usarse libremente, siempre que se cite al autor, no se use con fines comerciales y las obras derivadas se compartan con la misma licencia.</a:t>
            </a:r>
            <a:endParaRPr lang="es-ES" dirty="0"/>
          </a:p>
        </p:txBody>
      </p:sp>
    </p:spTree>
    <p:extLst>
      <p:ext uri="{BB962C8B-B14F-4D97-AF65-F5344CB8AC3E}">
        <p14:creationId xmlns:p14="http://schemas.microsoft.com/office/powerpoint/2010/main" val="2027159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EB18DD-2CBB-163B-0DC3-6384D020F70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065C18-F4DA-0471-2669-B345E28A22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2E6EB47-6909-EB89-E32F-3762A41B29B7}"/>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3.1.2. Tipos de licencias: del copyright a las licencias libres.</a:t>
            </a:r>
            <a:endParaRPr lang="es-ES" dirty="0"/>
          </a:p>
        </p:txBody>
      </p:sp>
      <p:sp>
        <p:nvSpPr>
          <p:cNvPr id="10" name="Rectangle 9">
            <a:extLst>
              <a:ext uri="{FF2B5EF4-FFF2-40B4-BE49-F238E27FC236}">
                <a16:creationId xmlns:a16="http://schemas.microsoft.com/office/drawing/2014/main" id="{F170234D-E17A-F7E1-BE1D-D7A618D8A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FF43915-636C-70D3-CEC7-4A021CB2A8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183BBF2-47DB-3E21-DA47-7626C0292DB9}"/>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Aunque no son directamente para contenido multimedia, las licencias de software son un buen ejemplo de cómo las licencias libres promueven la colaboración.</a:t>
            </a:r>
          </a:p>
          <a:p>
            <a:pPr lvl="1">
              <a:buFont typeface="Courier New" panose="020B0604020202020204" pitchFamily="34" charset="0"/>
              <a:buChar char="o"/>
            </a:pPr>
            <a:r>
              <a:rPr lang="es-ES" dirty="0">
                <a:ea typeface="+mn-lt"/>
                <a:cs typeface="+mn-lt"/>
              </a:rPr>
              <a:t>Licencias Permisivas (ej. MIT, BSD): Permiten el uso, modificación y distribución del software, incluso en proyectos propietarios, con la única condición de mantener el aviso de copyright.</a:t>
            </a:r>
          </a:p>
          <a:p>
            <a:pPr lvl="1">
              <a:buFont typeface="Courier New" panose="020B0604020202020204" pitchFamily="34" charset="0"/>
              <a:buChar char="o"/>
            </a:pPr>
            <a:r>
              <a:rPr lang="es-ES" dirty="0">
                <a:ea typeface="+mn-lt"/>
                <a:cs typeface="+mn-lt"/>
              </a:rPr>
              <a:t>Licencias Copyleft (ej. GPL): Son más restrictivas. Requieren que cualquier software que use el código con licencia GPL deba ser también de código abierto y distribuido bajo la misma licencia. Esto asegura que el código siga siendo libre.</a:t>
            </a:r>
            <a:endParaRPr lang="es-ES"/>
          </a:p>
        </p:txBody>
      </p:sp>
    </p:spTree>
    <p:extLst>
      <p:ext uri="{BB962C8B-B14F-4D97-AF65-F5344CB8AC3E}">
        <p14:creationId xmlns:p14="http://schemas.microsoft.com/office/powerpoint/2010/main" val="1256590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781242-E478-9C8F-2B10-9725AF98E32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B20C0CF-2BFA-9C36-6F01-5421609F1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4417B9D-6C8E-BC64-4066-DAAF06A459B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3.1.2. Tipos de licencias: del copyright a las licencias libres.</a:t>
            </a:r>
            <a:endParaRPr lang="es-ES" dirty="0"/>
          </a:p>
        </p:txBody>
      </p:sp>
      <p:sp>
        <p:nvSpPr>
          <p:cNvPr id="10" name="Rectangle 9">
            <a:extLst>
              <a:ext uri="{FF2B5EF4-FFF2-40B4-BE49-F238E27FC236}">
                <a16:creationId xmlns:a16="http://schemas.microsoft.com/office/drawing/2014/main" id="{126444C4-45C5-C564-551E-8ED8ADA2C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D54C200-F8CF-BF48-DC55-DC9EE57D4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1361D7D-C539-6388-6EBC-60E4674CBED0}"/>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Ejemplo: Quieres usar un cortometraje de 1950 en tu web educativa.</a:t>
            </a:r>
          </a:p>
          <a:p>
            <a:pPr lvl="1">
              <a:buFont typeface="Courier New" panose="020B0604020202020204" pitchFamily="34" charset="0"/>
              <a:buChar char="o"/>
            </a:pPr>
            <a:r>
              <a:rPr lang="es-ES" dirty="0">
                <a:ea typeface="+mn-lt"/>
                <a:cs typeface="+mn-lt"/>
              </a:rPr>
              <a:t>Verificas que el autor falleció en 1952.</a:t>
            </a:r>
          </a:p>
          <a:p>
            <a:pPr lvl="1">
              <a:buFont typeface="Courier New" panose="020B0604020202020204" pitchFamily="34" charset="0"/>
              <a:buChar char="o"/>
            </a:pPr>
            <a:r>
              <a:rPr lang="es-ES" dirty="0">
                <a:ea typeface="+mn-lt"/>
                <a:cs typeface="+mn-lt"/>
              </a:rPr>
              <a:t>Han pasado más de 70 años → la obra está en dominio público en España.</a:t>
            </a:r>
          </a:p>
          <a:p>
            <a:pPr lvl="1">
              <a:buFont typeface="Courier New" panose="020B0604020202020204" pitchFamily="34" charset="0"/>
              <a:buChar char="o"/>
            </a:pPr>
            <a:r>
              <a:rPr lang="es-ES" dirty="0">
                <a:ea typeface="+mn-lt"/>
                <a:cs typeface="+mn-lt"/>
              </a:rPr>
              <a:t>Puedes usarla libremente, siempre que respetes la autoría original.</a:t>
            </a:r>
            <a:endParaRPr lang="es-ES"/>
          </a:p>
        </p:txBody>
      </p:sp>
    </p:spTree>
    <p:extLst>
      <p:ext uri="{BB962C8B-B14F-4D97-AF65-F5344CB8AC3E}">
        <p14:creationId xmlns:p14="http://schemas.microsoft.com/office/powerpoint/2010/main" val="2509374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4AEFA4-D984-7B06-01DC-AD8381A9636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7C619-E12A-5965-CCAE-87DCB04232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A5BC7A3-8469-490F-9B69-7BED4CE4FAE8}"/>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3.1.3. Licencias Creative </a:t>
            </a:r>
            <a:r>
              <a:rPr lang="es-ES" b="0" dirty="0" err="1">
                <a:ea typeface="+mj-lt"/>
                <a:cs typeface="+mj-lt"/>
              </a:rPr>
              <a:t>Commons</a:t>
            </a:r>
            <a:r>
              <a:rPr lang="es-ES" b="0" dirty="0">
                <a:ea typeface="+mj-lt"/>
                <a:cs typeface="+mj-lt"/>
              </a:rPr>
              <a:t> (CC): usos y significado.</a:t>
            </a:r>
            <a:endParaRPr lang="es-ES" dirty="0"/>
          </a:p>
        </p:txBody>
      </p:sp>
      <p:sp>
        <p:nvSpPr>
          <p:cNvPr id="10" name="Rectangle 9">
            <a:extLst>
              <a:ext uri="{FF2B5EF4-FFF2-40B4-BE49-F238E27FC236}">
                <a16:creationId xmlns:a16="http://schemas.microsoft.com/office/drawing/2014/main" id="{50A08201-93A8-FCF7-AC2C-15E752C15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DD37615-5738-4F4C-8947-9A3EC0C3FD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30258DD-10DC-5073-87F3-DC113E47F0F7}"/>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Las licencias Creative </a:t>
            </a:r>
            <a:r>
              <a:rPr lang="es-ES" dirty="0" err="1">
                <a:ea typeface="+mn-lt"/>
                <a:cs typeface="+mn-lt"/>
              </a:rPr>
              <a:t>Commons</a:t>
            </a:r>
            <a:r>
              <a:rPr lang="es-ES" dirty="0">
                <a:ea typeface="+mn-lt"/>
                <a:cs typeface="+mn-lt"/>
              </a:rPr>
              <a:t> (CC) son un conjunto de licencias públicas que permiten a los autores compartir sus obras con distintos niveles de libertad, manteniendo ciertos derechos. Fueron creadas en 2001 por la organización sin ánimo de lucro Creative </a:t>
            </a:r>
            <a:r>
              <a:rPr lang="es-ES" dirty="0" err="1">
                <a:ea typeface="+mn-lt"/>
                <a:cs typeface="+mn-lt"/>
              </a:rPr>
              <a:t>Commons</a:t>
            </a:r>
            <a:r>
              <a:rPr lang="es-ES" dirty="0">
                <a:ea typeface="+mn-lt"/>
                <a:cs typeface="+mn-lt"/>
              </a:rPr>
              <a:t>, con el objetivo de facilitar el acceso y la reutilización legal de obras creativas.</a:t>
            </a:r>
            <a:endParaRPr lang="es-ES" dirty="0"/>
          </a:p>
          <a:p>
            <a:r>
              <a:rPr lang="es-ES" dirty="0">
                <a:ea typeface="+mn-lt"/>
                <a:cs typeface="+mn-lt"/>
              </a:rPr>
              <a:t>Estas licencias no sustituyen al copyright, sino que lo complementan: el autor sigue siendo el titular de los derechos, pero autoriza ciertos usos sin necesidad de pedir permiso explícito.</a:t>
            </a:r>
          </a:p>
          <a:p>
            <a:r>
              <a:rPr lang="es-ES" dirty="0">
                <a:ea typeface="+mn-lt"/>
                <a:cs typeface="+mn-lt"/>
              </a:rPr>
              <a:t>CC0: renuncia total de derechos. El autor renuncia a todos los derechos patrimoniales y permite el uso libre sin atribución. Es lo más cercano al dominio público.</a:t>
            </a:r>
            <a:endParaRPr lang="es-ES" dirty="0"/>
          </a:p>
        </p:txBody>
      </p:sp>
    </p:spTree>
    <p:extLst>
      <p:ext uri="{BB962C8B-B14F-4D97-AF65-F5344CB8AC3E}">
        <p14:creationId xmlns:p14="http://schemas.microsoft.com/office/powerpoint/2010/main" val="4624284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CC4AC1-730F-5698-9079-F2A3C441CD6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AEE0DA1-C28D-2ABD-053C-7978E2E4A9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6FCF924-920A-C02F-9910-8542F060CC8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3.1.3. Licencias Creative </a:t>
            </a:r>
            <a:r>
              <a:rPr lang="es-ES" b="0" dirty="0" err="1">
                <a:ea typeface="+mj-lt"/>
                <a:cs typeface="+mj-lt"/>
              </a:rPr>
              <a:t>Commons</a:t>
            </a:r>
            <a:r>
              <a:rPr lang="es-ES" b="0" dirty="0">
                <a:ea typeface="+mj-lt"/>
                <a:cs typeface="+mj-lt"/>
              </a:rPr>
              <a:t> (CC): usos y significado.</a:t>
            </a:r>
            <a:endParaRPr lang="es-ES" dirty="0"/>
          </a:p>
        </p:txBody>
      </p:sp>
      <p:sp>
        <p:nvSpPr>
          <p:cNvPr id="10" name="Rectangle 9">
            <a:extLst>
              <a:ext uri="{FF2B5EF4-FFF2-40B4-BE49-F238E27FC236}">
                <a16:creationId xmlns:a16="http://schemas.microsoft.com/office/drawing/2014/main" id="{149C0FA9-2A25-5A1C-8801-7E468F2CDB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C4AE71E-357A-C8CA-49B6-05EAC8CF4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1CC2A53-A7D9-C245-4D90-AB92567AA6F4}"/>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Las licencias se componen de cuatro condiciones básicas, que se combinan para formar seis licencias principales:</a:t>
            </a:r>
          </a:p>
          <a:p>
            <a:r>
              <a:rPr lang="es-ES" dirty="0">
                <a:ea typeface="+mn-lt"/>
                <a:cs typeface="+mn-lt"/>
              </a:rPr>
              <a:t>BY-Atribución: Se debe reconocer al autor original.</a:t>
            </a:r>
            <a:endParaRPr lang="es-ES" dirty="0"/>
          </a:p>
          <a:p>
            <a:r>
              <a:rPr lang="es-ES" dirty="0">
                <a:ea typeface="+mn-lt"/>
                <a:cs typeface="+mn-lt"/>
              </a:rPr>
              <a:t>NC-No Comercial: No se permite uso con fines comerciales.</a:t>
            </a:r>
            <a:endParaRPr lang="es-ES" dirty="0"/>
          </a:p>
          <a:p>
            <a:r>
              <a:rPr lang="es-ES" dirty="0">
                <a:ea typeface="+mn-lt"/>
                <a:cs typeface="+mn-lt"/>
              </a:rPr>
              <a:t>ND-Sin obras derivadas: No se pueden modificar ni adaptar.</a:t>
            </a:r>
          </a:p>
          <a:p>
            <a:r>
              <a:rPr lang="es-ES" dirty="0">
                <a:ea typeface="+mn-lt"/>
                <a:cs typeface="+mn-lt"/>
              </a:rPr>
              <a:t>SA-Compartir igual: Las obras derivadas deben tener la misma licencia.</a:t>
            </a:r>
            <a:endParaRPr lang="es-ES" dirty="0"/>
          </a:p>
          <a:p>
            <a:r>
              <a:rPr lang="es-ES" dirty="0">
                <a:ea typeface="+mn-lt"/>
                <a:cs typeface="+mn-lt"/>
              </a:rPr>
              <a:t>Combinaciones más comunes:</a:t>
            </a:r>
            <a:endParaRPr lang="es-ES" dirty="0"/>
          </a:p>
          <a:p>
            <a:pPr lvl="1">
              <a:buFont typeface="Courier New" panose="020B0604020202020204" pitchFamily="34" charset="0"/>
              <a:buChar char="o"/>
            </a:pPr>
            <a:r>
              <a:rPr lang="es-ES" dirty="0">
                <a:ea typeface="+mn-lt"/>
                <a:cs typeface="+mn-lt"/>
              </a:rPr>
              <a:t>CC BY: Solo requiere atribución. Es la más permisiva.</a:t>
            </a:r>
            <a:endParaRPr lang="es-ES"/>
          </a:p>
          <a:p>
            <a:pPr lvl="1">
              <a:buFont typeface="Courier New" panose="020B0604020202020204" pitchFamily="34" charset="0"/>
              <a:buChar char="o"/>
            </a:pPr>
            <a:r>
              <a:rPr lang="es-ES" dirty="0">
                <a:ea typeface="+mn-lt"/>
                <a:cs typeface="+mn-lt"/>
              </a:rPr>
              <a:t>CC BY-SA: Atribución + compartir igual. Usada por Wikipedia.</a:t>
            </a:r>
          </a:p>
          <a:p>
            <a:pPr lvl="1">
              <a:buFont typeface="Courier New" panose="020B0604020202020204" pitchFamily="34" charset="0"/>
              <a:buChar char="o"/>
            </a:pPr>
            <a:r>
              <a:rPr lang="es-ES" dirty="0">
                <a:ea typeface="+mn-lt"/>
                <a:cs typeface="+mn-lt"/>
              </a:rPr>
              <a:t>CC BY-ND: Atribución, pero no permite modificaciones.</a:t>
            </a:r>
            <a:endParaRPr lang="es-ES"/>
          </a:p>
          <a:p>
            <a:pPr lvl="1">
              <a:buFont typeface="Courier New" panose="020B0604020202020204" pitchFamily="34" charset="0"/>
              <a:buChar char="o"/>
            </a:pPr>
            <a:r>
              <a:rPr lang="es-ES" dirty="0">
                <a:ea typeface="+mn-lt"/>
                <a:cs typeface="+mn-lt"/>
              </a:rPr>
              <a:t>CC BY-NC: Atribución, solo para usos no comerciales.</a:t>
            </a:r>
            <a:endParaRPr lang="es-ES"/>
          </a:p>
          <a:p>
            <a:pPr lvl="1">
              <a:buFont typeface="Courier New" panose="020B0604020202020204" pitchFamily="34" charset="0"/>
              <a:buChar char="o"/>
            </a:pPr>
            <a:r>
              <a:rPr lang="es-ES" dirty="0">
                <a:ea typeface="+mn-lt"/>
                <a:cs typeface="+mn-lt"/>
              </a:rPr>
              <a:t>CC BY-NC-SA: Atribución, no comercial, compartir igual.</a:t>
            </a:r>
          </a:p>
          <a:p>
            <a:pPr lvl="1">
              <a:buFont typeface="Courier New" panose="020B0604020202020204" pitchFamily="34" charset="0"/>
              <a:buChar char="o"/>
            </a:pPr>
            <a:r>
              <a:rPr lang="es-ES" dirty="0">
                <a:ea typeface="+mn-lt"/>
                <a:cs typeface="+mn-lt"/>
              </a:rPr>
              <a:t>CC BY-NC-ND: La más restrictiva. Solo permite compartir sin modificar y sin fines comerciales.</a:t>
            </a:r>
          </a:p>
          <a:p>
            <a:endParaRPr lang="es-ES" dirty="0"/>
          </a:p>
        </p:txBody>
      </p:sp>
    </p:spTree>
    <p:extLst>
      <p:ext uri="{BB962C8B-B14F-4D97-AF65-F5344CB8AC3E}">
        <p14:creationId xmlns:p14="http://schemas.microsoft.com/office/powerpoint/2010/main" val="36570298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5803E9-7F52-8FD3-D5AD-0F3E5690621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44B2197-8DDC-C806-16C2-8491B0D99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A397AFA-4B49-5728-3113-6E7CA06A5847}"/>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3.1.3. Licencias Creative </a:t>
            </a:r>
            <a:r>
              <a:rPr lang="es-ES" b="0" dirty="0" err="1">
                <a:ea typeface="+mj-lt"/>
                <a:cs typeface="+mj-lt"/>
              </a:rPr>
              <a:t>Commons</a:t>
            </a:r>
            <a:r>
              <a:rPr lang="es-ES" b="0" dirty="0">
                <a:ea typeface="+mj-lt"/>
                <a:cs typeface="+mj-lt"/>
              </a:rPr>
              <a:t> (CC): usos y significado.</a:t>
            </a:r>
            <a:endParaRPr lang="es-ES" dirty="0"/>
          </a:p>
        </p:txBody>
      </p:sp>
      <p:sp>
        <p:nvSpPr>
          <p:cNvPr id="10" name="Rectangle 9">
            <a:extLst>
              <a:ext uri="{FF2B5EF4-FFF2-40B4-BE49-F238E27FC236}">
                <a16:creationId xmlns:a16="http://schemas.microsoft.com/office/drawing/2014/main" id="{6DBF6C86-FBDA-C97D-7BA1-7ACB59378F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8FA16C2-8F92-7411-6B16-D51D291964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527163F-19EF-79AB-637B-CFA0D4454BC5}"/>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Ejemplo: Encuentras una canción con licencia CC BY-NC-SA y quieres usarla como fondo en un vídeo educativo que subirás a YouTube. Puedes usarla siempre y cuando:</a:t>
            </a:r>
          </a:p>
          <a:p>
            <a:pPr lvl="1">
              <a:buFont typeface="Courier New" panose="020B0604020202020204" pitchFamily="34" charset="0"/>
              <a:buChar char="o"/>
            </a:pPr>
            <a:r>
              <a:rPr lang="es-ES" dirty="0">
                <a:ea typeface="+mn-lt"/>
                <a:cs typeface="+mn-lt"/>
              </a:rPr>
              <a:t>Atribuyes correctamente al autor.</a:t>
            </a:r>
          </a:p>
          <a:p>
            <a:pPr lvl="1">
              <a:buFont typeface="Courier New" panose="020B0604020202020204" pitchFamily="34" charset="0"/>
              <a:buChar char="o"/>
            </a:pPr>
            <a:r>
              <a:rPr lang="es-ES" dirty="0">
                <a:ea typeface="+mn-lt"/>
                <a:cs typeface="+mn-lt"/>
              </a:rPr>
              <a:t>No monetizas el vídeo (uso no comercial).</a:t>
            </a:r>
            <a:endParaRPr lang="es-ES"/>
          </a:p>
          <a:p>
            <a:pPr lvl="1">
              <a:buFont typeface="Courier New" panose="020B0604020202020204" pitchFamily="34" charset="0"/>
              <a:buChar char="o"/>
            </a:pPr>
            <a:r>
              <a:rPr lang="es-ES" dirty="0">
                <a:ea typeface="+mn-lt"/>
                <a:cs typeface="+mn-lt"/>
              </a:rPr>
              <a:t>No aplicas una licencia más restrictiva al vídeo (debe ser también CC BY-NC-SA o compatible).</a:t>
            </a:r>
            <a:endParaRPr lang="es-ES" dirty="0"/>
          </a:p>
          <a:p>
            <a:endParaRPr lang="es-ES" dirty="0">
              <a:ea typeface="+mn-lt"/>
              <a:cs typeface="+mn-lt"/>
            </a:endParaRPr>
          </a:p>
        </p:txBody>
      </p:sp>
    </p:spTree>
    <p:extLst>
      <p:ext uri="{BB962C8B-B14F-4D97-AF65-F5344CB8AC3E}">
        <p14:creationId xmlns:p14="http://schemas.microsoft.com/office/powerpoint/2010/main" val="931714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C91B96-27AE-7CD3-D6DA-76D276317C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755D1F-E285-1C24-0CD2-75D45B1D8F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BB8E09B-D7B7-E0C3-EA4A-F0441EEFD3F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3.1.4. Búsqueda y uso de contenido multimedia con licencias libres.</a:t>
            </a:r>
            <a:endParaRPr lang="es-ES" dirty="0"/>
          </a:p>
        </p:txBody>
      </p:sp>
      <p:sp>
        <p:nvSpPr>
          <p:cNvPr id="10" name="Rectangle 9">
            <a:extLst>
              <a:ext uri="{FF2B5EF4-FFF2-40B4-BE49-F238E27FC236}">
                <a16:creationId xmlns:a16="http://schemas.microsoft.com/office/drawing/2014/main" id="{BBA9089E-11AF-AED7-4447-94220443D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4D99D7E-AAEE-DC94-6079-6058345A1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851278D-2116-19FC-9C4A-CAAF16F26F51}"/>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El uso de contenido multimedia con licencias libres permite a diseñadores, docentes y desarrolladores web incorporar imágenes, vídeos, sonidos y otros recursos sin infringir derechos de autor. Para ello, es fundamental saber dónde buscar y cómo usar correctamente estos materiales.</a:t>
            </a:r>
            <a:endParaRPr lang="es-ES" dirty="0"/>
          </a:p>
          <a:p>
            <a:pPr lvl="1">
              <a:buFont typeface="Courier New" panose="020B0604020202020204" pitchFamily="34" charset="0"/>
              <a:buChar char="o"/>
            </a:pPr>
            <a:r>
              <a:rPr lang="es-ES" dirty="0">
                <a:ea typeface="+mn-lt"/>
                <a:cs typeface="+mn-lt"/>
              </a:rPr>
              <a:t>Verifica la licencia: cada obra tiene condiciones específicas (atribución, uso comercial, modificación).</a:t>
            </a:r>
            <a:endParaRPr lang="es-ES"/>
          </a:p>
          <a:p>
            <a:pPr lvl="1">
              <a:buFont typeface="Courier New" panose="020B0604020202020204" pitchFamily="34" charset="0"/>
              <a:buChar char="o"/>
            </a:pPr>
            <a:r>
              <a:rPr lang="es-ES" dirty="0">
                <a:ea typeface="+mn-lt"/>
                <a:cs typeface="+mn-lt"/>
              </a:rPr>
              <a:t>Atribuye correctamente: incluye el nombre del autor, título de la obra, tipo de licencia y enlace a la fuente.</a:t>
            </a:r>
            <a:endParaRPr lang="es-ES" dirty="0"/>
          </a:p>
          <a:p>
            <a:pPr lvl="1">
              <a:buFont typeface="Courier New" panose="020B0604020202020204" pitchFamily="34" charset="0"/>
              <a:buChar char="o"/>
            </a:pPr>
            <a:r>
              <a:rPr lang="es-ES" dirty="0">
                <a:ea typeface="+mn-lt"/>
                <a:cs typeface="+mn-lt"/>
              </a:rPr>
              <a:t>Respeta las restricciones: si la licencia prohíbe el uso comercial o la modificación, no lo hagas.</a:t>
            </a:r>
            <a:endParaRPr lang="es-ES" dirty="0"/>
          </a:p>
          <a:p>
            <a:pPr lvl="1">
              <a:buFont typeface="Courier New" panose="020B0604020202020204" pitchFamily="34" charset="0"/>
              <a:buChar char="o"/>
            </a:pPr>
            <a:r>
              <a:rPr lang="es-ES" dirty="0">
                <a:ea typeface="+mn-lt"/>
                <a:cs typeface="+mn-lt"/>
              </a:rPr>
              <a:t>No asumas que “gratis” significa “libre”: muchos recursos gratuitos tienen restricciones de uso.</a:t>
            </a:r>
            <a:endParaRPr lang="es-ES" dirty="0"/>
          </a:p>
          <a:p>
            <a:endParaRPr lang="es-ES" dirty="0"/>
          </a:p>
        </p:txBody>
      </p:sp>
    </p:spTree>
    <p:extLst>
      <p:ext uri="{BB962C8B-B14F-4D97-AF65-F5344CB8AC3E}">
        <p14:creationId xmlns:p14="http://schemas.microsoft.com/office/powerpoint/2010/main" val="1588326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A032EA-1B00-5077-F602-100149E83A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84CAA0C-588E-A92C-4201-EC4E47B427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868D7CC-8F08-A002-0E0F-F52CCA53886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3.1.4. Búsqueda y uso de contenido multimedia con licencias libres.</a:t>
            </a:r>
            <a:endParaRPr lang="es-ES" dirty="0"/>
          </a:p>
        </p:txBody>
      </p:sp>
      <p:sp>
        <p:nvSpPr>
          <p:cNvPr id="10" name="Rectangle 9">
            <a:extLst>
              <a:ext uri="{FF2B5EF4-FFF2-40B4-BE49-F238E27FC236}">
                <a16:creationId xmlns:a16="http://schemas.microsoft.com/office/drawing/2014/main" id="{738C1914-8B97-0678-9A23-D309DB8A6F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D0598D3-E586-719A-8554-16B1CA8CB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BCCBCEB-9052-78F1-0C83-611A7D5200FD}"/>
              </a:ext>
            </a:extLst>
          </p:cNvPr>
          <p:cNvSpPr>
            <a:spLocks noGrp="1"/>
          </p:cNvSpPr>
          <p:nvPr>
            <p:ph idx="1"/>
          </p:nvPr>
        </p:nvSpPr>
        <p:spPr>
          <a:xfrm>
            <a:off x="1587710" y="2160016"/>
            <a:ext cx="9486690" cy="3926152"/>
          </a:xfrm>
        </p:spPr>
        <p:txBody>
          <a:bodyPr vert="horz" lIns="91440" tIns="45720" rIns="91440" bIns="45720" rtlCol="0" anchor="t">
            <a:normAutofit fontScale="55000" lnSpcReduction="20000"/>
          </a:bodyPr>
          <a:lstStyle/>
          <a:p>
            <a:r>
              <a:rPr lang="es-ES" dirty="0">
                <a:ea typeface="+mn-lt"/>
                <a:cs typeface="+mn-lt"/>
              </a:rPr>
              <a:t>Existen múltiples plataformas que ofrecen recursos multimedia bajo licencias Creative </a:t>
            </a:r>
            <a:r>
              <a:rPr lang="es-ES" dirty="0" err="1">
                <a:ea typeface="+mn-lt"/>
                <a:cs typeface="+mn-lt"/>
              </a:rPr>
              <a:t>Commons</a:t>
            </a:r>
            <a:r>
              <a:rPr lang="es-ES" dirty="0">
                <a:ea typeface="+mn-lt"/>
                <a:cs typeface="+mn-lt"/>
              </a:rPr>
              <a:t> (CC) o en dominio público (CC0). Algunas de las más destacadas son:</a:t>
            </a:r>
          </a:p>
          <a:p>
            <a:r>
              <a:rPr lang="es-ES" dirty="0">
                <a:ea typeface="+mn-lt"/>
                <a:cs typeface="+mn-lt"/>
              </a:rPr>
              <a:t>Imágenes</a:t>
            </a:r>
          </a:p>
          <a:p>
            <a:pPr lvl="1">
              <a:buFont typeface="Courier New" panose="020B0604020202020204" pitchFamily="34" charset="0"/>
              <a:buChar char="o"/>
            </a:pPr>
            <a:r>
              <a:rPr lang="es-ES" dirty="0" err="1">
                <a:ea typeface="+mn-lt"/>
                <a:cs typeface="+mn-lt"/>
              </a:rPr>
              <a:t>Openverse</a:t>
            </a:r>
            <a:r>
              <a:rPr lang="es-ES" dirty="0">
                <a:ea typeface="+mn-lt"/>
                <a:cs typeface="+mn-lt"/>
              </a:rPr>
              <a:t>: buscador de contenido CC integrado en WordPress</a:t>
            </a:r>
            <a:endParaRPr lang="es-ES"/>
          </a:p>
          <a:p>
            <a:pPr lvl="1">
              <a:buFont typeface="Courier New" panose="020B0604020202020204" pitchFamily="34" charset="0"/>
              <a:buChar char="o"/>
            </a:pPr>
            <a:r>
              <a:rPr lang="es-ES" dirty="0" err="1">
                <a:ea typeface="+mn-lt"/>
                <a:cs typeface="+mn-lt"/>
              </a:rPr>
              <a:t>Pixabay</a:t>
            </a:r>
            <a:r>
              <a:rPr lang="es-ES" dirty="0">
                <a:ea typeface="+mn-lt"/>
                <a:cs typeface="+mn-lt"/>
              </a:rPr>
              <a:t>: imágenes, vídeos y música con licencia propia similar a CC0</a:t>
            </a:r>
            <a:endParaRPr lang="es-ES"/>
          </a:p>
          <a:p>
            <a:pPr lvl="1">
              <a:buFont typeface="Courier New" panose="020B0604020202020204" pitchFamily="34" charset="0"/>
              <a:buChar char="o"/>
            </a:pPr>
            <a:r>
              <a:rPr lang="es-ES" dirty="0" err="1">
                <a:ea typeface="+mn-lt"/>
                <a:cs typeface="+mn-lt"/>
              </a:rPr>
              <a:t>Pexels</a:t>
            </a:r>
            <a:r>
              <a:rPr lang="es-ES" dirty="0">
                <a:ea typeface="+mn-lt"/>
                <a:cs typeface="+mn-lt"/>
              </a:rPr>
              <a:t>: fotos y vídeos de alta calidad, libres para uso comercial.</a:t>
            </a:r>
            <a:endParaRPr lang="es-ES"/>
          </a:p>
          <a:p>
            <a:pPr lvl="1">
              <a:buFont typeface="Courier New" panose="020B0604020202020204" pitchFamily="34" charset="0"/>
              <a:buChar char="o"/>
            </a:pPr>
            <a:r>
              <a:rPr lang="es-ES" dirty="0">
                <a:ea typeface="+mn-lt"/>
                <a:cs typeface="+mn-lt"/>
              </a:rPr>
              <a:t>Wikimedia </a:t>
            </a:r>
            <a:r>
              <a:rPr lang="es-ES" dirty="0" err="1">
                <a:ea typeface="+mn-lt"/>
                <a:cs typeface="+mn-lt"/>
              </a:rPr>
              <a:t>Commons</a:t>
            </a:r>
            <a:r>
              <a:rPr lang="es-ES" dirty="0">
                <a:ea typeface="+mn-lt"/>
                <a:cs typeface="+mn-lt"/>
              </a:rPr>
              <a:t>: gran repositorio con licencias CC variadas.</a:t>
            </a:r>
            <a:endParaRPr lang="es-ES"/>
          </a:p>
          <a:p>
            <a:pPr lvl="1">
              <a:buFont typeface="Courier New" panose="020B0604020202020204" pitchFamily="34" charset="0"/>
              <a:buChar char="o"/>
            </a:pPr>
            <a:r>
              <a:rPr lang="es-ES" dirty="0" err="1">
                <a:ea typeface="+mn-lt"/>
                <a:cs typeface="+mn-lt"/>
              </a:rPr>
              <a:t>FlickrCC</a:t>
            </a:r>
            <a:r>
              <a:rPr lang="es-ES" dirty="0">
                <a:ea typeface="+mn-lt"/>
                <a:cs typeface="+mn-lt"/>
              </a:rPr>
              <a:t>: permite filtrar por tipo de licencia CC.</a:t>
            </a:r>
            <a:endParaRPr lang="es-ES">
              <a:ea typeface="+mn-lt"/>
              <a:cs typeface="+mn-lt"/>
            </a:endParaRPr>
          </a:p>
          <a:p>
            <a:r>
              <a:rPr lang="es-ES" dirty="0">
                <a:ea typeface="+mn-lt"/>
                <a:cs typeface="+mn-lt"/>
              </a:rPr>
              <a:t>Audio y música</a:t>
            </a:r>
          </a:p>
          <a:p>
            <a:pPr lvl="1">
              <a:buFont typeface="Courier New" panose="020B0604020202020204" pitchFamily="34" charset="0"/>
              <a:buChar char="o"/>
            </a:pPr>
            <a:r>
              <a:rPr lang="es-ES" dirty="0">
                <a:ea typeface="+mn-lt"/>
                <a:cs typeface="+mn-lt"/>
              </a:rPr>
              <a:t>Free Music Archive: música con distintas licencias CC.</a:t>
            </a:r>
            <a:endParaRPr lang="es-ES"/>
          </a:p>
          <a:p>
            <a:pPr lvl="1">
              <a:buFont typeface="Courier New" panose="020B0604020202020204" pitchFamily="34" charset="0"/>
              <a:buChar char="o"/>
            </a:pPr>
            <a:r>
              <a:rPr lang="es-ES" dirty="0" err="1">
                <a:ea typeface="+mn-lt"/>
                <a:cs typeface="+mn-lt"/>
              </a:rPr>
              <a:t>Jamendo</a:t>
            </a:r>
            <a:r>
              <a:rPr lang="es-ES" dirty="0">
                <a:ea typeface="+mn-lt"/>
                <a:cs typeface="+mn-lt"/>
              </a:rPr>
              <a:t>: música libre para proyectos personales y comerciales.</a:t>
            </a:r>
            <a:endParaRPr lang="es-ES"/>
          </a:p>
          <a:p>
            <a:pPr lvl="1">
              <a:buFont typeface="Courier New" panose="020B0604020202020204" pitchFamily="34" charset="0"/>
              <a:buChar char="o"/>
            </a:pPr>
            <a:r>
              <a:rPr lang="es-ES" dirty="0" err="1">
                <a:ea typeface="+mn-lt"/>
                <a:cs typeface="+mn-lt"/>
              </a:rPr>
              <a:t>Freesound</a:t>
            </a:r>
            <a:r>
              <a:rPr lang="es-ES" dirty="0">
                <a:ea typeface="+mn-lt"/>
                <a:cs typeface="+mn-lt"/>
              </a:rPr>
              <a:t>: efectos de sonido con licencias CC.</a:t>
            </a:r>
          </a:p>
          <a:p>
            <a:r>
              <a:rPr lang="es-ES" dirty="0">
                <a:ea typeface="+mn-lt"/>
                <a:cs typeface="+mn-lt"/>
              </a:rPr>
              <a:t>Vídeo</a:t>
            </a:r>
          </a:p>
          <a:p>
            <a:pPr lvl="1">
              <a:buFont typeface="Courier New" panose="020B0604020202020204" pitchFamily="34" charset="0"/>
              <a:buChar char="o"/>
            </a:pPr>
            <a:r>
              <a:rPr lang="es-ES" dirty="0" err="1">
                <a:ea typeface="+mn-lt"/>
                <a:cs typeface="+mn-lt"/>
              </a:rPr>
              <a:t>Videezy</a:t>
            </a:r>
            <a:r>
              <a:rPr lang="es-ES" dirty="0">
                <a:ea typeface="+mn-lt"/>
                <a:cs typeface="+mn-lt"/>
              </a:rPr>
              <a:t>: vídeos gratuitos con opción de filtrar por licencia.</a:t>
            </a:r>
            <a:endParaRPr lang="es-ES"/>
          </a:p>
          <a:p>
            <a:pPr lvl="1">
              <a:buFont typeface="Courier New" panose="020B0604020202020204" pitchFamily="34" charset="0"/>
              <a:buChar char="o"/>
            </a:pPr>
            <a:r>
              <a:rPr lang="es-ES" dirty="0" err="1">
                <a:ea typeface="+mn-lt"/>
                <a:cs typeface="+mn-lt"/>
              </a:rPr>
              <a:t>Coverr</a:t>
            </a:r>
            <a:r>
              <a:rPr lang="es-ES" dirty="0">
                <a:ea typeface="+mn-lt"/>
                <a:cs typeface="+mn-lt"/>
              </a:rPr>
              <a:t>: vídeos para uso comercial sin atribución obligatoria.</a:t>
            </a:r>
          </a:p>
          <a:p>
            <a:pPr lvl="1">
              <a:buFont typeface="Courier New" panose="020B0604020202020204" pitchFamily="34" charset="0"/>
              <a:buChar char="o"/>
            </a:pPr>
            <a:r>
              <a:rPr lang="es-ES" err="1">
                <a:ea typeface="+mn-lt"/>
                <a:cs typeface="+mn-lt"/>
              </a:rPr>
              <a:t>Pexels</a:t>
            </a:r>
            <a:r>
              <a:rPr lang="es-ES" dirty="0">
                <a:ea typeface="+mn-lt"/>
                <a:cs typeface="+mn-lt"/>
              </a:rPr>
              <a:t> Video: clips de vídeo libres.</a:t>
            </a:r>
          </a:p>
          <a:p>
            <a:endParaRPr lang="es-ES" dirty="0"/>
          </a:p>
          <a:p>
            <a:endParaRPr lang="es-ES" dirty="0"/>
          </a:p>
        </p:txBody>
      </p:sp>
    </p:spTree>
    <p:extLst>
      <p:ext uri="{BB962C8B-B14F-4D97-AF65-F5344CB8AC3E}">
        <p14:creationId xmlns:p14="http://schemas.microsoft.com/office/powerpoint/2010/main" val="3584045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2D6BA7-5CEB-4698-8455-4699C1F76F1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3FD5CF-AEFB-81D4-EF13-B8EEB0393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21E393A-C1E5-4C29-576E-B594C4E81C6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3.1.4. Búsqueda y uso de contenido multimedia con licencias libres.</a:t>
            </a:r>
            <a:endParaRPr lang="es-ES" dirty="0"/>
          </a:p>
        </p:txBody>
      </p:sp>
      <p:sp>
        <p:nvSpPr>
          <p:cNvPr id="10" name="Rectangle 9">
            <a:extLst>
              <a:ext uri="{FF2B5EF4-FFF2-40B4-BE49-F238E27FC236}">
                <a16:creationId xmlns:a16="http://schemas.microsoft.com/office/drawing/2014/main" id="{06099D74-C78D-38E1-B452-2EB38BD9C6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636B5D4-1442-61B8-FB5A-A5CD34D14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3E1E82B-130B-E64F-9B0A-82E31201A972}"/>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Ejemplo: Quieres usar una imagen en una web educativa.</a:t>
            </a:r>
          </a:p>
          <a:p>
            <a:pPr lvl="1">
              <a:buFont typeface="Courier New" panose="020B0604020202020204" pitchFamily="34" charset="0"/>
              <a:buChar char="o"/>
            </a:pPr>
            <a:r>
              <a:rPr lang="es-ES" dirty="0">
                <a:ea typeface="+mn-lt"/>
                <a:cs typeface="+mn-lt"/>
              </a:rPr>
              <a:t>Buscas en </a:t>
            </a:r>
            <a:r>
              <a:rPr lang="es-ES" dirty="0" err="1">
                <a:ea typeface="+mn-lt"/>
                <a:cs typeface="+mn-lt"/>
              </a:rPr>
              <a:t>Pixabay</a:t>
            </a:r>
            <a:r>
              <a:rPr lang="es-ES" dirty="0">
                <a:ea typeface="+mn-lt"/>
                <a:cs typeface="+mn-lt"/>
              </a:rPr>
              <a:t> una imagen de un aula.</a:t>
            </a:r>
            <a:endParaRPr lang="es-ES"/>
          </a:p>
          <a:p>
            <a:pPr lvl="1">
              <a:buFont typeface="Courier New" panose="020B0604020202020204" pitchFamily="34" charset="0"/>
              <a:buChar char="o"/>
            </a:pPr>
            <a:r>
              <a:rPr lang="es-ES" dirty="0">
                <a:ea typeface="+mn-lt"/>
                <a:cs typeface="+mn-lt"/>
              </a:rPr>
              <a:t>Verificas que tiene licencia </a:t>
            </a:r>
            <a:r>
              <a:rPr lang="es-ES" dirty="0" err="1">
                <a:ea typeface="+mn-lt"/>
                <a:cs typeface="+mn-lt"/>
              </a:rPr>
              <a:t>Pixabay</a:t>
            </a:r>
            <a:r>
              <a:rPr lang="es-ES" dirty="0">
                <a:ea typeface="+mn-lt"/>
                <a:cs typeface="+mn-lt"/>
              </a:rPr>
              <a:t> </a:t>
            </a:r>
            <a:r>
              <a:rPr lang="es-ES" dirty="0" err="1">
                <a:ea typeface="+mn-lt"/>
                <a:cs typeface="+mn-lt"/>
              </a:rPr>
              <a:t>License</a:t>
            </a:r>
            <a:r>
              <a:rPr lang="es-ES" dirty="0">
                <a:ea typeface="+mn-lt"/>
                <a:cs typeface="+mn-lt"/>
              </a:rPr>
              <a:t> (similar a CC0).</a:t>
            </a:r>
            <a:endParaRPr lang="es-ES"/>
          </a:p>
          <a:p>
            <a:pPr lvl="1">
              <a:buFont typeface="Courier New" panose="020B0604020202020204" pitchFamily="34" charset="0"/>
              <a:buChar char="o"/>
            </a:pPr>
            <a:r>
              <a:rPr lang="es-ES" dirty="0">
                <a:ea typeface="+mn-lt"/>
                <a:cs typeface="+mn-lt"/>
              </a:rPr>
              <a:t>La descargas, la adaptas y la usas sin necesidad de atribución (aunque es recomendable hacerlo).</a:t>
            </a:r>
            <a:endParaRPr lang="es-ES"/>
          </a:p>
          <a:p>
            <a:pPr lvl="1">
              <a:buFont typeface="Courier New" panose="020B0604020202020204" pitchFamily="34" charset="0"/>
              <a:buChar char="o"/>
            </a:pPr>
            <a:r>
              <a:rPr lang="es-ES" dirty="0">
                <a:ea typeface="+mn-lt"/>
                <a:cs typeface="+mn-lt"/>
              </a:rPr>
              <a:t>Si usas una imagen de Wikimedia </a:t>
            </a:r>
            <a:r>
              <a:rPr lang="es-ES" dirty="0" err="1">
                <a:ea typeface="+mn-lt"/>
                <a:cs typeface="+mn-lt"/>
              </a:rPr>
              <a:t>Commons</a:t>
            </a:r>
            <a:r>
              <a:rPr lang="es-ES" dirty="0">
                <a:ea typeface="+mn-lt"/>
                <a:cs typeface="+mn-lt"/>
              </a:rPr>
              <a:t>, debes incluir algo como:</a:t>
            </a:r>
          </a:p>
          <a:p>
            <a:pPr lvl="1">
              <a:buFont typeface="Courier New" panose="020B0604020202020204" pitchFamily="34" charset="0"/>
              <a:buChar char="o"/>
            </a:pPr>
            <a:r>
              <a:rPr lang="es-ES" dirty="0">
                <a:ea typeface="+mn-lt"/>
                <a:cs typeface="+mn-lt"/>
              </a:rPr>
              <a:t>“Imagen de John Smith, bajo licencia CC BY-SA 4.0, disponible en Wikimedia </a:t>
            </a:r>
            <a:r>
              <a:rPr lang="es-ES" dirty="0" err="1">
                <a:ea typeface="+mn-lt"/>
                <a:cs typeface="+mn-lt"/>
              </a:rPr>
              <a:t>Commons</a:t>
            </a:r>
            <a:r>
              <a:rPr lang="es-ES" dirty="0">
                <a:ea typeface="+mn-lt"/>
                <a:cs typeface="+mn-lt"/>
              </a:rPr>
              <a:t>”.</a:t>
            </a:r>
            <a:endParaRPr lang="es-ES" dirty="0"/>
          </a:p>
          <a:p>
            <a:endParaRPr lang="es-ES" dirty="0"/>
          </a:p>
        </p:txBody>
      </p:sp>
    </p:spTree>
    <p:extLst>
      <p:ext uri="{BB962C8B-B14F-4D97-AF65-F5344CB8AC3E}">
        <p14:creationId xmlns:p14="http://schemas.microsoft.com/office/powerpoint/2010/main" val="3105951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E169D3-CEED-4CCA-BD76-83D4F6BBF34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6772EE-753A-6863-A18F-6CB17278F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470332E-DA65-2D84-0A70-C0AA6FB8784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3.1.5. Aplicación de la guía de estilo en el uso de contenido multimedia</a:t>
            </a:r>
            <a:endParaRPr lang="es-ES" dirty="0">
              <a:ea typeface="+mj-lt"/>
              <a:cs typeface="+mj-lt"/>
            </a:endParaRPr>
          </a:p>
        </p:txBody>
      </p:sp>
      <p:sp>
        <p:nvSpPr>
          <p:cNvPr id="10" name="Rectangle 9">
            <a:extLst>
              <a:ext uri="{FF2B5EF4-FFF2-40B4-BE49-F238E27FC236}">
                <a16:creationId xmlns:a16="http://schemas.microsoft.com/office/drawing/2014/main" id="{8BBFFE3E-B15A-375D-EFC1-FCFCA2158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BD99C65-B76D-97D7-54A5-91414FFCF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FC171F7-63B2-1FDB-A2C3-E215A4A8D383}"/>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Una guía de estilo es un documento que define criterios visuales, técnicos y comunicativos para mantener la coherencia en el diseño de una aplicación web. Cuando se trabaja con contenido multimedia (imágenes, vídeos, audio, animaciones), aplicar la guía de estilo garantiza que estos elementos:</a:t>
            </a:r>
          </a:p>
          <a:p>
            <a:pPr lvl="1">
              <a:buFont typeface="Courier New" panose="020B0604020202020204" pitchFamily="34" charset="0"/>
              <a:buChar char="o"/>
            </a:pPr>
            <a:r>
              <a:rPr lang="es-ES" dirty="0">
                <a:ea typeface="+mn-lt"/>
                <a:cs typeface="+mn-lt"/>
              </a:rPr>
              <a:t>Refuercen la identidad visual del sitio.</a:t>
            </a:r>
          </a:p>
          <a:p>
            <a:pPr lvl="1">
              <a:buFont typeface="Courier New" panose="020B0604020202020204" pitchFamily="34" charset="0"/>
              <a:buChar char="o"/>
            </a:pPr>
            <a:r>
              <a:rPr lang="es-ES" dirty="0">
                <a:ea typeface="+mn-lt"/>
                <a:cs typeface="+mn-lt"/>
              </a:rPr>
              <a:t>Mantengan la coherencia en colores, tipografías, tamaños y formatos.</a:t>
            </a:r>
          </a:p>
          <a:p>
            <a:pPr lvl="1">
              <a:buFont typeface="Courier New" panose="020B0604020202020204" pitchFamily="34" charset="0"/>
              <a:buChar char="o"/>
            </a:pPr>
            <a:r>
              <a:rPr lang="es-ES" dirty="0">
                <a:ea typeface="+mn-lt"/>
                <a:cs typeface="+mn-lt"/>
              </a:rPr>
              <a:t>Respeten criterios de accesibilidad y usabilidad.</a:t>
            </a:r>
          </a:p>
          <a:p>
            <a:pPr lvl="1">
              <a:buFont typeface="Courier New" panose="020B0604020202020204" pitchFamily="34" charset="0"/>
              <a:buChar char="o"/>
            </a:pPr>
            <a:r>
              <a:rPr lang="es-ES" dirty="0">
                <a:ea typeface="+mn-lt"/>
                <a:cs typeface="+mn-lt"/>
              </a:rPr>
              <a:t>Cumplan con los requisitos legales (atribución, licencias, etc.).</a:t>
            </a:r>
            <a:endParaRPr lang="es-ES"/>
          </a:p>
          <a:p>
            <a:r>
              <a:rPr lang="es-ES" dirty="0">
                <a:ea typeface="+mn-lt"/>
                <a:cs typeface="+mn-lt"/>
              </a:rPr>
              <a:t>Imágenes</a:t>
            </a:r>
            <a:endParaRPr lang="es-ES" dirty="0"/>
          </a:p>
          <a:p>
            <a:pPr lvl="1">
              <a:buFont typeface="Courier New" panose="020B0604020202020204" pitchFamily="34" charset="0"/>
              <a:buChar char="o"/>
            </a:pPr>
            <a:r>
              <a:rPr lang="es-ES" dirty="0">
                <a:ea typeface="+mn-lt"/>
                <a:cs typeface="+mn-lt"/>
              </a:rPr>
              <a:t>Usar formatos coherentes (por ejemplo, SVG para iconos, </a:t>
            </a:r>
            <a:r>
              <a:rPr lang="es-ES" dirty="0" err="1">
                <a:ea typeface="+mn-lt"/>
                <a:cs typeface="+mn-lt"/>
              </a:rPr>
              <a:t>WebP</a:t>
            </a:r>
            <a:r>
              <a:rPr lang="es-ES" dirty="0">
                <a:ea typeface="+mn-lt"/>
                <a:cs typeface="+mn-lt"/>
              </a:rPr>
              <a:t> para fotos).</a:t>
            </a:r>
            <a:endParaRPr lang="es-ES"/>
          </a:p>
          <a:p>
            <a:pPr lvl="1">
              <a:buFont typeface="Courier New" panose="020B0604020202020204" pitchFamily="34" charset="0"/>
              <a:buChar char="o"/>
            </a:pPr>
            <a:r>
              <a:rPr lang="es-ES" dirty="0">
                <a:ea typeface="+mn-lt"/>
                <a:cs typeface="+mn-lt"/>
              </a:rPr>
              <a:t>Mantener una paleta de colores definida.</a:t>
            </a:r>
          </a:p>
          <a:p>
            <a:pPr lvl="1">
              <a:buFont typeface="Courier New" panose="020B0604020202020204" pitchFamily="34" charset="0"/>
              <a:buChar char="o"/>
            </a:pPr>
            <a:r>
              <a:rPr lang="es-ES" dirty="0">
                <a:ea typeface="+mn-lt"/>
                <a:cs typeface="+mn-lt"/>
              </a:rPr>
              <a:t>Aplicar estilos CSS consistentes (bordes, sombras, filtros).</a:t>
            </a:r>
            <a:endParaRPr lang="es-ES"/>
          </a:p>
          <a:p>
            <a:pPr lvl="1">
              <a:buFont typeface="Courier New" panose="020B0604020202020204" pitchFamily="34" charset="0"/>
              <a:buChar char="o"/>
            </a:pPr>
            <a:r>
              <a:rPr lang="es-ES" dirty="0">
                <a:ea typeface="+mn-lt"/>
                <a:cs typeface="+mn-lt"/>
              </a:rPr>
              <a:t>Asegurar que todas las imágenes tengan texto alternativo (</a:t>
            </a:r>
            <a:r>
              <a:rPr lang="es-ES" dirty="0" err="1">
                <a:ea typeface="+mn-lt"/>
                <a:cs typeface="+mn-lt"/>
              </a:rPr>
              <a:t>alt</a:t>
            </a:r>
            <a:r>
              <a:rPr lang="es-ES" dirty="0">
                <a:ea typeface="+mn-lt"/>
                <a:cs typeface="+mn-lt"/>
              </a:rPr>
              <a:t>) descriptivo.</a:t>
            </a:r>
            <a:endParaRPr lang="es-ES"/>
          </a:p>
          <a:p>
            <a:endParaRPr lang="es-ES" dirty="0"/>
          </a:p>
        </p:txBody>
      </p:sp>
    </p:spTree>
    <p:extLst>
      <p:ext uri="{BB962C8B-B14F-4D97-AF65-F5344CB8AC3E}">
        <p14:creationId xmlns:p14="http://schemas.microsoft.com/office/powerpoint/2010/main" val="2819641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0355CF-9953-61D4-BD1E-D351EC5DE90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AA847BA-C989-D813-7FBC-7D0EC0194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31B3C45-D303-77E7-731D-FBE54770850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3.1.5. Aplicación de la guía de estilo en el uso de contenido multimedia</a:t>
            </a:r>
            <a:endParaRPr lang="es-ES" dirty="0">
              <a:ea typeface="+mj-lt"/>
              <a:cs typeface="+mj-lt"/>
            </a:endParaRPr>
          </a:p>
        </p:txBody>
      </p:sp>
      <p:sp>
        <p:nvSpPr>
          <p:cNvPr id="10" name="Rectangle 9">
            <a:extLst>
              <a:ext uri="{FF2B5EF4-FFF2-40B4-BE49-F238E27FC236}">
                <a16:creationId xmlns:a16="http://schemas.microsoft.com/office/drawing/2014/main" id="{AA9F242B-A44F-B324-CB06-C1BB7BA86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8537F1-F656-F794-8F48-D21310057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0C677A1-2D68-2FC0-6DC4-D27FCB68F665}"/>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Vídeos</a:t>
            </a:r>
            <a:endParaRPr lang="es-ES" dirty="0"/>
          </a:p>
          <a:p>
            <a:pPr lvl="1">
              <a:buFont typeface="Courier New" panose="020B0604020202020204" pitchFamily="34" charset="0"/>
              <a:buChar char="o"/>
            </a:pPr>
            <a:r>
              <a:rPr lang="es-ES" dirty="0">
                <a:ea typeface="+mn-lt"/>
                <a:cs typeface="+mn-lt"/>
              </a:rPr>
              <a:t>Integrar vídeos con estilos coherentes (bordes, controles personalizados).</a:t>
            </a:r>
            <a:endParaRPr lang="es-ES"/>
          </a:p>
          <a:p>
            <a:pPr lvl="1">
              <a:buFont typeface="Courier New" panose="020B0604020202020204" pitchFamily="34" charset="0"/>
              <a:buChar char="o"/>
            </a:pPr>
            <a:r>
              <a:rPr lang="es-ES" dirty="0">
                <a:ea typeface="+mn-lt"/>
                <a:cs typeface="+mn-lt"/>
              </a:rPr>
              <a:t>Usar subtítulos para accesibilidad.</a:t>
            </a:r>
            <a:endParaRPr lang="es-ES"/>
          </a:p>
          <a:p>
            <a:pPr lvl="1">
              <a:buFont typeface="Courier New" panose="020B0604020202020204" pitchFamily="34" charset="0"/>
              <a:buChar char="o"/>
            </a:pPr>
            <a:r>
              <a:rPr lang="es-ES" dirty="0">
                <a:ea typeface="+mn-lt"/>
                <a:cs typeface="+mn-lt"/>
              </a:rPr>
              <a:t>Evitar </a:t>
            </a:r>
            <a:r>
              <a:rPr lang="es-ES" dirty="0" err="1">
                <a:ea typeface="+mn-lt"/>
                <a:cs typeface="+mn-lt"/>
              </a:rPr>
              <a:t>autoplay</a:t>
            </a:r>
            <a:r>
              <a:rPr lang="es-ES" dirty="0">
                <a:ea typeface="+mn-lt"/>
                <a:cs typeface="+mn-lt"/>
              </a:rPr>
              <a:t> si no está justificado.</a:t>
            </a:r>
          </a:p>
          <a:p>
            <a:pPr lvl="1">
              <a:buFont typeface="Courier New" panose="020B0604020202020204" pitchFamily="34" charset="0"/>
              <a:buChar char="o"/>
            </a:pPr>
            <a:r>
              <a:rPr lang="es-ES" dirty="0">
                <a:ea typeface="+mn-lt"/>
                <a:cs typeface="+mn-lt"/>
              </a:rPr>
              <a:t>Asegurar que el contenido respete la licencia y se atribuya correctamente.</a:t>
            </a:r>
          </a:p>
          <a:p>
            <a:r>
              <a:rPr lang="es-ES" dirty="0">
                <a:ea typeface="+mn-lt"/>
                <a:cs typeface="+mn-lt"/>
              </a:rPr>
              <a:t>Audio</a:t>
            </a:r>
            <a:endParaRPr lang="es-ES" dirty="0"/>
          </a:p>
          <a:p>
            <a:pPr lvl="1">
              <a:buFont typeface="Courier New" panose="020B0604020202020204" pitchFamily="34" charset="0"/>
              <a:buChar char="o"/>
            </a:pPr>
            <a:r>
              <a:rPr lang="es-ES" dirty="0">
                <a:ea typeface="+mn-lt"/>
                <a:cs typeface="+mn-lt"/>
              </a:rPr>
              <a:t>Usar controles personalizados si se integran en el diseño.</a:t>
            </a:r>
          </a:p>
          <a:p>
            <a:pPr lvl="1">
              <a:buFont typeface="Courier New" panose="020B0604020202020204" pitchFamily="34" charset="0"/>
              <a:buChar char="o"/>
            </a:pPr>
            <a:r>
              <a:rPr lang="es-ES" dirty="0">
                <a:ea typeface="+mn-lt"/>
                <a:cs typeface="+mn-lt"/>
              </a:rPr>
              <a:t>Evitar reproducción automática.</a:t>
            </a:r>
            <a:endParaRPr lang="es-ES"/>
          </a:p>
          <a:p>
            <a:pPr lvl="1">
              <a:buFont typeface="Courier New" panose="020B0604020202020204" pitchFamily="34" charset="0"/>
              <a:buChar char="o"/>
            </a:pPr>
            <a:r>
              <a:rPr lang="es-ES" dirty="0">
                <a:ea typeface="+mn-lt"/>
                <a:cs typeface="+mn-lt"/>
              </a:rPr>
              <a:t>Incluir transcripciones si es contenido relevante.</a:t>
            </a:r>
            <a:endParaRPr lang="es-ES"/>
          </a:p>
          <a:p>
            <a:r>
              <a:rPr lang="es-ES" dirty="0">
                <a:ea typeface="+mn-lt"/>
                <a:cs typeface="+mn-lt"/>
              </a:rPr>
              <a:t>Animaciones</a:t>
            </a:r>
            <a:endParaRPr lang="es-ES" dirty="0"/>
          </a:p>
          <a:p>
            <a:pPr lvl="1">
              <a:buFont typeface="Courier New" panose="020B0604020202020204" pitchFamily="34" charset="0"/>
              <a:buChar char="o"/>
            </a:pPr>
            <a:r>
              <a:rPr lang="es-ES" dirty="0">
                <a:ea typeface="+mn-lt"/>
                <a:cs typeface="+mn-lt"/>
              </a:rPr>
              <a:t>Mantener una velocidad y estilo coherente con el resto del sitio.</a:t>
            </a:r>
          </a:p>
          <a:p>
            <a:pPr lvl="1">
              <a:buFont typeface="Courier New" panose="020B0604020202020204" pitchFamily="34" charset="0"/>
              <a:buChar char="o"/>
            </a:pPr>
            <a:r>
              <a:rPr lang="es-ES" dirty="0">
                <a:ea typeface="+mn-lt"/>
                <a:cs typeface="+mn-lt"/>
              </a:rPr>
              <a:t>Evitar efectos que distraigan o dificulten la navegación.</a:t>
            </a:r>
            <a:endParaRPr lang="es-ES"/>
          </a:p>
          <a:p>
            <a:pPr lvl="1">
              <a:buFont typeface="Courier New" panose="020B0604020202020204" pitchFamily="34" charset="0"/>
              <a:buChar char="o"/>
            </a:pPr>
            <a:r>
              <a:rPr lang="es-ES" dirty="0">
                <a:ea typeface="+mn-lt"/>
                <a:cs typeface="+mn-lt"/>
              </a:rPr>
              <a:t>Usar animaciones que refuercen la experiencia del usuario (UX).</a:t>
            </a:r>
            <a:endParaRPr lang="es-ES" dirty="0"/>
          </a:p>
          <a:p>
            <a:endParaRPr lang="es-ES" dirty="0"/>
          </a:p>
        </p:txBody>
      </p:sp>
    </p:spTree>
    <p:extLst>
      <p:ext uri="{BB962C8B-B14F-4D97-AF65-F5344CB8AC3E}">
        <p14:creationId xmlns:p14="http://schemas.microsoft.com/office/powerpoint/2010/main" val="987575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79F7FA-A280-DA64-83BF-CED50C4F1A9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330CB20-8B74-2932-B132-5F771F768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49F131D-590E-7D40-48F0-4576235ACF8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3.1.5. Aplicación de la guía de estilo en el uso de contenido multimedia</a:t>
            </a:r>
            <a:endParaRPr lang="es-ES" dirty="0">
              <a:ea typeface="+mj-lt"/>
              <a:cs typeface="+mj-lt"/>
            </a:endParaRPr>
          </a:p>
        </p:txBody>
      </p:sp>
      <p:sp>
        <p:nvSpPr>
          <p:cNvPr id="10" name="Rectangle 9">
            <a:extLst>
              <a:ext uri="{FF2B5EF4-FFF2-40B4-BE49-F238E27FC236}">
                <a16:creationId xmlns:a16="http://schemas.microsoft.com/office/drawing/2014/main" id="{53DCE8EC-DA8A-BFD2-F150-3725368CD6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8532CA-3831-D90C-7AA4-FB1DE997D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4221A4B-563A-9A77-C309-25322FA11D43}"/>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Ejemplo: Estás desarrollando una web para una biblioteca digital. La guía de estilo indica:</a:t>
            </a:r>
            <a:endParaRPr lang="es-ES" dirty="0"/>
          </a:p>
          <a:p>
            <a:pPr lvl="1">
              <a:buFont typeface="Courier New" panose="020B0604020202020204" pitchFamily="34" charset="0"/>
              <a:buChar char="o"/>
            </a:pPr>
            <a:r>
              <a:rPr lang="es-ES" dirty="0">
                <a:ea typeface="+mn-lt"/>
                <a:cs typeface="+mn-lt"/>
              </a:rPr>
              <a:t>Paleta de colores: azul marino, blanco y gris claro.</a:t>
            </a:r>
            <a:endParaRPr lang="es-ES" dirty="0"/>
          </a:p>
          <a:p>
            <a:pPr lvl="1">
              <a:buFont typeface="Courier New" panose="020B0604020202020204" pitchFamily="34" charset="0"/>
              <a:buChar char="o"/>
            </a:pPr>
            <a:r>
              <a:rPr lang="es-ES" dirty="0">
                <a:ea typeface="+mn-lt"/>
                <a:cs typeface="+mn-lt"/>
              </a:rPr>
              <a:t>Tipografía: </a:t>
            </a:r>
            <a:r>
              <a:rPr lang="es-ES" dirty="0" err="1">
                <a:ea typeface="+mn-lt"/>
                <a:cs typeface="+mn-lt"/>
              </a:rPr>
              <a:t>Roboto</a:t>
            </a:r>
            <a:r>
              <a:rPr lang="es-ES" dirty="0">
                <a:ea typeface="+mn-lt"/>
                <a:cs typeface="+mn-lt"/>
              </a:rPr>
              <a:t>.</a:t>
            </a:r>
          </a:p>
          <a:p>
            <a:pPr lvl="1">
              <a:buFont typeface="Courier New" panose="020B0604020202020204" pitchFamily="34" charset="0"/>
              <a:buChar char="o"/>
            </a:pPr>
            <a:r>
              <a:rPr lang="es-ES" dirty="0">
                <a:ea typeface="+mn-lt"/>
                <a:cs typeface="+mn-lt"/>
              </a:rPr>
              <a:t>Iconografía: estilo lineal, monocromático.</a:t>
            </a:r>
          </a:p>
          <a:p>
            <a:pPr lvl="1">
              <a:buFont typeface="Courier New" panose="020B0604020202020204" pitchFamily="34" charset="0"/>
              <a:buChar char="o"/>
            </a:pPr>
            <a:r>
              <a:rPr lang="es-ES" dirty="0">
                <a:ea typeface="+mn-lt"/>
                <a:cs typeface="+mn-lt"/>
              </a:rPr>
              <a:t>Formato de imagen preferido: SVG para iconos, </a:t>
            </a:r>
            <a:r>
              <a:rPr lang="es-ES" dirty="0" err="1">
                <a:ea typeface="+mn-lt"/>
                <a:cs typeface="+mn-lt"/>
              </a:rPr>
              <a:t>WebP</a:t>
            </a:r>
            <a:r>
              <a:rPr lang="es-ES" dirty="0">
                <a:ea typeface="+mn-lt"/>
                <a:cs typeface="+mn-lt"/>
              </a:rPr>
              <a:t> para ilustraciones.</a:t>
            </a:r>
          </a:p>
          <a:p>
            <a:r>
              <a:rPr lang="es-ES" dirty="0">
                <a:ea typeface="+mn-lt"/>
                <a:cs typeface="+mn-lt"/>
              </a:rPr>
              <a:t>Aplicación:</a:t>
            </a:r>
            <a:endParaRPr lang="es-ES" dirty="0"/>
          </a:p>
          <a:p>
            <a:pPr lvl="1">
              <a:buFont typeface="Courier New" panose="020B0604020202020204" pitchFamily="34" charset="0"/>
              <a:buChar char="o"/>
            </a:pPr>
            <a:r>
              <a:rPr lang="es-ES" dirty="0">
                <a:ea typeface="+mn-lt"/>
                <a:cs typeface="+mn-lt"/>
              </a:rPr>
              <a:t>Usas iconos SVG en el menú, todos en azul marino.</a:t>
            </a:r>
          </a:p>
          <a:p>
            <a:pPr lvl="1"/>
            <a:r>
              <a:rPr lang="es-ES" dirty="0">
                <a:ea typeface="+mn-lt"/>
                <a:cs typeface="+mn-lt"/>
              </a:rPr>
              <a:t>Las imágenes de portada de libros están en </a:t>
            </a:r>
            <a:r>
              <a:rPr lang="es-ES" dirty="0" err="1">
                <a:ea typeface="+mn-lt"/>
                <a:cs typeface="+mn-lt"/>
              </a:rPr>
              <a:t>WebP</a:t>
            </a:r>
            <a:r>
              <a:rPr lang="es-ES" dirty="0">
                <a:ea typeface="+mn-lt"/>
                <a:cs typeface="+mn-lt"/>
              </a:rPr>
              <a:t>, con bordes redondeados definidos en la hoja de estilos.</a:t>
            </a:r>
          </a:p>
          <a:p>
            <a:pPr lvl="1"/>
            <a:r>
              <a:rPr lang="es-ES" dirty="0">
                <a:ea typeface="+mn-lt"/>
                <a:cs typeface="+mn-lt"/>
              </a:rPr>
              <a:t>Los vídeos de presentación tienen subtítulos y controles personalizados con los colores de la guía.</a:t>
            </a:r>
          </a:p>
          <a:p>
            <a:pPr lvl="1"/>
            <a:r>
              <a:rPr lang="es-ES" dirty="0">
                <a:ea typeface="+mn-lt"/>
                <a:cs typeface="+mn-lt"/>
              </a:rPr>
              <a:t>Las animaciones de carga usan el mismo estilo lineal que los iconos.</a:t>
            </a:r>
            <a:endParaRPr lang="es-ES" dirty="0"/>
          </a:p>
        </p:txBody>
      </p:sp>
    </p:spTree>
    <p:extLst>
      <p:ext uri="{BB962C8B-B14F-4D97-AF65-F5344CB8AC3E}">
        <p14:creationId xmlns:p14="http://schemas.microsoft.com/office/powerpoint/2010/main" val="4157766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1F3531-F4A2-873E-E467-2EAC709B1E6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E6FFC39-416A-1F87-860C-1813AC2B9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A9A2A0C-7086-6ADA-8500-80D7EF3C7F7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 Imágenes para la Web: Formatos, Edición y Optimización</a:t>
            </a:r>
            <a:endParaRPr lang="es-ES" dirty="0"/>
          </a:p>
        </p:txBody>
      </p:sp>
      <p:sp>
        <p:nvSpPr>
          <p:cNvPr id="10" name="Rectangle 9">
            <a:extLst>
              <a:ext uri="{FF2B5EF4-FFF2-40B4-BE49-F238E27FC236}">
                <a16:creationId xmlns:a16="http://schemas.microsoft.com/office/drawing/2014/main" id="{905FA670-AF76-C01C-B363-043B68B78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FF6794-4D70-0E2B-8DF1-E48800E821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05E6A06-DF44-8873-E6EE-3FDB324F5A16}"/>
              </a:ext>
            </a:extLst>
          </p:cNvPr>
          <p:cNvSpPr>
            <a:spLocks noGrp="1"/>
          </p:cNvSpPr>
          <p:nvPr>
            <p:ph idx="1"/>
          </p:nvPr>
        </p:nvSpPr>
        <p:spPr>
          <a:xfrm>
            <a:off x="1587710" y="2160016"/>
            <a:ext cx="9486690" cy="3926152"/>
          </a:xfrm>
        </p:spPr>
        <p:txBody>
          <a:bodyPr vert="horz" lIns="91440" tIns="45720" rIns="91440" bIns="45720" rtlCol="0" anchor="t">
            <a:normAutofit fontScale="85000" lnSpcReduction="10000"/>
          </a:bodyPr>
          <a:lstStyle/>
          <a:p>
            <a:r>
              <a:rPr lang="es-ES" dirty="0">
                <a:ea typeface="+mn-lt"/>
                <a:cs typeface="+mn-lt"/>
              </a:rPr>
              <a:t>Las imágenes son un componente esencial en el diseño de interfaces web. Su correcta elección, edición y optimización influye directamente en la estética, la accesibilidad, el rendimiento y la experiencia del usuario.</a:t>
            </a:r>
            <a:endParaRPr lang="es-ES" dirty="0"/>
          </a:p>
          <a:p>
            <a:pPr lvl="1">
              <a:buFont typeface="Courier New" panose="020B0604020202020204" pitchFamily="34" charset="0"/>
              <a:buChar char="o"/>
            </a:pPr>
            <a:r>
              <a:rPr lang="es-ES" dirty="0">
                <a:ea typeface="+mn-lt"/>
                <a:cs typeface="+mn-lt"/>
              </a:rPr>
              <a:t>Formatos de imagen: elegir el tipo adecuado según el uso.</a:t>
            </a:r>
            <a:endParaRPr lang="es-ES" dirty="0"/>
          </a:p>
          <a:p>
            <a:pPr lvl="1">
              <a:buFont typeface="Courier New" panose="020B0604020202020204" pitchFamily="34" charset="0"/>
              <a:buChar char="o"/>
            </a:pPr>
            <a:r>
              <a:rPr lang="es-ES" dirty="0">
                <a:ea typeface="+mn-lt"/>
                <a:cs typeface="+mn-lt"/>
              </a:rPr>
              <a:t>Edición: adaptar las imágenes a las necesidades del diseño.</a:t>
            </a:r>
            <a:endParaRPr lang="es-ES" dirty="0"/>
          </a:p>
          <a:p>
            <a:pPr lvl="1">
              <a:buFont typeface="Courier New" panose="020B0604020202020204" pitchFamily="34" charset="0"/>
              <a:buChar char="o"/>
            </a:pPr>
            <a:r>
              <a:rPr lang="es-ES" dirty="0">
                <a:ea typeface="+mn-lt"/>
                <a:cs typeface="+mn-lt"/>
              </a:rPr>
              <a:t>Optimización: reducir el peso sin perder calidad para mejorar la velocidad de carga.</a:t>
            </a:r>
            <a:endParaRPr lang="es-ES" dirty="0"/>
          </a:p>
          <a:p>
            <a:r>
              <a:rPr lang="es-ES" dirty="0">
                <a:ea typeface="+mn-lt"/>
                <a:cs typeface="+mn-lt"/>
              </a:rPr>
              <a:t>Conocer los formatos de imagen más utilizados en la web y sus características.</a:t>
            </a:r>
            <a:endParaRPr lang="es-ES" dirty="0"/>
          </a:p>
          <a:p>
            <a:r>
              <a:rPr lang="es-ES" dirty="0">
                <a:ea typeface="+mn-lt"/>
                <a:cs typeface="+mn-lt"/>
              </a:rPr>
              <a:t>Aprender a editar imágenes con herramientas profesionales y libres.</a:t>
            </a:r>
            <a:endParaRPr lang="es-ES" dirty="0"/>
          </a:p>
          <a:p>
            <a:r>
              <a:rPr lang="es-ES" dirty="0">
                <a:ea typeface="+mn-lt"/>
                <a:cs typeface="+mn-lt"/>
              </a:rPr>
              <a:t>Aplicar técnicas de optimización para mejorar el rendimiento de los sitios web.</a:t>
            </a:r>
            <a:endParaRPr lang="es-ES" dirty="0"/>
          </a:p>
          <a:p>
            <a:r>
              <a:rPr lang="es-ES" dirty="0">
                <a:ea typeface="+mn-lt"/>
                <a:cs typeface="+mn-lt"/>
              </a:rPr>
              <a:t>Integrar imágenes adaptables y accesibles en interfaces web.</a:t>
            </a:r>
            <a:endParaRPr lang="es-ES" dirty="0"/>
          </a:p>
        </p:txBody>
      </p:sp>
    </p:spTree>
    <p:extLst>
      <p:ext uri="{BB962C8B-B14F-4D97-AF65-F5344CB8AC3E}">
        <p14:creationId xmlns:p14="http://schemas.microsoft.com/office/powerpoint/2010/main" val="499930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B40E54-C76F-7D21-29B2-F9A91550FE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0224D3-DBC3-B7F5-1233-33FB8023A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244806D-2F1D-E87A-051F-9EA4FF339DF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 Imágenes para la Web: Formatos, Edición y Optimización</a:t>
            </a:r>
            <a:endParaRPr lang="es-ES" dirty="0"/>
          </a:p>
        </p:txBody>
      </p:sp>
      <p:sp>
        <p:nvSpPr>
          <p:cNvPr id="10" name="Rectangle 9">
            <a:extLst>
              <a:ext uri="{FF2B5EF4-FFF2-40B4-BE49-F238E27FC236}">
                <a16:creationId xmlns:a16="http://schemas.microsoft.com/office/drawing/2014/main" id="{E87D7560-7CBB-C908-6FD5-A20018E62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F5A2B6A-2DBA-9562-6FBD-6AF2A9773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6EED1C0-31E2-40DD-1FE9-EEC8AECEB0AB}"/>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Ejemplo: Estás diseñando una página de inicio para una tienda online de camisetas. Aplicación:</a:t>
            </a:r>
            <a:endParaRPr lang="es-ES" dirty="0"/>
          </a:p>
          <a:p>
            <a:pPr lvl="1">
              <a:buFont typeface="Courier New" panose="020B0604020202020204" pitchFamily="34" charset="0"/>
              <a:buChar char="o"/>
            </a:pPr>
            <a:r>
              <a:rPr lang="es-ES" dirty="0">
                <a:ea typeface="+mn-lt"/>
                <a:cs typeface="+mn-lt"/>
              </a:rPr>
              <a:t>Usas imágenes de productos en formato </a:t>
            </a:r>
            <a:r>
              <a:rPr lang="es-ES" err="1">
                <a:ea typeface="+mn-lt"/>
                <a:cs typeface="+mn-lt"/>
              </a:rPr>
              <a:t>WebP</a:t>
            </a:r>
            <a:r>
              <a:rPr lang="es-ES" dirty="0">
                <a:ea typeface="+mn-lt"/>
                <a:cs typeface="+mn-lt"/>
              </a:rPr>
              <a:t> para reducir el peso sin perder calidad.</a:t>
            </a:r>
          </a:p>
          <a:p>
            <a:pPr lvl="1">
              <a:buFont typeface="Courier New" panose="020B0604020202020204" pitchFamily="34" charset="0"/>
              <a:buChar char="o"/>
            </a:pPr>
            <a:r>
              <a:rPr lang="es-ES" dirty="0">
                <a:ea typeface="+mn-lt"/>
                <a:cs typeface="+mn-lt"/>
              </a:rPr>
              <a:t>Editas las imágenes en </a:t>
            </a:r>
            <a:r>
              <a:rPr lang="es-ES" dirty="0" err="1">
                <a:ea typeface="+mn-lt"/>
                <a:cs typeface="+mn-lt"/>
              </a:rPr>
              <a:t>Figma</a:t>
            </a:r>
            <a:r>
              <a:rPr lang="es-ES" dirty="0">
                <a:ea typeface="+mn-lt"/>
                <a:cs typeface="+mn-lt"/>
              </a:rPr>
              <a:t> para aplicar sombras y recortes.</a:t>
            </a:r>
          </a:p>
          <a:p>
            <a:pPr lvl="1">
              <a:buFont typeface="Courier New" panose="020B0604020202020204" pitchFamily="34" charset="0"/>
              <a:buChar char="o"/>
            </a:pPr>
            <a:r>
              <a:rPr lang="es-ES" dirty="0">
                <a:ea typeface="+mn-lt"/>
                <a:cs typeface="+mn-lt"/>
              </a:rPr>
              <a:t>Optimizas las imágenes con </a:t>
            </a:r>
            <a:r>
              <a:rPr lang="es-ES" dirty="0" err="1">
                <a:ea typeface="+mn-lt"/>
                <a:cs typeface="+mn-lt"/>
              </a:rPr>
              <a:t>Squoosh</a:t>
            </a:r>
            <a:r>
              <a:rPr lang="es-ES" dirty="0">
                <a:ea typeface="+mn-lt"/>
                <a:cs typeface="+mn-lt"/>
              </a:rPr>
              <a:t> antes de subirlas.</a:t>
            </a:r>
          </a:p>
          <a:p>
            <a:pPr lvl="1">
              <a:buFont typeface="Courier New" panose="020B0604020202020204" pitchFamily="34" charset="0"/>
              <a:buChar char="o"/>
            </a:pPr>
            <a:r>
              <a:rPr lang="es-ES" dirty="0">
                <a:ea typeface="+mn-lt"/>
                <a:cs typeface="+mn-lt"/>
              </a:rPr>
              <a:t>Usas la etiqueta &lt;</a:t>
            </a:r>
            <a:r>
              <a:rPr lang="es-ES" dirty="0" err="1">
                <a:ea typeface="+mn-lt"/>
                <a:cs typeface="+mn-lt"/>
              </a:rPr>
              <a:t>picture</a:t>
            </a:r>
            <a:r>
              <a:rPr lang="es-ES" dirty="0">
                <a:ea typeface="+mn-lt"/>
                <a:cs typeface="+mn-lt"/>
              </a:rPr>
              <a:t>&gt; con </a:t>
            </a:r>
            <a:r>
              <a:rPr lang="es-ES" dirty="0" err="1">
                <a:ea typeface="+mn-lt"/>
                <a:cs typeface="+mn-lt"/>
              </a:rPr>
              <a:t>srcset</a:t>
            </a:r>
            <a:r>
              <a:rPr lang="es-ES" dirty="0">
                <a:ea typeface="+mn-lt"/>
                <a:cs typeface="+mn-lt"/>
              </a:rPr>
              <a:t> para mostrar versiones adaptadas según el dispositivo.</a:t>
            </a:r>
          </a:p>
        </p:txBody>
      </p:sp>
    </p:spTree>
    <p:extLst>
      <p:ext uri="{BB962C8B-B14F-4D97-AF65-F5344CB8AC3E}">
        <p14:creationId xmlns:p14="http://schemas.microsoft.com/office/powerpoint/2010/main" val="2339566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FF044B-F431-41B6-77D8-520D782F200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FD22051-88E4-B950-9CE2-F7BA9F6999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BDA4033-2E4D-470E-58BE-D395A60FC76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3.2.1. Características de los formatos de imagen modernos:</a:t>
            </a:r>
            <a:endParaRPr lang="es-ES" dirty="0"/>
          </a:p>
        </p:txBody>
      </p:sp>
      <p:sp>
        <p:nvSpPr>
          <p:cNvPr id="10" name="Rectangle 9">
            <a:extLst>
              <a:ext uri="{FF2B5EF4-FFF2-40B4-BE49-F238E27FC236}">
                <a16:creationId xmlns:a16="http://schemas.microsoft.com/office/drawing/2014/main" id="{F6A1ACF0-E9CD-C787-5CCA-102911EB9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F6E7EC5-8EC5-EC65-E239-5316E41E82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E9A604F-9192-D0C8-C91C-79AF721E2D28}"/>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En el diseño web, elegir el formato de imagen adecuado es clave para lograr un equilibrio entre calidad visual, rendimiento y compatibilidad. Los formatos modernos se dividen en tres grandes grupos:</a:t>
            </a:r>
            <a:endParaRPr lang="es-ES" dirty="0"/>
          </a:p>
          <a:p>
            <a:r>
              <a:rPr lang="es-ES" dirty="0">
                <a:ea typeface="+mn-lt"/>
                <a:cs typeface="+mn-lt"/>
              </a:rPr>
              <a:t>Formatos rasterizados (mapa de bits): Estos formatos almacenan la imagen como una matriz de píxeles. Son ideales para fotografías y gráficos complejos.</a:t>
            </a:r>
            <a:endParaRPr lang="es-ES" dirty="0"/>
          </a:p>
          <a:p>
            <a:pPr lvl="1">
              <a:buFont typeface="Courier New" panose="020B0604020202020204" pitchFamily="34" charset="0"/>
              <a:buChar char="o"/>
            </a:pPr>
            <a:r>
              <a:rPr lang="es-ES" dirty="0">
                <a:ea typeface="+mn-lt"/>
                <a:cs typeface="+mn-lt"/>
              </a:rPr>
              <a:t>JPEG/JPG: Compresión con pérdida, buena calidad, tamaño reducido. Fotografías, imágenes con muchos colores</a:t>
            </a:r>
            <a:endParaRPr lang="es-ES" dirty="0"/>
          </a:p>
          <a:p>
            <a:pPr lvl="1">
              <a:buFont typeface="Courier New" panose="020B0604020202020204" pitchFamily="34" charset="0"/>
              <a:buChar char="o"/>
            </a:pPr>
            <a:r>
              <a:rPr lang="es-ES" dirty="0">
                <a:ea typeface="+mn-lt"/>
                <a:cs typeface="+mn-lt"/>
              </a:rPr>
              <a:t>PNG: Compresión sin pérdida, soporte de transparencia. Iconos, logotipos, gráficos con fondo transparente</a:t>
            </a:r>
            <a:endParaRPr lang="es-ES" dirty="0"/>
          </a:p>
          <a:p>
            <a:pPr lvl="1">
              <a:buFont typeface="Courier New" panose="020B0604020202020204" pitchFamily="34" charset="0"/>
              <a:buChar char="o"/>
            </a:pPr>
            <a:r>
              <a:rPr lang="es-ES" dirty="0">
                <a:ea typeface="+mn-lt"/>
                <a:cs typeface="+mn-lt"/>
              </a:rPr>
              <a:t>GIF: Soporta animaciones, paleta limitada (256 colores). Animaciones simples, gráficos básicos</a:t>
            </a:r>
            <a:endParaRPr lang="es-ES" dirty="0"/>
          </a:p>
          <a:p>
            <a:r>
              <a:rPr lang="es-ES" dirty="0">
                <a:ea typeface="+mn-lt"/>
                <a:cs typeface="+mn-lt"/>
              </a:rPr>
              <a:t>Formatos vectoriales: Estos formatos representan imágenes mediante fórmulas matemáticas. No pierden calidad al escalarse.</a:t>
            </a:r>
            <a:endParaRPr lang="es-ES" dirty="0"/>
          </a:p>
          <a:p>
            <a:pPr lvl="1">
              <a:buFont typeface="Courier New" panose="020B0604020202020204" pitchFamily="34" charset="0"/>
              <a:buChar char="o"/>
            </a:pPr>
            <a:r>
              <a:rPr lang="es-ES" dirty="0">
                <a:ea typeface="+mn-lt"/>
                <a:cs typeface="+mn-lt"/>
              </a:rPr>
              <a:t>SVG: Escalable, editable con código, ligero. Iconos, logotipos, ilustraciones simples</a:t>
            </a:r>
            <a:endParaRPr lang="es-ES" dirty="0"/>
          </a:p>
          <a:p>
            <a:endParaRPr lang="es-ES" dirty="0"/>
          </a:p>
        </p:txBody>
      </p:sp>
    </p:spTree>
    <p:extLst>
      <p:ext uri="{BB962C8B-B14F-4D97-AF65-F5344CB8AC3E}">
        <p14:creationId xmlns:p14="http://schemas.microsoft.com/office/powerpoint/2010/main" val="31413554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4C4673-8596-86B1-7841-7CAB6B49D3E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D6D5A-C949-4721-EF2D-0340AC6BC8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6A2FDAA-5075-B86F-C304-56C45BB7101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3.2.1. Características de los formatos de imagen modernos:</a:t>
            </a:r>
            <a:endParaRPr lang="es-ES" dirty="0"/>
          </a:p>
        </p:txBody>
      </p:sp>
      <p:sp>
        <p:nvSpPr>
          <p:cNvPr id="10" name="Rectangle 9">
            <a:extLst>
              <a:ext uri="{FF2B5EF4-FFF2-40B4-BE49-F238E27FC236}">
                <a16:creationId xmlns:a16="http://schemas.microsoft.com/office/drawing/2014/main" id="{C1EC7C96-CD86-75FD-BBD2-0E7EB2387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1180D2B-FC8E-4468-40A1-FA771AB3BC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C4248CE-9FF6-5549-C052-4E683B473E48}"/>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Formatos de nueva generación: Diseñados para mejorar la compresión y calidad en la web, con soporte creciente en navegadores modernos.</a:t>
            </a:r>
          </a:p>
          <a:p>
            <a:pPr lvl="1">
              <a:buFont typeface="Courier New" panose="020B0604020202020204" pitchFamily="34" charset="0"/>
              <a:buChar char="o"/>
            </a:pPr>
            <a:r>
              <a:rPr lang="es-ES" err="1">
                <a:ea typeface="+mn-lt"/>
                <a:cs typeface="+mn-lt"/>
              </a:rPr>
              <a:t>WebP</a:t>
            </a:r>
            <a:r>
              <a:rPr lang="es-ES" dirty="0">
                <a:ea typeface="+mn-lt"/>
                <a:cs typeface="+mn-lt"/>
              </a:rPr>
              <a:t>: Alta compresión, buena calidad, soporte de transparencia y animación. Sustituto de JPEG/PNG/GIF</a:t>
            </a:r>
            <a:endParaRPr lang="es-ES"/>
          </a:p>
          <a:p>
            <a:pPr lvl="1">
              <a:buFont typeface="Courier New" panose="020B0604020202020204" pitchFamily="34" charset="0"/>
              <a:buChar char="o"/>
            </a:pPr>
            <a:r>
              <a:rPr lang="es-ES" dirty="0">
                <a:ea typeface="+mn-lt"/>
                <a:cs typeface="+mn-lt"/>
              </a:rPr>
              <a:t>AVIF: Mejor compresión que </a:t>
            </a:r>
            <a:r>
              <a:rPr lang="es-ES" err="1">
                <a:ea typeface="+mn-lt"/>
                <a:cs typeface="+mn-lt"/>
              </a:rPr>
              <a:t>WebP</a:t>
            </a:r>
            <a:r>
              <a:rPr lang="es-ES" dirty="0">
                <a:ea typeface="+mn-lt"/>
                <a:cs typeface="+mn-lt"/>
              </a:rPr>
              <a:t>, soporte HDR, menor tamaño. Imágenes de alta calidad con mínimo peso</a:t>
            </a:r>
            <a:endParaRPr lang="es-ES"/>
          </a:p>
          <a:p>
            <a:pPr lvl="1">
              <a:buFont typeface="Courier New" panose="020B0604020202020204" pitchFamily="34" charset="0"/>
              <a:buChar char="o"/>
            </a:pPr>
            <a:r>
              <a:rPr lang="es-ES" dirty="0">
                <a:ea typeface="+mn-lt"/>
                <a:cs typeface="+mn-lt"/>
              </a:rPr>
              <a:t>Compatibilidad: </a:t>
            </a:r>
            <a:r>
              <a:rPr lang="es-ES" err="1">
                <a:ea typeface="+mn-lt"/>
                <a:cs typeface="+mn-lt"/>
              </a:rPr>
              <a:t>WebP</a:t>
            </a:r>
            <a:r>
              <a:rPr lang="es-ES" dirty="0">
                <a:ea typeface="+mn-lt"/>
                <a:cs typeface="+mn-lt"/>
              </a:rPr>
              <a:t> y AVIF no son compatibles con todos los navegadores antiguos. Se recomienda usar la etiqueta &lt;</a:t>
            </a:r>
            <a:r>
              <a:rPr lang="es-ES" err="1">
                <a:ea typeface="+mn-lt"/>
                <a:cs typeface="+mn-lt"/>
              </a:rPr>
              <a:t>picture</a:t>
            </a:r>
            <a:r>
              <a:rPr lang="es-ES" dirty="0">
                <a:ea typeface="+mn-lt"/>
                <a:cs typeface="+mn-lt"/>
              </a:rPr>
              <a:t>&gt; para ofrecer alternativas.</a:t>
            </a:r>
            <a:endParaRPr lang="es-ES"/>
          </a:p>
          <a:p>
            <a:r>
              <a:rPr lang="es-ES" dirty="0">
                <a:ea typeface="+mn-lt"/>
                <a:cs typeface="+mn-lt"/>
              </a:rPr>
              <a:t>Ejemplo: Estás diseñando una web para una galería de arte.</a:t>
            </a:r>
          </a:p>
          <a:p>
            <a:pPr lvl="1">
              <a:buFont typeface="Courier New" panose="020B0604020202020204" pitchFamily="34" charset="0"/>
              <a:buChar char="o"/>
            </a:pPr>
            <a:r>
              <a:rPr lang="es-ES" dirty="0">
                <a:ea typeface="+mn-lt"/>
                <a:cs typeface="+mn-lt"/>
              </a:rPr>
              <a:t>Usas </a:t>
            </a:r>
            <a:r>
              <a:rPr lang="es-ES" dirty="0" err="1">
                <a:ea typeface="+mn-lt"/>
                <a:cs typeface="+mn-lt"/>
              </a:rPr>
              <a:t>WebP</a:t>
            </a:r>
            <a:r>
              <a:rPr lang="es-ES" dirty="0">
                <a:ea typeface="+mn-lt"/>
                <a:cs typeface="+mn-lt"/>
              </a:rPr>
              <a:t> para las imágenes de obras por su alta calidad y bajo peso.</a:t>
            </a:r>
            <a:endParaRPr lang="es-ES"/>
          </a:p>
          <a:p>
            <a:pPr lvl="1">
              <a:buFont typeface="Courier New" panose="020B0604020202020204" pitchFamily="34" charset="0"/>
              <a:buChar char="o"/>
            </a:pPr>
            <a:r>
              <a:rPr lang="es-ES" dirty="0">
                <a:ea typeface="+mn-lt"/>
                <a:cs typeface="+mn-lt"/>
              </a:rPr>
              <a:t>Los logotipos y botones se guardan como SVG para mantener nitidez en cualquier resolución.</a:t>
            </a:r>
          </a:p>
          <a:p>
            <a:pPr lvl="1">
              <a:buFont typeface="Courier New" panose="020B0604020202020204" pitchFamily="34" charset="0"/>
              <a:buChar char="o"/>
            </a:pPr>
            <a:r>
              <a:rPr lang="es-ES" dirty="0">
                <a:ea typeface="+mn-lt"/>
                <a:cs typeface="+mn-lt"/>
              </a:rPr>
              <a:t>Para una animación simple en la cabecera, usas un GIF optimizado.</a:t>
            </a:r>
            <a:endParaRPr lang="es-ES"/>
          </a:p>
          <a:p>
            <a:pPr marL="0" indent="0">
              <a:buNone/>
            </a:pPr>
            <a:r>
              <a:rPr lang="es-ES" b="1" dirty="0">
                <a:latin typeface="Consolas"/>
                <a:ea typeface="+mn-lt"/>
                <a:cs typeface="+mn-lt"/>
              </a:rPr>
              <a:t>&lt;</a:t>
            </a:r>
            <a:r>
              <a:rPr lang="es-ES" b="1" err="1">
                <a:latin typeface="Consolas"/>
                <a:ea typeface="+mn-lt"/>
                <a:cs typeface="+mn-lt"/>
              </a:rPr>
              <a:t>picture</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srcset</a:t>
            </a:r>
            <a:r>
              <a:rPr lang="es-ES" b="1" dirty="0">
                <a:latin typeface="Consolas"/>
                <a:ea typeface="+mn-lt"/>
                <a:cs typeface="+mn-lt"/>
              </a:rPr>
              <a:t>="</a:t>
            </a:r>
            <a:r>
              <a:rPr lang="es-ES" b="1" err="1">
                <a:latin typeface="Consolas"/>
                <a:ea typeface="+mn-lt"/>
                <a:cs typeface="+mn-lt"/>
              </a:rPr>
              <a:t>obra.avif</a:t>
            </a:r>
            <a:r>
              <a:rPr lang="es-ES" b="1" dirty="0">
                <a:latin typeface="Consolas"/>
                <a:ea typeface="+mn-lt"/>
                <a:cs typeface="+mn-lt"/>
              </a:rPr>
              <a:t>" </a:t>
            </a:r>
            <a:r>
              <a:rPr lang="es-ES" b="1" err="1">
                <a:latin typeface="Consolas"/>
                <a:ea typeface="+mn-lt"/>
                <a:cs typeface="+mn-lt"/>
              </a:rPr>
              <a:t>type</a:t>
            </a:r>
            <a:r>
              <a:rPr lang="es-ES" b="1" dirty="0">
                <a:latin typeface="Consolas"/>
                <a:ea typeface="+mn-lt"/>
                <a:cs typeface="+mn-lt"/>
              </a:rPr>
              <a:t>="</a:t>
            </a:r>
            <a:r>
              <a:rPr lang="es-ES" b="1" err="1">
                <a:latin typeface="Consolas"/>
                <a:ea typeface="+mn-lt"/>
                <a:cs typeface="+mn-lt"/>
              </a:rPr>
              <a:t>image</a:t>
            </a:r>
            <a:r>
              <a:rPr lang="es-ES" b="1" dirty="0">
                <a:latin typeface="Consolas"/>
                <a:ea typeface="+mn-lt"/>
                <a:cs typeface="+mn-lt"/>
              </a:rPr>
              <a:t>/</a:t>
            </a:r>
            <a:r>
              <a:rPr lang="es-ES" b="1" err="1">
                <a:latin typeface="Consolas"/>
                <a:ea typeface="+mn-lt"/>
                <a:cs typeface="+mn-lt"/>
              </a:rPr>
              <a:t>avif</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srcset</a:t>
            </a:r>
            <a:r>
              <a:rPr lang="es-ES" b="1" dirty="0">
                <a:latin typeface="Consolas"/>
                <a:ea typeface="+mn-lt"/>
                <a:cs typeface="+mn-lt"/>
              </a:rPr>
              <a:t>="</a:t>
            </a:r>
            <a:r>
              <a:rPr lang="es-ES" b="1" err="1">
                <a:latin typeface="Consolas"/>
                <a:ea typeface="+mn-lt"/>
                <a:cs typeface="+mn-lt"/>
              </a:rPr>
              <a:t>obra.webp</a:t>
            </a:r>
            <a:r>
              <a:rPr lang="es-ES" b="1" dirty="0">
                <a:latin typeface="Consolas"/>
                <a:ea typeface="+mn-lt"/>
                <a:cs typeface="+mn-lt"/>
              </a:rPr>
              <a:t>" </a:t>
            </a:r>
            <a:r>
              <a:rPr lang="es-ES" b="1" err="1">
                <a:latin typeface="Consolas"/>
                <a:ea typeface="+mn-lt"/>
                <a:cs typeface="+mn-lt"/>
              </a:rPr>
              <a:t>type</a:t>
            </a:r>
            <a:r>
              <a:rPr lang="es-ES" b="1" dirty="0">
                <a:latin typeface="Consolas"/>
                <a:ea typeface="+mn-lt"/>
                <a:cs typeface="+mn-lt"/>
              </a:rPr>
              <a:t>="</a:t>
            </a:r>
            <a:r>
              <a:rPr lang="es-ES" b="1" err="1">
                <a:latin typeface="Consolas"/>
                <a:ea typeface="+mn-lt"/>
                <a:cs typeface="+mn-lt"/>
              </a:rPr>
              <a:t>image</a:t>
            </a:r>
            <a:r>
              <a:rPr lang="es-ES" b="1" dirty="0">
                <a:latin typeface="Consolas"/>
                <a:ea typeface="+mn-lt"/>
                <a:cs typeface="+mn-lt"/>
              </a:rPr>
              <a:t>/</a:t>
            </a:r>
            <a:r>
              <a:rPr lang="es-ES" b="1" err="1">
                <a:latin typeface="Consolas"/>
                <a:ea typeface="+mn-lt"/>
                <a:cs typeface="+mn-lt"/>
              </a:rPr>
              <a:t>webp</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="obra.jpg" </a:t>
            </a:r>
            <a:r>
              <a:rPr lang="es-ES" b="1" err="1">
                <a:latin typeface="Consolas"/>
                <a:ea typeface="+mn-lt"/>
                <a:cs typeface="+mn-lt"/>
              </a:rPr>
              <a:t>alt</a:t>
            </a:r>
            <a:r>
              <a:rPr lang="es-ES" b="1" dirty="0">
                <a:latin typeface="Consolas"/>
                <a:ea typeface="+mn-lt"/>
                <a:cs typeface="+mn-lt"/>
              </a:rPr>
              <a:t>="Obra de arte abstracto"&gt;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picture</a:t>
            </a:r>
            <a:r>
              <a:rPr lang="es-ES" b="1" dirty="0">
                <a:latin typeface="Consolas"/>
                <a:ea typeface="+mn-lt"/>
                <a:cs typeface="+mn-lt"/>
              </a:rPr>
              <a:t>&gt;</a:t>
            </a:r>
            <a:endParaRPr lang="es-ES" b="1" dirty="0">
              <a:latin typeface="Consolas"/>
            </a:endParaRPr>
          </a:p>
          <a:p>
            <a:endParaRPr lang="es-ES" dirty="0"/>
          </a:p>
        </p:txBody>
      </p:sp>
    </p:spTree>
    <p:extLst>
      <p:ext uri="{BB962C8B-B14F-4D97-AF65-F5344CB8AC3E}">
        <p14:creationId xmlns:p14="http://schemas.microsoft.com/office/powerpoint/2010/main" val="20642730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2E5DA2-17C1-C803-B8A5-9D18B7EE9C3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ECA4C06-DA8F-3B29-7CD1-82DAEAD26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3EB36DE-A6F6-82CA-D1BD-E068FE6C714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3.2.1.1. Rasterizados: PNG, JPG (JPEG), GIF.</a:t>
            </a:r>
            <a:endParaRPr lang="es-ES" dirty="0"/>
          </a:p>
        </p:txBody>
      </p:sp>
      <p:sp>
        <p:nvSpPr>
          <p:cNvPr id="10" name="Rectangle 9">
            <a:extLst>
              <a:ext uri="{FF2B5EF4-FFF2-40B4-BE49-F238E27FC236}">
                <a16:creationId xmlns:a16="http://schemas.microsoft.com/office/drawing/2014/main" id="{BB7FC899-4907-80E7-59F6-AC4D9416F4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8DD196B-B288-B8A6-9A58-1CD8D53E10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F8F733A-6DDC-0B12-EAB3-A10D17E753F2}"/>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Los formatos rasterizados o de mapa de bits representan imágenes como una matriz de píxeles. Son los más utilizados en la web para fotografías, gráficos y animaciones simples. Cada formato tiene características específicas que lo hacen más adecuado para ciertos usos.</a:t>
            </a:r>
            <a:endParaRPr lang="es-ES" dirty="0"/>
          </a:p>
          <a:p>
            <a:pPr lvl="1">
              <a:buFont typeface="Courier New" panose="020B0604020202020204" pitchFamily="34" charset="0"/>
              <a:buChar char="o"/>
            </a:pPr>
            <a:r>
              <a:rPr lang="es-ES" dirty="0">
                <a:ea typeface="+mn-lt"/>
                <a:cs typeface="+mn-lt"/>
              </a:rPr>
              <a:t>JPEG / JPG (</a:t>
            </a:r>
            <a:r>
              <a:rPr lang="es-ES" dirty="0" err="1">
                <a:ea typeface="+mn-lt"/>
                <a:cs typeface="+mn-lt"/>
              </a:rPr>
              <a:t>Joint</a:t>
            </a:r>
            <a:r>
              <a:rPr lang="es-ES" dirty="0">
                <a:ea typeface="+mn-lt"/>
                <a:cs typeface="+mn-lt"/>
              </a:rPr>
              <a:t> </a:t>
            </a:r>
            <a:r>
              <a:rPr lang="es-ES" dirty="0" err="1">
                <a:ea typeface="+mn-lt"/>
                <a:cs typeface="+mn-lt"/>
              </a:rPr>
              <a:t>Photographic</a:t>
            </a:r>
            <a:r>
              <a:rPr lang="es-ES" dirty="0">
                <a:ea typeface="+mn-lt"/>
                <a:cs typeface="+mn-lt"/>
              </a:rPr>
              <a:t> </a:t>
            </a:r>
            <a:r>
              <a:rPr lang="es-ES" dirty="0" err="1">
                <a:ea typeface="+mn-lt"/>
                <a:cs typeface="+mn-lt"/>
              </a:rPr>
              <a:t>Experts</a:t>
            </a:r>
            <a:r>
              <a:rPr lang="es-ES" dirty="0">
                <a:ea typeface="+mn-lt"/>
                <a:cs typeface="+mn-lt"/>
              </a:rPr>
              <a:t> </a:t>
            </a:r>
            <a:r>
              <a:rPr lang="es-ES" dirty="0" err="1">
                <a:ea typeface="+mn-lt"/>
                <a:cs typeface="+mn-lt"/>
              </a:rPr>
              <a:t>Group</a:t>
            </a:r>
            <a:r>
              <a:rPr lang="es-ES" dirty="0">
                <a:ea typeface="+mn-lt"/>
                <a:cs typeface="+mn-lt"/>
              </a:rPr>
              <a:t>)</a:t>
            </a:r>
            <a:endParaRPr lang="es-ES" dirty="0"/>
          </a:p>
          <a:p>
            <a:pPr lvl="2">
              <a:buFont typeface="Wingdings" panose="020B0604020202020204" pitchFamily="34" charset="0"/>
              <a:buChar char="§"/>
            </a:pPr>
            <a:r>
              <a:rPr lang="es-ES" dirty="0">
                <a:ea typeface="+mn-lt"/>
                <a:cs typeface="+mn-lt"/>
              </a:rPr>
              <a:t>Compresión con pérdida: reduce el tamaño eliminando información visual menos perceptible.</a:t>
            </a:r>
            <a:endParaRPr lang="es-ES" dirty="0"/>
          </a:p>
          <a:p>
            <a:pPr lvl="2">
              <a:buFont typeface="Wingdings" panose="020B0604020202020204" pitchFamily="34" charset="0"/>
              <a:buChar char="§"/>
            </a:pPr>
            <a:r>
              <a:rPr lang="es-ES" dirty="0">
                <a:ea typeface="+mn-lt"/>
                <a:cs typeface="+mn-lt"/>
              </a:rPr>
              <a:t>Alta compatibilidad: soportado por todos los navegadores y dispositivos.</a:t>
            </a:r>
            <a:endParaRPr lang="es-ES"/>
          </a:p>
          <a:p>
            <a:pPr lvl="2">
              <a:buFont typeface="Wingdings" panose="020B0604020202020204" pitchFamily="34" charset="0"/>
              <a:buChar char="§"/>
            </a:pPr>
            <a:r>
              <a:rPr lang="es-ES" dirty="0">
                <a:ea typeface="+mn-lt"/>
                <a:cs typeface="+mn-lt"/>
              </a:rPr>
              <a:t>No admite transparencia.</a:t>
            </a:r>
            <a:endParaRPr lang="es-ES"/>
          </a:p>
          <a:p>
            <a:pPr lvl="2">
              <a:buFont typeface="Wingdings" panose="020B0604020202020204" pitchFamily="34" charset="0"/>
              <a:buChar char="§"/>
            </a:pPr>
            <a:r>
              <a:rPr lang="es-ES" dirty="0">
                <a:ea typeface="+mn-lt"/>
                <a:cs typeface="+mn-lt"/>
              </a:rPr>
              <a:t>Ideal para: fotografías, imágenes con muchos colores y degradados.</a:t>
            </a:r>
            <a:endParaRPr lang="es-ES"/>
          </a:p>
          <a:p>
            <a:pPr lvl="2">
              <a:buFont typeface="Wingdings" panose="020B0604020202020204" pitchFamily="34" charset="0"/>
              <a:buChar char="§"/>
            </a:pPr>
            <a:r>
              <a:rPr lang="es-ES" dirty="0">
                <a:ea typeface="+mn-lt"/>
                <a:cs typeface="+mn-lt"/>
              </a:rPr>
              <a:t>Cuanto mayor la compresión, menor la calidad visual.</a:t>
            </a:r>
            <a:endParaRPr lang="es-ES"/>
          </a:p>
          <a:p>
            <a:pPr lvl="1">
              <a:buFont typeface="Courier New" panose="020B0604020202020204" pitchFamily="34" charset="0"/>
              <a:buChar char="o"/>
            </a:pPr>
            <a:r>
              <a:rPr lang="es-ES" dirty="0">
                <a:ea typeface="+mn-lt"/>
                <a:cs typeface="+mn-lt"/>
              </a:rPr>
              <a:t>PNG (Portable Network </a:t>
            </a:r>
            <a:r>
              <a:rPr lang="es-ES" err="1">
                <a:ea typeface="+mn-lt"/>
                <a:cs typeface="+mn-lt"/>
              </a:rPr>
              <a:t>Graphics</a:t>
            </a:r>
            <a:r>
              <a:rPr lang="es-ES" dirty="0">
                <a:ea typeface="+mn-lt"/>
                <a:cs typeface="+mn-lt"/>
              </a:rPr>
              <a:t>)</a:t>
            </a:r>
            <a:endParaRPr lang="es-ES"/>
          </a:p>
          <a:p>
            <a:pPr lvl="2">
              <a:buFont typeface="Wingdings" panose="020B0604020202020204" pitchFamily="34" charset="0"/>
              <a:buChar char="§"/>
            </a:pPr>
            <a:r>
              <a:rPr lang="es-ES" dirty="0">
                <a:ea typeface="+mn-lt"/>
                <a:cs typeface="+mn-lt"/>
              </a:rPr>
              <a:t>Compresión sin pérdida: conserva toda la información original.</a:t>
            </a:r>
            <a:endParaRPr lang="es-ES"/>
          </a:p>
          <a:p>
            <a:pPr lvl="2">
              <a:buFont typeface="Wingdings" panose="020B0604020202020204" pitchFamily="34" charset="0"/>
              <a:buChar char="§"/>
            </a:pPr>
            <a:r>
              <a:rPr lang="es-ES" dirty="0">
                <a:ea typeface="+mn-lt"/>
                <a:cs typeface="+mn-lt"/>
              </a:rPr>
              <a:t>Soporta transparencia (canal alfa).</a:t>
            </a:r>
            <a:endParaRPr lang="es-ES"/>
          </a:p>
          <a:p>
            <a:pPr lvl="2">
              <a:buFont typeface="Wingdings" panose="020B0604020202020204" pitchFamily="34" charset="0"/>
              <a:buChar char="§"/>
            </a:pPr>
            <a:r>
              <a:rPr lang="es-ES" dirty="0">
                <a:ea typeface="+mn-lt"/>
                <a:cs typeface="+mn-lt"/>
              </a:rPr>
              <a:t>Mayor tamaño que JPEG.</a:t>
            </a:r>
            <a:endParaRPr lang="es-ES"/>
          </a:p>
          <a:p>
            <a:pPr lvl="2">
              <a:buFont typeface="Wingdings" panose="020B0604020202020204" pitchFamily="34" charset="0"/>
              <a:buChar char="§"/>
            </a:pPr>
            <a:r>
              <a:rPr lang="es-ES" dirty="0">
                <a:ea typeface="+mn-lt"/>
                <a:cs typeface="+mn-lt"/>
              </a:rPr>
              <a:t>Ideal para: logotipos, iconos, gráficos con fondo transparente.</a:t>
            </a:r>
            <a:endParaRPr lang="es-ES"/>
          </a:p>
          <a:p>
            <a:pPr lvl="2">
              <a:buFont typeface="Wingdings" panose="020B0604020202020204" pitchFamily="34" charset="0"/>
              <a:buChar char="§"/>
            </a:pPr>
            <a:r>
              <a:rPr lang="es-ES" dirty="0">
                <a:ea typeface="+mn-lt"/>
                <a:cs typeface="+mn-lt"/>
              </a:rPr>
              <a:t>Muy útil para interfaces con elementos superpuestos.</a:t>
            </a:r>
            <a:endParaRPr lang="es-ES"/>
          </a:p>
        </p:txBody>
      </p:sp>
    </p:spTree>
    <p:extLst>
      <p:ext uri="{BB962C8B-B14F-4D97-AF65-F5344CB8AC3E}">
        <p14:creationId xmlns:p14="http://schemas.microsoft.com/office/powerpoint/2010/main" val="3367866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3836D0-4D50-CE61-5525-4F2DFA5D2D8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876A3B-985A-2A50-D8EA-F50575B9F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3E839CB-5901-CC62-C416-6157395A10C7}"/>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3.2.1.1. Rasterizados: PNG, JPG (JPEG), GIF.</a:t>
            </a:r>
            <a:endParaRPr lang="es-ES" dirty="0"/>
          </a:p>
        </p:txBody>
      </p:sp>
      <p:sp>
        <p:nvSpPr>
          <p:cNvPr id="10" name="Rectangle 9">
            <a:extLst>
              <a:ext uri="{FF2B5EF4-FFF2-40B4-BE49-F238E27FC236}">
                <a16:creationId xmlns:a16="http://schemas.microsoft.com/office/drawing/2014/main" id="{B06BBC9F-EE4E-056B-07B1-423B3FF7CF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3A9BFD-30D1-3978-C6AC-0593EA00E0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A92E26A-6A8D-7076-13B3-879AF297D4A8}"/>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pPr lvl="1">
              <a:buFont typeface="Courier New" panose="020B0604020202020204" pitchFamily="34" charset="0"/>
              <a:buChar char="o"/>
            </a:pPr>
            <a:r>
              <a:rPr lang="es-ES" dirty="0">
                <a:ea typeface="+mn-lt"/>
                <a:cs typeface="+mn-lt"/>
              </a:rPr>
              <a:t>GIF (</a:t>
            </a:r>
            <a:r>
              <a:rPr lang="es-ES" err="1">
                <a:ea typeface="+mn-lt"/>
                <a:cs typeface="+mn-lt"/>
              </a:rPr>
              <a:t>Graphics</a:t>
            </a:r>
            <a:r>
              <a:rPr lang="es-ES" dirty="0">
                <a:ea typeface="+mn-lt"/>
                <a:cs typeface="+mn-lt"/>
              </a:rPr>
              <a:t> </a:t>
            </a:r>
            <a:r>
              <a:rPr lang="es-ES" err="1">
                <a:ea typeface="+mn-lt"/>
                <a:cs typeface="+mn-lt"/>
              </a:rPr>
              <a:t>Interchange</a:t>
            </a:r>
            <a:r>
              <a:rPr lang="es-ES" dirty="0">
                <a:ea typeface="+mn-lt"/>
                <a:cs typeface="+mn-lt"/>
              </a:rPr>
              <a:t> </a:t>
            </a:r>
            <a:r>
              <a:rPr lang="es-ES" err="1">
                <a:ea typeface="+mn-lt"/>
                <a:cs typeface="+mn-lt"/>
              </a:rPr>
              <a:t>Format</a:t>
            </a:r>
            <a:r>
              <a:rPr lang="es-ES" dirty="0">
                <a:ea typeface="+mn-lt"/>
                <a:cs typeface="+mn-lt"/>
              </a:rPr>
              <a:t>)</a:t>
            </a:r>
          </a:p>
          <a:p>
            <a:pPr lvl="2">
              <a:buFont typeface="Wingdings" panose="020B0604020202020204" pitchFamily="34" charset="0"/>
              <a:buChar char="§"/>
            </a:pPr>
            <a:r>
              <a:rPr lang="es-ES" dirty="0">
                <a:ea typeface="+mn-lt"/>
                <a:cs typeface="+mn-lt"/>
              </a:rPr>
              <a:t>Paleta limitada: hasta 256 colores.</a:t>
            </a:r>
          </a:p>
          <a:p>
            <a:pPr lvl="2">
              <a:buFont typeface="Wingdings" panose="020B0604020202020204" pitchFamily="34" charset="0"/>
              <a:buChar char="§"/>
            </a:pPr>
            <a:r>
              <a:rPr lang="es-ES" dirty="0">
                <a:ea typeface="+mn-lt"/>
                <a:cs typeface="+mn-lt"/>
              </a:rPr>
              <a:t>Soporta animaciones.</a:t>
            </a:r>
          </a:p>
          <a:p>
            <a:pPr lvl="2">
              <a:buFont typeface="Wingdings" panose="020B0604020202020204" pitchFamily="34" charset="0"/>
              <a:buChar char="§"/>
            </a:pPr>
            <a:r>
              <a:rPr lang="es-ES" dirty="0">
                <a:ea typeface="+mn-lt"/>
                <a:cs typeface="+mn-lt"/>
              </a:rPr>
              <a:t>Compresión sin pérdida.</a:t>
            </a:r>
          </a:p>
          <a:p>
            <a:pPr lvl="2">
              <a:buFont typeface="Wingdings" panose="020B0604020202020204" pitchFamily="34" charset="0"/>
              <a:buChar char="§"/>
            </a:pPr>
            <a:r>
              <a:rPr lang="es-ES" dirty="0">
                <a:ea typeface="+mn-lt"/>
                <a:cs typeface="+mn-lt"/>
              </a:rPr>
              <a:t>Ideal para: animaciones simples, gráficos con pocos colores.</a:t>
            </a:r>
          </a:p>
          <a:p>
            <a:pPr lvl="2">
              <a:buFont typeface="Wingdings" panose="020B0604020202020204" pitchFamily="34" charset="0"/>
              <a:buChar char="§"/>
            </a:pPr>
            <a:r>
              <a:rPr lang="es-ES" dirty="0">
                <a:ea typeface="+mn-lt"/>
                <a:cs typeface="+mn-lt"/>
              </a:rPr>
              <a:t>No recomendado para fotografías ni imágenes complejas.</a:t>
            </a:r>
          </a:p>
          <a:p>
            <a:r>
              <a:rPr lang="es-ES" dirty="0">
                <a:ea typeface="+mn-lt"/>
                <a:cs typeface="+mn-lt"/>
              </a:rPr>
              <a:t>Ejemplo: Estás diseñando una web de recetas y necesitas incluir:</a:t>
            </a:r>
            <a:endParaRPr lang="es-ES" dirty="0"/>
          </a:p>
          <a:p>
            <a:pPr lvl="1">
              <a:buFont typeface="Courier New" panose="020B0604020202020204" pitchFamily="34" charset="0"/>
              <a:buChar char="o"/>
            </a:pPr>
            <a:r>
              <a:rPr lang="es-ES" dirty="0">
                <a:ea typeface="+mn-lt"/>
                <a:cs typeface="+mn-lt"/>
              </a:rPr>
              <a:t>Una foto del plato principal → JPEG por su buena calidad y bajo peso.</a:t>
            </a:r>
          </a:p>
          <a:p>
            <a:pPr lvl="1">
              <a:buFont typeface="Courier New" panose="020B0604020202020204" pitchFamily="34" charset="0"/>
              <a:buChar char="o"/>
            </a:pPr>
            <a:r>
              <a:rPr lang="es-ES" dirty="0">
                <a:ea typeface="+mn-lt"/>
                <a:cs typeface="+mn-lt"/>
              </a:rPr>
              <a:t>Un icono de “vegetariano” con fondo transparente → PNG.</a:t>
            </a:r>
            <a:endParaRPr lang="es-ES"/>
          </a:p>
          <a:p>
            <a:pPr lvl="1">
              <a:buFont typeface="Courier New" panose="020B0604020202020204" pitchFamily="34" charset="0"/>
              <a:buChar char="o"/>
            </a:pPr>
            <a:r>
              <a:rPr lang="es-ES" dirty="0">
                <a:ea typeface="+mn-lt"/>
                <a:cs typeface="+mn-lt"/>
              </a:rPr>
              <a:t>Una animación de “cargando receta” → GIF.</a:t>
            </a:r>
          </a:p>
          <a:p>
            <a:pPr marL="0" indent="0">
              <a:buNone/>
            </a:pPr>
            <a:r>
              <a:rPr lang="es-ES" b="1" dirty="0">
                <a:latin typeface="Consolas"/>
                <a:ea typeface="+mn-lt"/>
                <a:cs typeface="+mn-lt"/>
              </a:rPr>
              <a:t>&lt;</a:t>
            </a:r>
            <a:r>
              <a:rPr lang="es-ES" b="1" dirty="0" err="1">
                <a:latin typeface="Consolas"/>
                <a:ea typeface="+mn-lt"/>
                <a:cs typeface="+mn-lt"/>
              </a:rPr>
              <a:t>img</a:t>
            </a:r>
            <a:r>
              <a:rPr lang="es-ES" b="1" dirty="0">
                <a:latin typeface="Consolas"/>
                <a:ea typeface="+mn-lt"/>
                <a:cs typeface="+mn-lt"/>
              </a:rPr>
              <a:t> </a:t>
            </a:r>
            <a:r>
              <a:rPr lang="es-ES" b="1" dirty="0" err="1">
                <a:latin typeface="Consolas"/>
                <a:ea typeface="+mn-lt"/>
                <a:cs typeface="+mn-lt"/>
              </a:rPr>
              <a:t>src</a:t>
            </a:r>
            <a:r>
              <a:rPr lang="es-ES" b="1" dirty="0">
                <a:latin typeface="Consolas"/>
                <a:ea typeface="+mn-lt"/>
                <a:cs typeface="+mn-lt"/>
              </a:rPr>
              <a:t>="plato.jpg" </a:t>
            </a:r>
            <a:r>
              <a:rPr lang="es-ES" b="1" dirty="0" err="1">
                <a:latin typeface="Consolas"/>
                <a:ea typeface="+mn-lt"/>
                <a:cs typeface="+mn-lt"/>
              </a:rPr>
              <a:t>alt</a:t>
            </a:r>
            <a:r>
              <a:rPr lang="es-ES" b="1" dirty="0">
                <a:latin typeface="Consolas"/>
                <a:ea typeface="+mn-lt"/>
                <a:cs typeface="+mn-lt"/>
              </a:rPr>
              <a:t>="Arroz con verduras"&gt;</a:t>
            </a:r>
            <a:br>
              <a:rPr lang="es-ES" b="1" dirty="0">
                <a:latin typeface="Consolas"/>
                <a:ea typeface="+mn-lt"/>
                <a:cs typeface="+mn-lt"/>
              </a:rPr>
            </a:br>
            <a:r>
              <a:rPr lang="es-ES" b="1" dirty="0">
                <a:latin typeface="Consolas"/>
                <a:ea typeface="+mn-lt"/>
                <a:cs typeface="+mn-lt"/>
              </a:rPr>
              <a:t>&lt;</a:t>
            </a:r>
            <a:r>
              <a:rPr lang="es-ES" b="1" dirty="0" err="1">
                <a:latin typeface="Consolas"/>
                <a:ea typeface="+mn-lt"/>
                <a:cs typeface="+mn-lt"/>
              </a:rPr>
              <a:t>img</a:t>
            </a:r>
            <a:r>
              <a:rPr lang="es-ES" b="1" dirty="0">
                <a:latin typeface="Consolas"/>
                <a:ea typeface="+mn-lt"/>
                <a:cs typeface="+mn-lt"/>
              </a:rPr>
              <a:t> </a:t>
            </a:r>
            <a:r>
              <a:rPr lang="es-ES" b="1" dirty="0" err="1">
                <a:latin typeface="Consolas"/>
                <a:ea typeface="+mn-lt"/>
                <a:cs typeface="+mn-lt"/>
              </a:rPr>
              <a:t>src</a:t>
            </a:r>
            <a:r>
              <a:rPr lang="es-ES" b="1" dirty="0">
                <a:latin typeface="Consolas"/>
                <a:ea typeface="+mn-lt"/>
                <a:cs typeface="+mn-lt"/>
              </a:rPr>
              <a:t>="icono-vegetariano.png" </a:t>
            </a:r>
            <a:r>
              <a:rPr lang="es-ES" b="1" dirty="0" err="1">
                <a:latin typeface="Consolas"/>
                <a:ea typeface="+mn-lt"/>
                <a:cs typeface="+mn-lt"/>
              </a:rPr>
              <a:t>alt</a:t>
            </a:r>
            <a:r>
              <a:rPr lang="es-ES" b="1" dirty="0">
                <a:latin typeface="Consolas"/>
                <a:ea typeface="+mn-lt"/>
                <a:cs typeface="+mn-lt"/>
              </a:rPr>
              <a:t>="Apto para vegetarianos"&gt;</a:t>
            </a:r>
            <a:br>
              <a:rPr lang="es-ES" b="1" dirty="0">
                <a:latin typeface="Consolas"/>
                <a:ea typeface="+mn-lt"/>
                <a:cs typeface="+mn-lt"/>
              </a:rPr>
            </a:br>
            <a:r>
              <a:rPr lang="es-ES" b="1" dirty="0">
                <a:latin typeface="Consolas"/>
                <a:ea typeface="+mn-lt"/>
                <a:cs typeface="+mn-lt"/>
              </a:rPr>
              <a:t>&lt;</a:t>
            </a:r>
            <a:r>
              <a:rPr lang="es-ES" b="1" dirty="0" err="1">
                <a:latin typeface="Consolas"/>
                <a:ea typeface="+mn-lt"/>
                <a:cs typeface="+mn-lt"/>
              </a:rPr>
              <a:t>img</a:t>
            </a:r>
            <a:r>
              <a:rPr lang="es-ES" b="1" dirty="0">
                <a:latin typeface="Consolas"/>
                <a:ea typeface="+mn-lt"/>
                <a:cs typeface="+mn-lt"/>
              </a:rPr>
              <a:t> </a:t>
            </a:r>
            <a:r>
              <a:rPr lang="es-ES" b="1" dirty="0" err="1">
                <a:latin typeface="Consolas"/>
                <a:ea typeface="+mn-lt"/>
                <a:cs typeface="+mn-lt"/>
              </a:rPr>
              <a:t>src</a:t>
            </a:r>
            <a:r>
              <a:rPr lang="es-ES" b="1" dirty="0">
                <a:latin typeface="Consolas"/>
                <a:ea typeface="+mn-lt"/>
                <a:cs typeface="+mn-lt"/>
              </a:rPr>
              <a:t>="cargando.gif" </a:t>
            </a:r>
            <a:r>
              <a:rPr lang="es-ES" b="1" dirty="0" err="1">
                <a:latin typeface="Consolas"/>
                <a:ea typeface="+mn-lt"/>
                <a:cs typeface="+mn-lt"/>
              </a:rPr>
              <a:t>alt</a:t>
            </a:r>
            <a:r>
              <a:rPr lang="es-ES" b="1" dirty="0">
                <a:latin typeface="Consolas"/>
                <a:ea typeface="+mn-lt"/>
                <a:cs typeface="+mn-lt"/>
              </a:rPr>
              <a:t>="Cargando receta"&gt;</a:t>
            </a:r>
            <a:endParaRPr lang="es-ES" b="1" dirty="0">
              <a:latin typeface="Consolas"/>
            </a:endParaRPr>
          </a:p>
        </p:txBody>
      </p:sp>
    </p:spTree>
    <p:extLst>
      <p:ext uri="{BB962C8B-B14F-4D97-AF65-F5344CB8AC3E}">
        <p14:creationId xmlns:p14="http://schemas.microsoft.com/office/powerpoint/2010/main" val="1131657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1A2F7B-B8F9-0123-0212-45708BCF05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347D6B7-B980-3541-3305-BEC9E72163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94C7A09-6904-C681-255D-CC018833528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3.2.1.2. Vectoriales: SVG.</a:t>
            </a:r>
            <a:endParaRPr lang="es-ES" dirty="0"/>
          </a:p>
        </p:txBody>
      </p:sp>
      <p:sp>
        <p:nvSpPr>
          <p:cNvPr id="10" name="Rectangle 9">
            <a:extLst>
              <a:ext uri="{FF2B5EF4-FFF2-40B4-BE49-F238E27FC236}">
                <a16:creationId xmlns:a16="http://schemas.microsoft.com/office/drawing/2014/main" id="{1459AED4-F4C2-6299-3797-23EC277CB7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A0F1C93-3EA2-70C1-3955-63F63E0DE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D4674CB-086E-6737-5ADC-40BB177ADC58}"/>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SVG (</a:t>
            </a:r>
            <a:r>
              <a:rPr lang="es-ES" dirty="0" err="1">
                <a:ea typeface="+mn-lt"/>
                <a:cs typeface="+mn-lt"/>
              </a:rPr>
              <a:t>Scalable</a:t>
            </a:r>
            <a:r>
              <a:rPr lang="es-ES" dirty="0">
                <a:ea typeface="+mn-lt"/>
                <a:cs typeface="+mn-lt"/>
              </a:rPr>
              <a:t> Vector </a:t>
            </a:r>
            <a:r>
              <a:rPr lang="es-ES" dirty="0" err="1">
                <a:ea typeface="+mn-lt"/>
                <a:cs typeface="+mn-lt"/>
              </a:rPr>
              <a:t>Graphics</a:t>
            </a:r>
            <a:r>
              <a:rPr lang="es-ES" dirty="0">
                <a:ea typeface="+mn-lt"/>
                <a:cs typeface="+mn-lt"/>
              </a:rPr>
              <a:t>) es un formato de imagen basado en vectores, lo que significa que no depende de píxeles sino de fórmulas matemáticas para representar formas, líneas y colores. Esto permite que las imágenes SVG se escalen a cualquier tamaño sin perder calidad, lo que las hace ideales para interfaces web modernas.</a:t>
            </a:r>
            <a:endParaRPr lang="es-ES" dirty="0"/>
          </a:p>
          <a:p>
            <a:r>
              <a:rPr lang="es-ES" dirty="0">
                <a:ea typeface="+mn-lt"/>
                <a:cs typeface="+mn-lt"/>
              </a:rPr>
              <a:t>SVG es un estándar abierto desarrollado por el W3C, y se integra perfectamente con tecnologías web como HTML, CSS y JavaScript.</a:t>
            </a:r>
            <a:endParaRPr lang="es-ES" dirty="0"/>
          </a:p>
          <a:p>
            <a:pPr lvl="1">
              <a:buFont typeface="Courier New" panose="020B0604020202020204" pitchFamily="34" charset="0"/>
              <a:buChar char="o"/>
            </a:pPr>
            <a:r>
              <a:rPr lang="es-ES" dirty="0">
                <a:ea typeface="+mn-lt"/>
                <a:cs typeface="+mn-lt"/>
              </a:rPr>
              <a:t>Escalabilidad: No pierde calidad al cambiar de tamaño.</a:t>
            </a:r>
            <a:endParaRPr lang="es-ES"/>
          </a:p>
          <a:p>
            <a:pPr lvl="1">
              <a:buFont typeface="Courier New" panose="020B0604020202020204" pitchFamily="34" charset="0"/>
              <a:buChar char="o"/>
            </a:pPr>
            <a:r>
              <a:rPr lang="es-ES" dirty="0">
                <a:ea typeface="+mn-lt"/>
                <a:cs typeface="+mn-lt"/>
              </a:rPr>
              <a:t>Ligereza: Archivos pequeños, especialmente para gráficos simples.</a:t>
            </a:r>
            <a:endParaRPr lang="es-ES"/>
          </a:p>
          <a:p>
            <a:pPr lvl="1">
              <a:buFont typeface="Courier New" panose="020B0604020202020204" pitchFamily="34" charset="0"/>
              <a:buChar char="o"/>
            </a:pPr>
            <a:r>
              <a:rPr lang="es-ES" err="1">
                <a:ea typeface="+mn-lt"/>
                <a:cs typeface="+mn-lt"/>
              </a:rPr>
              <a:t>Editabilidad</a:t>
            </a:r>
            <a:r>
              <a:rPr lang="es-ES" dirty="0">
                <a:ea typeface="+mn-lt"/>
                <a:cs typeface="+mn-lt"/>
              </a:rPr>
              <a:t>: Se puede editar directamente como código XML.</a:t>
            </a:r>
            <a:endParaRPr lang="es-ES"/>
          </a:p>
          <a:p>
            <a:pPr lvl="1">
              <a:buFont typeface="Courier New" panose="020B0604020202020204" pitchFamily="34" charset="0"/>
              <a:buChar char="o"/>
            </a:pPr>
            <a:r>
              <a:rPr lang="es-ES" dirty="0">
                <a:ea typeface="+mn-lt"/>
                <a:cs typeface="+mn-lt"/>
              </a:rPr>
              <a:t>Interactividad: Permite animaciones y eventos con CSS y JavaScript.</a:t>
            </a:r>
            <a:endParaRPr lang="es-ES"/>
          </a:p>
          <a:p>
            <a:pPr lvl="1">
              <a:buFont typeface="Courier New" panose="020B0604020202020204" pitchFamily="34" charset="0"/>
              <a:buChar char="o"/>
            </a:pPr>
            <a:r>
              <a:rPr lang="es-ES" dirty="0">
                <a:ea typeface="+mn-lt"/>
                <a:cs typeface="+mn-lt"/>
              </a:rPr>
              <a:t>Accesibilidad: Se puede incluir texto alternativo y etiquetas descriptivas.</a:t>
            </a:r>
            <a:endParaRPr lang="es-ES"/>
          </a:p>
          <a:p>
            <a:pPr lvl="1">
              <a:buFont typeface="Courier New" panose="020B0604020202020204" pitchFamily="34" charset="0"/>
              <a:buChar char="o"/>
            </a:pPr>
            <a:r>
              <a:rPr lang="es-ES" dirty="0">
                <a:ea typeface="+mn-lt"/>
                <a:cs typeface="+mn-lt"/>
              </a:rPr>
              <a:t>Compatibilidad: Soportado por todos los navegadores modernos.</a:t>
            </a:r>
            <a:endParaRPr lang="es-ES"/>
          </a:p>
        </p:txBody>
      </p:sp>
    </p:spTree>
    <p:extLst>
      <p:ext uri="{BB962C8B-B14F-4D97-AF65-F5344CB8AC3E}">
        <p14:creationId xmlns:p14="http://schemas.microsoft.com/office/powerpoint/2010/main" val="1644286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D87A78-E2EA-C62A-5513-A1ED8CA0727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57119A-B7F6-F04A-2398-F8D428900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BF8517C-9A61-EC61-ACD0-08512A75460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3.2.1.2. Vectoriales: SVG.</a:t>
            </a:r>
            <a:endParaRPr lang="es-ES" dirty="0"/>
          </a:p>
        </p:txBody>
      </p:sp>
      <p:sp>
        <p:nvSpPr>
          <p:cNvPr id="10" name="Rectangle 9">
            <a:extLst>
              <a:ext uri="{FF2B5EF4-FFF2-40B4-BE49-F238E27FC236}">
                <a16:creationId xmlns:a16="http://schemas.microsoft.com/office/drawing/2014/main" id="{A33D431C-9BED-469B-463C-AEFBA6A180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46834B1-1E64-2062-D0EE-13C13ED227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A9E1412-7607-E3B4-82CB-B6D63BBDF40C}"/>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Usos recomendados: </a:t>
            </a:r>
          </a:p>
          <a:p>
            <a:pPr lvl="1">
              <a:buFont typeface="Courier New" panose="020B0604020202020204" pitchFamily="34" charset="0"/>
              <a:buChar char="o"/>
            </a:pPr>
            <a:r>
              <a:rPr lang="es-ES" dirty="0">
                <a:ea typeface="+mn-lt"/>
                <a:cs typeface="+mn-lt"/>
              </a:rPr>
              <a:t>Iconos y logotipos.</a:t>
            </a:r>
          </a:p>
          <a:p>
            <a:pPr lvl="1">
              <a:buFont typeface="Courier New" panose="020B0604020202020204" pitchFamily="34" charset="0"/>
              <a:buChar char="o"/>
            </a:pPr>
            <a:r>
              <a:rPr lang="es-ES" dirty="0">
                <a:ea typeface="+mn-lt"/>
                <a:cs typeface="+mn-lt"/>
              </a:rPr>
              <a:t>Ilustraciones simples.</a:t>
            </a:r>
          </a:p>
          <a:p>
            <a:pPr lvl="1">
              <a:buFont typeface="Courier New" panose="020B0604020202020204" pitchFamily="34" charset="0"/>
              <a:buChar char="o"/>
            </a:pPr>
            <a:r>
              <a:rPr lang="es-ES" dirty="0">
                <a:ea typeface="+mn-lt"/>
                <a:cs typeface="+mn-lt"/>
              </a:rPr>
              <a:t>Gráficos y diagramas.</a:t>
            </a:r>
          </a:p>
          <a:p>
            <a:pPr lvl="1">
              <a:buFont typeface="Courier New" panose="020B0604020202020204" pitchFamily="34" charset="0"/>
              <a:buChar char="o"/>
            </a:pPr>
            <a:r>
              <a:rPr lang="es-ES" dirty="0">
                <a:ea typeface="+mn-lt"/>
                <a:cs typeface="+mn-lt"/>
              </a:rPr>
              <a:t>Animaciones vectoriales.</a:t>
            </a:r>
          </a:p>
          <a:p>
            <a:pPr lvl="1">
              <a:buFont typeface="Courier New" panose="020B0604020202020204" pitchFamily="34" charset="0"/>
              <a:buChar char="o"/>
            </a:pPr>
            <a:r>
              <a:rPr lang="es-ES" dirty="0">
                <a:ea typeface="+mn-lt"/>
                <a:cs typeface="+mn-lt"/>
              </a:rPr>
              <a:t>Interfaces responsivas.</a:t>
            </a:r>
          </a:p>
          <a:p>
            <a:r>
              <a:rPr lang="es-ES" dirty="0">
                <a:ea typeface="+mn-lt"/>
                <a:cs typeface="+mn-lt"/>
              </a:rPr>
              <a:t>Ejemplo: Quieres incluir un icono de “descargar” en tu web que se vea bien en cualquier resolución. Se usaría un archivo SVG y lo integras directamente en el HTML.</a:t>
            </a:r>
          </a:p>
          <a:p>
            <a:r>
              <a:rPr lang="es-ES" dirty="0">
                <a:ea typeface="+mn-lt"/>
                <a:cs typeface="+mn-lt"/>
              </a:rPr>
              <a:t>El siguiente código crea un icono de descarga con líneas vectoriales que se pueden escalar, colorear y animar fácilmente.</a:t>
            </a:r>
          </a:p>
          <a:p>
            <a:pPr marL="0" indent="0">
              <a:buNone/>
            </a:pPr>
            <a:r>
              <a:rPr lang="es-ES" b="1" dirty="0">
                <a:latin typeface="Consolas"/>
                <a:ea typeface="+mn-lt"/>
                <a:cs typeface="+mn-lt"/>
              </a:rPr>
              <a:t>&lt;</a:t>
            </a:r>
            <a:r>
              <a:rPr lang="es-ES" b="1" err="1">
                <a:latin typeface="Consolas"/>
                <a:ea typeface="+mn-lt"/>
                <a:cs typeface="+mn-lt"/>
              </a:rPr>
              <a:t>svg</a:t>
            </a: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="40" </a:t>
            </a:r>
            <a:r>
              <a:rPr lang="es-ES" b="1" err="1">
                <a:latin typeface="Consolas"/>
                <a:ea typeface="+mn-lt"/>
                <a:cs typeface="+mn-lt"/>
              </a:rPr>
              <a:t>height</a:t>
            </a:r>
            <a:r>
              <a:rPr lang="es-ES" b="1" dirty="0">
                <a:latin typeface="Consolas"/>
                <a:ea typeface="+mn-lt"/>
                <a:cs typeface="+mn-lt"/>
              </a:rPr>
              <a:t>="40" </a:t>
            </a:r>
            <a:r>
              <a:rPr lang="es-ES" b="1" err="1">
                <a:latin typeface="Consolas"/>
                <a:ea typeface="+mn-lt"/>
                <a:cs typeface="+mn-lt"/>
              </a:rPr>
              <a:t>viewBox</a:t>
            </a:r>
            <a:r>
              <a:rPr lang="es-ES" b="1" dirty="0">
                <a:latin typeface="Consolas"/>
                <a:ea typeface="+mn-lt"/>
                <a:cs typeface="+mn-lt"/>
              </a:rPr>
              <a:t>="0 0 24 24" </a:t>
            </a:r>
            <a:r>
              <a:rPr lang="es-ES" b="1" err="1">
                <a:latin typeface="Consolas"/>
                <a:ea typeface="+mn-lt"/>
                <a:cs typeface="+mn-lt"/>
              </a:rPr>
              <a:t>fill</a:t>
            </a:r>
            <a:r>
              <a:rPr lang="es-ES" b="1" dirty="0">
                <a:latin typeface="Consolas"/>
                <a:ea typeface="+mn-lt"/>
                <a:cs typeface="+mn-lt"/>
              </a:rPr>
              <a:t>="</a:t>
            </a:r>
            <a:r>
              <a:rPr lang="es-ES" b="1" err="1">
                <a:latin typeface="Consolas"/>
                <a:ea typeface="+mn-lt"/>
                <a:cs typeface="+mn-lt"/>
              </a:rPr>
              <a:t>none</a:t>
            </a:r>
            <a:r>
              <a:rPr lang="es-ES" b="1" dirty="0">
                <a:latin typeface="Consolas"/>
                <a:ea typeface="+mn-lt"/>
                <a:cs typeface="+mn-lt"/>
              </a:rPr>
              <a:t>" </a:t>
            </a:r>
            <a:r>
              <a:rPr lang="es-ES" b="1" err="1">
                <a:latin typeface="Consolas"/>
                <a:ea typeface="+mn-lt"/>
                <a:cs typeface="+mn-lt"/>
              </a:rPr>
              <a:t>xmlns</a:t>
            </a:r>
            <a:r>
              <a:rPr lang="es-ES" b="1" dirty="0">
                <a:latin typeface="Consolas"/>
                <a:ea typeface="+mn-lt"/>
                <a:cs typeface="+mn-lt"/>
              </a:rPr>
              <a:t>="http://www.w3.org/2000/svg"&gt;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path</a:t>
            </a:r>
            <a:r>
              <a:rPr lang="es-ES" b="1" dirty="0">
                <a:latin typeface="Consolas"/>
                <a:ea typeface="+mn-lt"/>
                <a:cs typeface="+mn-lt"/>
              </a:rPr>
              <a:t> d="M12 16L12 4M12 16L8 12M12 16L16 12M4 20H20" </a:t>
            </a:r>
            <a:r>
              <a:rPr lang="es-ES" b="1" err="1">
                <a:latin typeface="Consolas"/>
                <a:ea typeface="+mn-lt"/>
                <a:cs typeface="+mn-lt"/>
              </a:rPr>
              <a:t>stroke</a:t>
            </a:r>
            <a:r>
              <a:rPr lang="es-ES" b="1" dirty="0">
                <a:latin typeface="Consolas"/>
                <a:ea typeface="+mn-lt"/>
                <a:cs typeface="+mn-lt"/>
              </a:rPr>
              <a:t>="#000" </a:t>
            </a:r>
            <a:r>
              <a:rPr lang="es-ES" b="1" err="1">
                <a:latin typeface="Consolas"/>
                <a:ea typeface="+mn-lt"/>
                <a:cs typeface="+mn-lt"/>
              </a:rPr>
              <a:t>stroke-width</a:t>
            </a:r>
            <a:r>
              <a:rPr lang="es-ES" b="1" dirty="0">
                <a:latin typeface="Consolas"/>
                <a:ea typeface="+mn-lt"/>
                <a:cs typeface="+mn-lt"/>
              </a:rPr>
              <a:t>="2" </a:t>
            </a:r>
            <a:r>
              <a:rPr lang="es-ES" b="1" err="1">
                <a:latin typeface="Consolas"/>
                <a:ea typeface="+mn-lt"/>
                <a:cs typeface="+mn-lt"/>
              </a:rPr>
              <a:t>stroke-linecap</a:t>
            </a:r>
            <a:r>
              <a:rPr lang="es-ES" b="1" dirty="0">
                <a:latin typeface="Consolas"/>
                <a:ea typeface="+mn-lt"/>
                <a:cs typeface="+mn-lt"/>
              </a:rPr>
              <a:t>="round" </a:t>
            </a:r>
            <a:r>
              <a:rPr lang="es-ES" b="1" err="1">
                <a:latin typeface="Consolas"/>
                <a:ea typeface="+mn-lt"/>
                <a:cs typeface="+mn-lt"/>
              </a:rPr>
              <a:t>stroke-linejoin</a:t>
            </a:r>
            <a:r>
              <a:rPr lang="es-ES" b="1" dirty="0">
                <a:latin typeface="Consolas"/>
                <a:ea typeface="+mn-lt"/>
                <a:cs typeface="+mn-lt"/>
              </a:rPr>
              <a:t>="round"/&gt;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svg</a:t>
            </a:r>
            <a:r>
              <a:rPr lang="es-ES" b="1" dirty="0">
                <a:latin typeface="Consolas"/>
                <a:ea typeface="+mn-lt"/>
                <a:cs typeface="+mn-lt"/>
              </a:rPr>
              <a:t>&gt;</a:t>
            </a:r>
            <a:endParaRPr lang="es-ES" b="1" dirty="0">
              <a:latin typeface="Consolas"/>
            </a:endParaRPr>
          </a:p>
        </p:txBody>
      </p:sp>
    </p:spTree>
    <p:extLst>
      <p:ext uri="{BB962C8B-B14F-4D97-AF65-F5344CB8AC3E}">
        <p14:creationId xmlns:p14="http://schemas.microsoft.com/office/powerpoint/2010/main" val="33936712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C5CBA5-DE72-E974-3F00-69DF0DC850C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EE4BDFE-288F-C6F4-4143-804936FBE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39D90CF-4961-8CB8-9427-328BA0FB64B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3.2.1.3. Formatos de nueva generación: </a:t>
            </a:r>
            <a:r>
              <a:rPr lang="es-ES" b="0" dirty="0" err="1">
                <a:ea typeface="+mj-lt"/>
                <a:cs typeface="+mj-lt"/>
              </a:rPr>
              <a:t>WebP</a:t>
            </a:r>
            <a:r>
              <a:rPr lang="es-ES" b="0" dirty="0">
                <a:ea typeface="+mj-lt"/>
                <a:cs typeface="+mj-lt"/>
              </a:rPr>
              <a:t> y AVIF.</a:t>
            </a:r>
            <a:endParaRPr lang="es-ES" dirty="0"/>
          </a:p>
        </p:txBody>
      </p:sp>
      <p:sp>
        <p:nvSpPr>
          <p:cNvPr id="10" name="Rectangle 9">
            <a:extLst>
              <a:ext uri="{FF2B5EF4-FFF2-40B4-BE49-F238E27FC236}">
                <a16:creationId xmlns:a16="http://schemas.microsoft.com/office/drawing/2014/main" id="{3AF15B2A-C55A-9D12-B4E8-124B57C77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F30F72A-632A-C72F-F36D-BAFEEC2C5B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9024A14-3839-AAD2-FFB1-86B4F7BE15CD}"/>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Los formatos de imagen de nueva generación están diseñados para ofrecer mejor compresión, mayor calidad visual y mejor rendimiento en la web que los formatos tradicionales como JPEG o PNG. Los dos más relevantes actualmente son </a:t>
            </a:r>
            <a:r>
              <a:rPr lang="es-ES" dirty="0" err="1">
                <a:ea typeface="+mn-lt"/>
                <a:cs typeface="+mn-lt"/>
              </a:rPr>
              <a:t>WebP</a:t>
            </a:r>
            <a:r>
              <a:rPr lang="es-ES" dirty="0">
                <a:ea typeface="+mn-lt"/>
                <a:cs typeface="+mn-lt"/>
              </a:rPr>
              <a:t> y AVIF.</a:t>
            </a:r>
            <a:endParaRPr lang="es-ES" dirty="0"/>
          </a:p>
          <a:p>
            <a:r>
              <a:rPr lang="es-ES" dirty="0" err="1">
                <a:ea typeface="+mn-lt"/>
                <a:cs typeface="+mn-lt"/>
              </a:rPr>
              <a:t>WebP</a:t>
            </a:r>
            <a:r>
              <a:rPr lang="es-ES" dirty="0">
                <a:ea typeface="+mn-lt"/>
                <a:cs typeface="+mn-lt"/>
              </a:rPr>
              <a:t> (Google)</a:t>
            </a:r>
            <a:endParaRPr lang="es-ES" dirty="0"/>
          </a:p>
          <a:p>
            <a:pPr lvl="1">
              <a:buFont typeface="Courier New" panose="020B0604020202020204" pitchFamily="34" charset="0"/>
              <a:buChar char="o"/>
            </a:pPr>
            <a:r>
              <a:rPr lang="es-ES" dirty="0">
                <a:ea typeface="+mn-lt"/>
                <a:cs typeface="+mn-lt"/>
              </a:rPr>
              <a:t>Desarrollado por: Google.</a:t>
            </a:r>
            <a:endParaRPr lang="es-ES" dirty="0"/>
          </a:p>
          <a:p>
            <a:pPr lvl="1">
              <a:buFont typeface="Courier New" panose="020B0604020202020204" pitchFamily="34" charset="0"/>
              <a:buChar char="o"/>
            </a:pPr>
            <a:r>
              <a:rPr lang="es-ES" dirty="0">
                <a:ea typeface="+mn-lt"/>
                <a:cs typeface="+mn-lt"/>
              </a:rPr>
              <a:t>Compresión: con y sin pérdida.</a:t>
            </a:r>
            <a:endParaRPr lang="es-ES" dirty="0"/>
          </a:p>
          <a:p>
            <a:pPr lvl="1">
              <a:buFont typeface="Courier New" panose="020B0604020202020204" pitchFamily="34" charset="0"/>
              <a:buChar char="o"/>
            </a:pPr>
            <a:r>
              <a:rPr lang="es-ES" dirty="0">
                <a:ea typeface="+mn-lt"/>
                <a:cs typeface="+mn-lt"/>
              </a:rPr>
              <a:t>Ventajas:</a:t>
            </a:r>
            <a:endParaRPr lang="es-ES"/>
          </a:p>
          <a:p>
            <a:pPr lvl="2">
              <a:buFont typeface="Wingdings" panose="020B0604020202020204" pitchFamily="34" charset="0"/>
              <a:buChar char="§"/>
            </a:pPr>
            <a:r>
              <a:rPr lang="es-ES" dirty="0">
                <a:ea typeface="+mn-lt"/>
                <a:cs typeface="+mn-lt"/>
              </a:rPr>
              <a:t>Tamaño de archivo hasta un 30% menor que JPEG o PNG.</a:t>
            </a:r>
            <a:endParaRPr lang="es-ES"/>
          </a:p>
          <a:p>
            <a:pPr lvl="2">
              <a:buFont typeface="Wingdings" panose="020B0604020202020204" pitchFamily="34" charset="0"/>
              <a:buChar char="§"/>
            </a:pPr>
            <a:r>
              <a:rPr lang="es-ES" dirty="0">
                <a:ea typeface="+mn-lt"/>
                <a:cs typeface="+mn-lt"/>
              </a:rPr>
              <a:t>Soporta transparencia (canal alfa).</a:t>
            </a:r>
            <a:endParaRPr lang="es-ES" dirty="0"/>
          </a:p>
          <a:p>
            <a:pPr lvl="2">
              <a:buFont typeface="Wingdings" panose="020B0604020202020204" pitchFamily="34" charset="0"/>
              <a:buChar char="§"/>
            </a:pPr>
            <a:r>
              <a:rPr lang="es-ES" dirty="0">
                <a:ea typeface="+mn-lt"/>
                <a:cs typeface="+mn-lt"/>
              </a:rPr>
              <a:t>Soporta animaciones (sustituto moderno de GIF).</a:t>
            </a:r>
            <a:endParaRPr lang="es-ES" dirty="0"/>
          </a:p>
          <a:p>
            <a:pPr lvl="2">
              <a:buFont typeface="Wingdings" panose="020B0604020202020204" pitchFamily="34" charset="0"/>
              <a:buChar char="§"/>
            </a:pPr>
            <a:r>
              <a:rPr lang="es-ES" dirty="0">
                <a:ea typeface="+mn-lt"/>
                <a:cs typeface="+mn-lt"/>
              </a:rPr>
              <a:t>Compatibilidad: ampliamente soportado por navegadores modernos (Chrome, Firefox, Edge, Safari desde v14.1).</a:t>
            </a:r>
            <a:endParaRPr lang="es-ES" dirty="0"/>
          </a:p>
          <a:p>
            <a:pPr lvl="1">
              <a:buFont typeface="Courier New" panose="020B0604020202020204" pitchFamily="34" charset="0"/>
              <a:buChar char="o"/>
            </a:pPr>
            <a:r>
              <a:rPr lang="es-ES" dirty="0">
                <a:ea typeface="+mn-lt"/>
                <a:cs typeface="+mn-lt"/>
              </a:rPr>
              <a:t>Ideal para: imágenes web generales, sustituto directo de JPEG, PNG y GIF.</a:t>
            </a:r>
            <a:endParaRPr lang="es-ES" dirty="0"/>
          </a:p>
          <a:p>
            <a:endParaRPr lang="es-ES" dirty="0"/>
          </a:p>
        </p:txBody>
      </p:sp>
    </p:spTree>
    <p:extLst>
      <p:ext uri="{BB962C8B-B14F-4D97-AF65-F5344CB8AC3E}">
        <p14:creationId xmlns:p14="http://schemas.microsoft.com/office/powerpoint/2010/main" val="1785682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422E76-C148-A2CA-A721-1F095C9EF25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F1F0F80-CF6F-5961-103B-A70EF30BF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F25EAAE-25D5-22F3-C9C2-0BCF781D2F2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3.2.1.3. Formatos de nueva generación: </a:t>
            </a:r>
            <a:r>
              <a:rPr lang="es-ES" b="0" dirty="0" err="1">
                <a:ea typeface="+mj-lt"/>
                <a:cs typeface="+mj-lt"/>
              </a:rPr>
              <a:t>WebP</a:t>
            </a:r>
            <a:r>
              <a:rPr lang="es-ES" b="0" dirty="0">
                <a:ea typeface="+mj-lt"/>
                <a:cs typeface="+mj-lt"/>
              </a:rPr>
              <a:t> y AVIF.</a:t>
            </a:r>
            <a:endParaRPr lang="es-ES" dirty="0"/>
          </a:p>
        </p:txBody>
      </p:sp>
      <p:sp>
        <p:nvSpPr>
          <p:cNvPr id="10" name="Rectangle 9">
            <a:extLst>
              <a:ext uri="{FF2B5EF4-FFF2-40B4-BE49-F238E27FC236}">
                <a16:creationId xmlns:a16="http://schemas.microsoft.com/office/drawing/2014/main" id="{61A6C1C5-8E5A-A2E3-159B-92BABDA98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E6206D0-7376-0EA5-B19A-0FE2BECF5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592ED9D-80AE-2727-F91F-E48D0B8BFED5}"/>
              </a:ext>
            </a:extLst>
          </p:cNvPr>
          <p:cNvSpPr>
            <a:spLocks noGrp="1"/>
          </p:cNvSpPr>
          <p:nvPr>
            <p:ph idx="1"/>
          </p:nvPr>
        </p:nvSpPr>
        <p:spPr>
          <a:xfrm>
            <a:off x="1587710" y="2160016"/>
            <a:ext cx="9486690" cy="3926152"/>
          </a:xfrm>
        </p:spPr>
        <p:txBody>
          <a:bodyPr vert="horz" lIns="91440" tIns="45720" rIns="91440" bIns="45720" rtlCol="0" anchor="t">
            <a:normAutofit fontScale="85000" lnSpcReduction="10000"/>
          </a:bodyPr>
          <a:lstStyle/>
          <a:p>
            <a:r>
              <a:rPr lang="es-ES" dirty="0">
                <a:ea typeface="+mn-lt"/>
                <a:cs typeface="+mn-lt"/>
              </a:rPr>
              <a:t>AVIF (AV1 </a:t>
            </a:r>
            <a:r>
              <a:rPr lang="es-ES" dirty="0" err="1">
                <a:ea typeface="+mn-lt"/>
                <a:cs typeface="+mn-lt"/>
              </a:rPr>
              <a:t>Image</a:t>
            </a:r>
            <a:r>
              <a:rPr lang="es-ES" dirty="0">
                <a:ea typeface="+mn-lt"/>
                <a:cs typeface="+mn-lt"/>
              </a:rPr>
              <a:t> File </a:t>
            </a:r>
            <a:r>
              <a:rPr lang="es-ES" dirty="0" err="1">
                <a:ea typeface="+mn-lt"/>
                <a:cs typeface="+mn-lt"/>
              </a:rPr>
              <a:t>Format</a:t>
            </a:r>
            <a:r>
              <a:rPr lang="es-ES" dirty="0">
                <a:ea typeface="+mn-lt"/>
                <a:cs typeface="+mn-lt"/>
              </a:rPr>
              <a:t>)</a:t>
            </a:r>
          </a:p>
          <a:p>
            <a:pPr lvl="1">
              <a:buFont typeface="Courier New" panose="020B0604020202020204" pitchFamily="34" charset="0"/>
              <a:buChar char="o"/>
            </a:pPr>
            <a:r>
              <a:rPr lang="es-ES" dirty="0">
                <a:ea typeface="+mn-lt"/>
                <a:cs typeface="+mn-lt"/>
              </a:rPr>
              <a:t>Desarrollado por: Alliance </a:t>
            </a:r>
            <a:r>
              <a:rPr lang="es-ES" dirty="0" err="1">
                <a:ea typeface="+mn-lt"/>
                <a:cs typeface="+mn-lt"/>
              </a:rPr>
              <a:t>for</a:t>
            </a:r>
            <a:r>
              <a:rPr lang="es-ES" dirty="0">
                <a:ea typeface="+mn-lt"/>
                <a:cs typeface="+mn-lt"/>
              </a:rPr>
              <a:t> Open Media (Netflix, Google, Mozilla, etc.).</a:t>
            </a:r>
            <a:endParaRPr lang="es-ES" dirty="0"/>
          </a:p>
          <a:p>
            <a:pPr lvl="1">
              <a:buFont typeface="Courier New" panose="020B0604020202020204" pitchFamily="34" charset="0"/>
              <a:buChar char="o"/>
            </a:pPr>
            <a:r>
              <a:rPr lang="es-ES" dirty="0">
                <a:ea typeface="+mn-lt"/>
                <a:cs typeface="+mn-lt"/>
              </a:rPr>
              <a:t>Compresión: superior a </a:t>
            </a:r>
            <a:r>
              <a:rPr lang="es-ES" dirty="0" err="1">
                <a:ea typeface="+mn-lt"/>
                <a:cs typeface="+mn-lt"/>
              </a:rPr>
              <a:t>WebP</a:t>
            </a:r>
            <a:r>
              <a:rPr lang="es-ES" dirty="0">
                <a:ea typeface="+mn-lt"/>
                <a:cs typeface="+mn-lt"/>
              </a:rPr>
              <a:t> y JPEG.</a:t>
            </a:r>
          </a:p>
          <a:p>
            <a:pPr lvl="1">
              <a:buFont typeface="Courier New" panose="020B0604020202020204" pitchFamily="34" charset="0"/>
              <a:buChar char="o"/>
            </a:pPr>
            <a:r>
              <a:rPr lang="es-ES" dirty="0">
                <a:ea typeface="+mn-lt"/>
                <a:cs typeface="+mn-lt"/>
              </a:rPr>
              <a:t>Ventajas:</a:t>
            </a:r>
          </a:p>
          <a:p>
            <a:pPr lvl="2">
              <a:buFont typeface="Wingdings" panose="020B0604020202020204" pitchFamily="34" charset="0"/>
              <a:buChar char="§"/>
            </a:pPr>
            <a:r>
              <a:rPr lang="es-ES" dirty="0">
                <a:ea typeface="+mn-lt"/>
                <a:cs typeface="+mn-lt"/>
              </a:rPr>
              <a:t>Archivos hasta un 50% más pequeños que JPEG con calidad similar o superior.</a:t>
            </a:r>
          </a:p>
          <a:p>
            <a:pPr lvl="2">
              <a:buFont typeface="Wingdings" panose="020B0604020202020204" pitchFamily="34" charset="0"/>
              <a:buChar char="§"/>
            </a:pPr>
            <a:r>
              <a:rPr lang="es-ES" dirty="0">
                <a:ea typeface="+mn-lt"/>
                <a:cs typeface="+mn-lt"/>
              </a:rPr>
              <a:t>Soporta HDR, transparencia, animaciones y profundidad de color de 10 bits.</a:t>
            </a:r>
            <a:endParaRPr lang="es-ES"/>
          </a:p>
          <a:p>
            <a:pPr lvl="1">
              <a:buFont typeface="Courier New" panose="020B0604020202020204" pitchFamily="34" charset="0"/>
              <a:buChar char="o"/>
            </a:pPr>
            <a:r>
              <a:rPr lang="es-ES" dirty="0">
                <a:ea typeface="+mn-lt"/>
                <a:cs typeface="+mn-lt"/>
              </a:rPr>
              <a:t>Compatibilidad: creciente, soportado por Chrome, Firefox, Safari (desde v16), Edge.</a:t>
            </a:r>
            <a:endParaRPr lang="es-ES"/>
          </a:p>
          <a:p>
            <a:pPr lvl="1">
              <a:buFont typeface="Courier New" panose="020B0604020202020204" pitchFamily="34" charset="0"/>
              <a:buChar char="o"/>
            </a:pPr>
            <a:r>
              <a:rPr lang="es-ES" dirty="0">
                <a:ea typeface="+mn-lt"/>
                <a:cs typeface="+mn-lt"/>
              </a:rPr>
              <a:t>Ideal para: imágenes de alta calidad, sitios que priorizan el rendimiento.</a:t>
            </a:r>
            <a:endParaRPr lang="es-ES"/>
          </a:p>
          <a:p>
            <a:r>
              <a:rPr lang="es-ES" dirty="0">
                <a:ea typeface="+mn-lt"/>
                <a:cs typeface="+mn-lt"/>
              </a:rPr>
              <a:t>Consideraciones</a:t>
            </a:r>
            <a:endParaRPr lang="es-ES" dirty="0"/>
          </a:p>
          <a:p>
            <a:pPr lvl="1">
              <a:buFont typeface="Courier New" panose="020B0604020202020204" pitchFamily="34" charset="0"/>
              <a:buChar char="o"/>
            </a:pPr>
            <a:r>
              <a:rPr lang="es-ES" dirty="0">
                <a:ea typeface="+mn-lt"/>
                <a:cs typeface="+mn-lt"/>
              </a:rPr>
              <a:t>Ambos formatos no son compatibles con navegadores antiguos.</a:t>
            </a:r>
          </a:p>
          <a:p>
            <a:pPr lvl="1">
              <a:buFont typeface="Courier New" panose="020B0604020202020204" pitchFamily="34" charset="0"/>
              <a:buChar char="o"/>
            </a:pPr>
            <a:r>
              <a:rPr lang="es-ES" dirty="0">
                <a:ea typeface="+mn-lt"/>
                <a:cs typeface="+mn-lt"/>
              </a:rPr>
              <a:t>Se recomienda usar la etiqueta &lt;</a:t>
            </a:r>
            <a:r>
              <a:rPr lang="es-ES" dirty="0" err="1">
                <a:ea typeface="+mn-lt"/>
                <a:cs typeface="+mn-lt"/>
              </a:rPr>
              <a:t>picture</a:t>
            </a:r>
            <a:r>
              <a:rPr lang="es-ES" dirty="0">
                <a:ea typeface="+mn-lt"/>
                <a:cs typeface="+mn-lt"/>
              </a:rPr>
              <a:t>&gt; para ofrecer versiones alternativas (</a:t>
            </a:r>
            <a:r>
              <a:rPr lang="es-ES" dirty="0" err="1">
                <a:ea typeface="+mn-lt"/>
                <a:cs typeface="+mn-lt"/>
              </a:rPr>
              <a:t>fallbacks</a:t>
            </a:r>
            <a:r>
              <a:rPr lang="es-ES" dirty="0">
                <a:ea typeface="+mn-lt"/>
                <a:cs typeface="+mn-lt"/>
              </a:rPr>
              <a:t>).</a:t>
            </a:r>
            <a:endParaRPr lang="es-ES" dirty="0"/>
          </a:p>
        </p:txBody>
      </p:sp>
    </p:spTree>
    <p:extLst>
      <p:ext uri="{BB962C8B-B14F-4D97-AF65-F5344CB8AC3E}">
        <p14:creationId xmlns:p14="http://schemas.microsoft.com/office/powerpoint/2010/main" val="2140757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9328D4-75D4-B1CB-7C95-F43B33908C8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CEC6640-A2EC-E3AD-E870-8372393C3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68F1173-94A6-0FB8-7D3C-EC0822BC8C1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3.2.1.3. Formatos de nueva generación: </a:t>
            </a:r>
            <a:r>
              <a:rPr lang="es-ES" b="0" dirty="0" err="1">
                <a:ea typeface="+mj-lt"/>
                <a:cs typeface="+mj-lt"/>
              </a:rPr>
              <a:t>WebP</a:t>
            </a:r>
            <a:r>
              <a:rPr lang="es-ES" b="0" dirty="0">
                <a:ea typeface="+mj-lt"/>
                <a:cs typeface="+mj-lt"/>
              </a:rPr>
              <a:t> y AVIF.</a:t>
            </a:r>
            <a:endParaRPr lang="es-ES" dirty="0"/>
          </a:p>
        </p:txBody>
      </p:sp>
      <p:sp>
        <p:nvSpPr>
          <p:cNvPr id="10" name="Rectangle 9">
            <a:extLst>
              <a:ext uri="{FF2B5EF4-FFF2-40B4-BE49-F238E27FC236}">
                <a16:creationId xmlns:a16="http://schemas.microsoft.com/office/drawing/2014/main" id="{6325325A-D5C9-FC08-B0BE-87D7AC0B8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A49DCED-4F29-B0EA-90A1-79287E2F4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281AB2A-920A-E593-CA93-34FB503E79DC}"/>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Ejemplo: Quieres mostrar una imagen optimizada en tu web, pero asegurarte de que se vea en todos los navegadores.</a:t>
            </a:r>
          </a:p>
          <a:p>
            <a:r>
              <a:rPr lang="es-ES" dirty="0">
                <a:ea typeface="+mn-lt"/>
                <a:cs typeface="+mn-lt"/>
              </a:rPr>
              <a:t>&lt;</a:t>
            </a:r>
            <a:r>
              <a:rPr lang="es-ES" dirty="0" err="1">
                <a:ea typeface="+mn-lt"/>
                <a:cs typeface="+mn-lt"/>
              </a:rPr>
              <a:t>picture</a:t>
            </a:r>
            <a:r>
              <a:rPr lang="es-ES" dirty="0">
                <a:ea typeface="+mn-lt"/>
                <a:cs typeface="+mn-lt"/>
              </a:rPr>
              <a:t>&gt;</a:t>
            </a:r>
            <a:br>
              <a:rPr lang="es-ES" dirty="0">
                <a:ea typeface="+mn-lt"/>
                <a:cs typeface="+mn-lt"/>
              </a:rPr>
            </a:br>
            <a:r>
              <a:rPr lang="es-ES" dirty="0">
                <a:ea typeface="+mn-lt"/>
                <a:cs typeface="+mn-lt"/>
              </a:rPr>
              <a:t>  &lt;</a:t>
            </a:r>
            <a:r>
              <a:rPr lang="es-ES" dirty="0" err="1">
                <a:ea typeface="+mn-lt"/>
                <a:cs typeface="+mn-lt"/>
              </a:rPr>
              <a:t>source</a:t>
            </a:r>
            <a:r>
              <a:rPr lang="es-ES" dirty="0">
                <a:ea typeface="+mn-lt"/>
                <a:cs typeface="+mn-lt"/>
              </a:rPr>
              <a:t> </a:t>
            </a:r>
            <a:r>
              <a:rPr lang="es-ES" dirty="0" err="1">
                <a:ea typeface="+mn-lt"/>
                <a:cs typeface="+mn-lt"/>
              </a:rPr>
              <a:t>srcset</a:t>
            </a:r>
            <a:r>
              <a:rPr lang="es-ES" dirty="0">
                <a:ea typeface="+mn-lt"/>
                <a:cs typeface="+mn-lt"/>
              </a:rPr>
              <a:t>="</a:t>
            </a:r>
            <a:r>
              <a:rPr lang="es-ES" dirty="0" err="1">
                <a:ea typeface="+mn-lt"/>
                <a:cs typeface="+mn-lt"/>
              </a:rPr>
              <a:t>imagen.avif</a:t>
            </a:r>
            <a:r>
              <a:rPr lang="es-ES" dirty="0">
                <a:ea typeface="+mn-lt"/>
                <a:cs typeface="+mn-lt"/>
              </a:rPr>
              <a:t>" </a:t>
            </a:r>
            <a:r>
              <a:rPr lang="es-ES" dirty="0" err="1">
                <a:ea typeface="+mn-lt"/>
                <a:cs typeface="+mn-lt"/>
              </a:rPr>
              <a:t>type</a:t>
            </a:r>
            <a:r>
              <a:rPr lang="es-ES" dirty="0">
                <a:ea typeface="+mn-lt"/>
                <a:cs typeface="+mn-lt"/>
              </a:rPr>
              <a:t>="</a:t>
            </a:r>
            <a:r>
              <a:rPr lang="es-ES" dirty="0" err="1">
                <a:ea typeface="+mn-lt"/>
                <a:cs typeface="+mn-lt"/>
              </a:rPr>
              <a:t>image</a:t>
            </a:r>
            <a:r>
              <a:rPr lang="es-ES" dirty="0">
                <a:ea typeface="+mn-lt"/>
                <a:cs typeface="+mn-lt"/>
              </a:rPr>
              <a:t>/</a:t>
            </a:r>
            <a:r>
              <a:rPr lang="es-ES" dirty="0" err="1">
                <a:ea typeface="+mn-lt"/>
                <a:cs typeface="+mn-lt"/>
              </a:rPr>
              <a:t>avif</a:t>
            </a:r>
            <a:r>
              <a:rPr lang="es-ES" dirty="0">
                <a:ea typeface="+mn-lt"/>
                <a:cs typeface="+mn-lt"/>
              </a:rPr>
              <a:t>"&gt;</a:t>
            </a:r>
            <a:br>
              <a:rPr lang="es-ES" dirty="0">
                <a:ea typeface="+mn-lt"/>
                <a:cs typeface="+mn-lt"/>
              </a:rPr>
            </a:br>
            <a:r>
              <a:rPr lang="es-ES" dirty="0">
                <a:ea typeface="+mn-lt"/>
                <a:cs typeface="+mn-lt"/>
              </a:rPr>
              <a:t>  &lt;</a:t>
            </a:r>
            <a:r>
              <a:rPr lang="es-ES" dirty="0" err="1">
                <a:ea typeface="+mn-lt"/>
                <a:cs typeface="+mn-lt"/>
              </a:rPr>
              <a:t>source</a:t>
            </a:r>
            <a:r>
              <a:rPr lang="es-ES" dirty="0">
                <a:ea typeface="+mn-lt"/>
                <a:cs typeface="+mn-lt"/>
              </a:rPr>
              <a:t> </a:t>
            </a:r>
            <a:r>
              <a:rPr lang="es-ES" dirty="0" err="1">
                <a:ea typeface="+mn-lt"/>
                <a:cs typeface="+mn-lt"/>
              </a:rPr>
              <a:t>srcset</a:t>
            </a:r>
            <a:r>
              <a:rPr lang="es-ES" dirty="0">
                <a:ea typeface="+mn-lt"/>
                <a:cs typeface="+mn-lt"/>
              </a:rPr>
              <a:t>="</a:t>
            </a:r>
            <a:r>
              <a:rPr lang="es-ES" dirty="0" err="1">
                <a:ea typeface="+mn-lt"/>
                <a:cs typeface="+mn-lt"/>
              </a:rPr>
              <a:t>imagen.webp</a:t>
            </a:r>
            <a:r>
              <a:rPr lang="es-ES" dirty="0">
                <a:ea typeface="+mn-lt"/>
                <a:cs typeface="+mn-lt"/>
              </a:rPr>
              <a:t>" </a:t>
            </a:r>
            <a:r>
              <a:rPr lang="es-ES" dirty="0" err="1">
                <a:ea typeface="+mn-lt"/>
                <a:cs typeface="+mn-lt"/>
              </a:rPr>
              <a:t>type</a:t>
            </a:r>
            <a:r>
              <a:rPr lang="es-ES" dirty="0">
                <a:ea typeface="+mn-lt"/>
                <a:cs typeface="+mn-lt"/>
              </a:rPr>
              <a:t>="</a:t>
            </a:r>
            <a:r>
              <a:rPr lang="es-ES" dirty="0" err="1">
                <a:ea typeface="+mn-lt"/>
                <a:cs typeface="+mn-lt"/>
              </a:rPr>
              <a:t>image</a:t>
            </a:r>
            <a:r>
              <a:rPr lang="es-ES" dirty="0">
                <a:ea typeface="+mn-lt"/>
                <a:cs typeface="+mn-lt"/>
              </a:rPr>
              <a:t>/</a:t>
            </a:r>
            <a:r>
              <a:rPr lang="es-ES" dirty="0" err="1">
                <a:ea typeface="+mn-lt"/>
                <a:cs typeface="+mn-lt"/>
              </a:rPr>
              <a:t>webp</a:t>
            </a:r>
            <a:r>
              <a:rPr lang="es-ES" dirty="0">
                <a:ea typeface="+mn-lt"/>
                <a:cs typeface="+mn-lt"/>
              </a:rPr>
              <a:t>"&gt;</a:t>
            </a:r>
            <a:br>
              <a:rPr lang="es-ES" dirty="0">
                <a:ea typeface="+mn-lt"/>
                <a:cs typeface="+mn-lt"/>
              </a:rPr>
            </a:br>
            <a:r>
              <a:rPr lang="es-ES" dirty="0">
                <a:ea typeface="+mn-lt"/>
                <a:cs typeface="+mn-lt"/>
              </a:rPr>
              <a:t>  &lt;</a:t>
            </a:r>
            <a:r>
              <a:rPr lang="es-ES" dirty="0" err="1">
                <a:ea typeface="+mn-lt"/>
                <a:cs typeface="+mn-lt"/>
              </a:rPr>
              <a:t>img</a:t>
            </a:r>
            <a:r>
              <a:rPr lang="es-ES" dirty="0">
                <a:ea typeface="+mn-lt"/>
                <a:cs typeface="+mn-lt"/>
              </a:rPr>
              <a:t> </a:t>
            </a:r>
            <a:r>
              <a:rPr lang="es-ES" dirty="0" err="1">
                <a:ea typeface="+mn-lt"/>
                <a:cs typeface="+mn-lt"/>
              </a:rPr>
              <a:t>src</a:t>
            </a:r>
            <a:r>
              <a:rPr lang="es-ES" dirty="0">
                <a:ea typeface="+mn-lt"/>
                <a:cs typeface="+mn-lt"/>
              </a:rPr>
              <a:t>="imagen.jpg" </a:t>
            </a:r>
            <a:r>
              <a:rPr lang="es-ES" dirty="0" err="1">
                <a:ea typeface="+mn-lt"/>
                <a:cs typeface="+mn-lt"/>
              </a:rPr>
              <a:t>alt</a:t>
            </a:r>
            <a:r>
              <a:rPr lang="es-ES" dirty="0">
                <a:ea typeface="+mn-lt"/>
                <a:cs typeface="+mn-lt"/>
              </a:rPr>
              <a:t>="Descripción de la imagen"&gt;</a:t>
            </a:r>
            <a:br>
              <a:rPr lang="es-ES" dirty="0">
                <a:ea typeface="+mn-lt"/>
                <a:cs typeface="+mn-lt"/>
              </a:rPr>
            </a:br>
            <a:r>
              <a:rPr lang="es-ES" dirty="0">
                <a:ea typeface="+mn-lt"/>
                <a:cs typeface="+mn-lt"/>
              </a:rPr>
              <a:t>&lt;/</a:t>
            </a:r>
            <a:r>
              <a:rPr lang="es-ES" dirty="0" err="1">
                <a:ea typeface="+mn-lt"/>
                <a:cs typeface="+mn-lt"/>
              </a:rPr>
              <a:t>picture</a:t>
            </a:r>
            <a:endParaRPr lang="es-ES" dirty="0"/>
          </a:p>
          <a:p>
            <a:r>
              <a:rPr lang="es-ES" dirty="0">
                <a:ea typeface="+mn-lt"/>
                <a:cs typeface="+mn-lt"/>
              </a:rPr>
              <a:t>Este código:</a:t>
            </a:r>
          </a:p>
          <a:p>
            <a:pPr lvl="1">
              <a:buFont typeface="Courier New" panose="020B0604020202020204" pitchFamily="34" charset="0"/>
              <a:buChar char="o"/>
            </a:pPr>
            <a:r>
              <a:rPr lang="es-ES" dirty="0">
                <a:ea typeface="+mn-lt"/>
                <a:cs typeface="+mn-lt"/>
              </a:rPr>
              <a:t>Muestra AVIF si el navegador lo soporta.</a:t>
            </a:r>
          </a:p>
          <a:p>
            <a:pPr lvl="1">
              <a:buFont typeface="Courier New" panose="020B0604020202020204" pitchFamily="34" charset="0"/>
              <a:buChar char="o"/>
            </a:pPr>
            <a:r>
              <a:rPr lang="es-ES" dirty="0">
                <a:ea typeface="+mn-lt"/>
                <a:cs typeface="+mn-lt"/>
              </a:rPr>
              <a:t>Si no, carga </a:t>
            </a:r>
            <a:r>
              <a:rPr lang="es-ES" dirty="0" err="1">
                <a:ea typeface="+mn-lt"/>
                <a:cs typeface="+mn-lt"/>
              </a:rPr>
              <a:t>WebP</a:t>
            </a:r>
            <a:r>
              <a:rPr lang="es-ES" dirty="0">
                <a:ea typeface="+mn-lt"/>
                <a:cs typeface="+mn-lt"/>
              </a:rPr>
              <a:t>.</a:t>
            </a:r>
            <a:endParaRPr lang="es-ES"/>
          </a:p>
          <a:p>
            <a:pPr lvl="1">
              <a:buFont typeface="Courier New" panose="020B0604020202020204" pitchFamily="34" charset="0"/>
              <a:buChar char="o"/>
            </a:pPr>
            <a:r>
              <a:rPr lang="es-ES" dirty="0">
                <a:ea typeface="+mn-lt"/>
                <a:cs typeface="+mn-lt"/>
              </a:rPr>
              <a:t>Como último recurso, usa JPEG.</a:t>
            </a:r>
          </a:p>
          <a:p>
            <a:endParaRPr lang="es-ES" dirty="0"/>
          </a:p>
        </p:txBody>
      </p:sp>
    </p:spTree>
    <p:extLst>
      <p:ext uri="{BB962C8B-B14F-4D97-AF65-F5344CB8AC3E}">
        <p14:creationId xmlns:p14="http://schemas.microsoft.com/office/powerpoint/2010/main" val="3260231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AD9FDB-ABDE-8946-9F5D-34FEA2B9881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CAA1753-1844-58E1-EFE1-8BC74C6A3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DF2761C-9CE7-F473-79AB-9058E6092C0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 Software para la creación y edición de imágenes</a:t>
            </a:r>
            <a:endParaRPr lang="es-ES" dirty="0"/>
          </a:p>
        </p:txBody>
      </p:sp>
      <p:sp>
        <p:nvSpPr>
          <p:cNvPr id="10" name="Rectangle 9">
            <a:extLst>
              <a:ext uri="{FF2B5EF4-FFF2-40B4-BE49-F238E27FC236}">
                <a16:creationId xmlns:a16="http://schemas.microsoft.com/office/drawing/2014/main" id="{0444179D-5D7B-BA6C-9AB5-6E5E8AF11F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DF09653-274E-4F68-4F4E-EC1A139E30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17B57D6-14CD-4554-2DED-A276E8CF5B97}"/>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El tratamiento digital de imágenes es una competencia esencial en el diseño web. Existen múltiples herramientas que permiten crear, editar, optimizar y exportar imágenes para su uso en interfaces web. Estas herramientas pueden realizar ediciones como:</a:t>
            </a:r>
            <a:endParaRPr lang="es-ES" dirty="0"/>
          </a:p>
          <a:p>
            <a:pPr lvl="1">
              <a:buFont typeface="Courier New" panose="020B0604020202020204" pitchFamily="34" charset="0"/>
              <a:buChar char="o"/>
            </a:pPr>
            <a:r>
              <a:rPr lang="es-ES" dirty="0">
                <a:ea typeface="+mn-lt"/>
                <a:cs typeface="+mn-lt"/>
              </a:rPr>
              <a:t>Recorte y redimensionado.</a:t>
            </a:r>
            <a:endParaRPr lang="es-ES"/>
          </a:p>
          <a:p>
            <a:pPr lvl="1">
              <a:buFont typeface="Courier New" panose="020B0604020202020204" pitchFamily="34" charset="0"/>
              <a:buChar char="o"/>
            </a:pPr>
            <a:r>
              <a:rPr lang="es-ES" dirty="0">
                <a:ea typeface="+mn-lt"/>
                <a:cs typeface="+mn-lt"/>
              </a:rPr>
              <a:t>Ajuste de brillo, contraste, saturación.</a:t>
            </a:r>
            <a:endParaRPr lang="es-ES"/>
          </a:p>
          <a:p>
            <a:pPr lvl="1">
              <a:buFont typeface="Courier New" panose="020B0604020202020204" pitchFamily="34" charset="0"/>
              <a:buChar char="o"/>
            </a:pPr>
            <a:r>
              <a:rPr lang="es-ES" dirty="0">
                <a:ea typeface="+mn-lt"/>
                <a:cs typeface="+mn-lt"/>
              </a:rPr>
              <a:t>Aplicación de filtros y efectos.</a:t>
            </a:r>
            <a:endParaRPr lang="es-ES"/>
          </a:p>
          <a:p>
            <a:pPr lvl="1">
              <a:buFont typeface="Courier New" panose="020B0604020202020204" pitchFamily="34" charset="0"/>
              <a:buChar char="o"/>
            </a:pPr>
            <a:r>
              <a:rPr lang="es-ES" dirty="0">
                <a:ea typeface="+mn-lt"/>
                <a:cs typeface="+mn-lt"/>
              </a:rPr>
              <a:t>Exportación en distintos formatos (JPEG, PNG, </a:t>
            </a:r>
            <a:r>
              <a:rPr lang="es-ES" dirty="0" err="1">
                <a:ea typeface="+mn-lt"/>
                <a:cs typeface="+mn-lt"/>
              </a:rPr>
              <a:t>WebP</a:t>
            </a:r>
            <a:r>
              <a:rPr lang="es-ES" dirty="0">
                <a:ea typeface="+mn-lt"/>
                <a:cs typeface="+mn-lt"/>
              </a:rPr>
              <a:t>, SVG).</a:t>
            </a:r>
            <a:endParaRPr lang="es-ES"/>
          </a:p>
          <a:p>
            <a:pPr lvl="1">
              <a:buFont typeface="Courier New" panose="020B0604020202020204" pitchFamily="34" charset="0"/>
              <a:buChar char="o"/>
            </a:pPr>
            <a:r>
              <a:rPr lang="es-ES" dirty="0">
                <a:ea typeface="+mn-lt"/>
                <a:cs typeface="+mn-lt"/>
              </a:rPr>
              <a:t>Compresión para optimización web.</a:t>
            </a:r>
            <a:endParaRPr lang="es-ES" dirty="0"/>
          </a:p>
        </p:txBody>
      </p:sp>
    </p:spTree>
    <p:extLst>
      <p:ext uri="{BB962C8B-B14F-4D97-AF65-F5344CB8AC3E}">
        <p14:creationId xmlns:p14="http://schemas.microsoft.com/office/powerpoint/2010/main" val="37591348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8697CC-7F87-59B0-CA08-356E6B0CF32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9A7269D-3648-2A86-07F4-00D882CC4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235FF5-7D9F-62AC-9306-448D806559C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 Software para la creación y edición de imágenes</a:t>
            </a:r>
            <a:endParaRPr lang="es-ES" dirty="0"/>
          </a:p>
        </p:txBody>
      </p:sp>
      <p:sp>
        <p:nvSpPr>
          <p:cNvPr id="10" name="Rectangle 9">
            <a:extLst>
              <a:ext uri="{FF2B5EF4-FFF2-40B4-BE49-F238E27FC236}">
                <a16:creationId xmlns:a16="http://schemas.microsoft.com/office/drawing/2014/main" id="{30367BB0-7234-2189-C0B6-CC04F2451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EAED79-C07D-D138-6F77-8FE102F99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67B58A6-D7B1-B1A0-C499-F25B13313FD1}"/>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Herramientas destacadas:</a:t>
            </a:r>
            <a:endParaRPr lang="es-ES" dirty="0"/>
          </a:p>
          <a:p>
            <a:pPr lvl="1">
              <a:buFont typeface="Courier New" panose="020B0604020202020204" pitchFamily="34" charset="0"/>
              <a:buChar char="o"/>
            </a:pPr>
            <a:r>
              <a:rPr lang="es-ES" dirty="0">
                <a:ea typeface="+mn-lt"/>
                <a:cs typeface="+mn-lt"/>
              </a:rPr>
              <a:t>Adobe Photoshop. Profesional. Edición avanzada, capas, filtros, exportación optimizada.</a:t>
            </a:r>
            <a:endParaRPr lang="es-ES"/>
          </a:p>
          <a:p>
            <a:pPr lvl="1">
              <a:buFont typeface="Courier New" panose="020B0604020202020204" pitchFamily="34" charset="0"/>
              <a:buChar char="o"/>
            </a:pPr>
            <a:r>
              <a:rPr lang="es-ES" dirty="0">
                <a:ea typeface="+mn-lt"/>
                <a:cs typeface="+mn-lt"/>
              </a:rPr>
              <a:t>GIMP: Libre. Alternativa a Photoshop, potente y personalizable.</a:t>
            </a:r>
            <a:endParaRPr lang="es-ES" dirty="0"/>
          </a:p>
          <a:p>
            <a:pPr lvl="1">
              <a:buFont typeface="Courier New" panose="020B0604020202020204" pitchFamily="34" charset="0"/>
              <a:buChar char="o"/>
            </a:pPr>
            <a:r>
              <a:rPr lang="es-ES" dirty="0" err="1">
                <a:ea typeface="+mn-lt"/>
                <a:cs typeface="+mn-lt"/>
              </a:rPr>
              <a:t>Figma</a:t>
            </a:r>
            <a:r>
              <a:rPr lang="es-ES" dirty="0">
                <a:ea typeface="+mn-lt"/>
                <a:cs typeface="+mn-lt"/>
              </a:rPr>
              <a:t>: Online. Ideal para diseño UI/UX, permite exportar SVG y PNG.</a:t>
            </a:r>
            <a:endParaRPr lang="es-ES" dirty="0"/>
          </a:p>
          <a:p>
            <a:pPr lvl="1">
              <a:buFont typeface="Courier New" panose="020B0604020202020204" pitchFamily="34" charset="0"/>
              <a:buChar char="o"/>
            </a:pPr>
            <a:r>
              <a:rPr lang="es-ES" dirty="0" err="1">
                <a:ea typeface="+mn-lt"/>
                <a:cs typeface="+mn-lt"/>
              </a:rPr>
              <a:t>Canva</a:t>
            </a:r>
            <a:r>
              <a:rPr lang="es-ES" dirty="0">
                <a:ea typeface="+mn-lt"/>
                <a:cs typeface="+mn-lt"/>
              </a:rPr>
              <a:t>: Online. Fácil de usar, ideal para diseños rápidos y educativos.</a:t>
            </a:r>
            <a:endParaRPr lang="es-ES" dirty="0"/>
          </a:p>
          <a:p>
            <a:pPr lvl="1">
              <a:buFont typeface="Courier New" panose="020B0604020202020204" pitchFamily="34" charset="0"/>
              <a:buChar char="o"/>
            </a:pPr>
            <a:r>
              <a:rPr lang="es-ES" dirty="0" err="1">
                <a:ea typeface="+mn-lt"/>
                <a:cs typeface="+mn-lt"/>
              </a:rPr>
              <a:t>Photopea</a:t>
            </a:r>
            <a:r>
              <a:rPr lang="es-ES" dirty="0">
                <a:ea typeface="+mn-lt"/>
                <a:cs typeface="+mn-lt"/>
              </a:rPr>
              <a:t>: Online. Editor similar a Photoshop, gratuito y sin instalación.</a:t>
            </a:r>
            <a:endParaRPr lang="es-ES" dirty="0"/>
          </a:p>
          <a:p>
            <a:pPr lvl="1">
              <a:buFont typeface="Courier New" panose="020B0604020202020204" pitchFamily="34" charset="0"/>
              <a:buChar char="o"/>
            </a:pPr>
            <a:r>
              <a:rPr lang="es-ES" dirty="0" err="1">
                <a:ea typeface="+mn-lt"/>
                <a:cs typeface="+mn-lt"/>
              </a:rPr>
              <a:t>Krita</a:t>
            </a:r>
            <a:r>
              <a:rPr lang="es-ES" dirty="0">
                <a:ea typeface="+mn-lt"/>
                <a:cs typeface="+mn-lt"/>
              </a:rPr>
              <a:t>: Libre. Enfocado en ilustración digital, soporta múltiples formatos.</a:t>
            </a:r>
            <a:endParaRPr lang="es-ES"/>
          </a:p>
          <a:p>
            <a:endParaRPr lang="es-ES" dirty="0"/>
          </a:p>
        </p:txBody>
      </p:sp>
    </p:spTree>
    <p:extLst>
      <p:ext uri="{BB962C8B-B14F-4D97-AF65-F5344CB8AC3E}">
        <p14:creationId xmlns:p14="http://schemas.microsoft.com/office/powerpoint/2010/main" val="8242714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8BED31-D839-6F98-35F3-3097958EF1F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041646-CDA0-DB47-C567-4B014A991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C13CE0-A956-A598-A0A9-D401B432EF3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 Software para la creación y edición de imágenes</a:t>
            </a:r>
            <a:endParaRPr lang="es-ES" dirty="0"/>
          </a:p>
        </p:txBody>
      </p:sp>
      <p:sp>
        <p:nvSpPr>
          <p:cNvPr id="10" name="Rectangle 9">
            <a:extLst>
              <a:ext uri="{FF2B5EF4-FFF2-40B4-BE49-F238E27FC236}">
                <a16:creationId xmlns:a16="http://schemas.microsoft.com/office/drawing/2014/main" id="{2EBDF68F-AE34-99EB-ED7B-978B38DA1B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C27C1F7-F081-7B4B-4567-C02E39ED12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8081E3C-25B4-983E-1626-0B28965FA0CD}"/>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Ejemplo: Has creado un icono en </a:t>
            </a:r>
            <a:r>
              <a:rPr lang="es-ES" dirty="0" err="1">
                <a:ea typeface="+mn-lt"/>
                <a:cs typeface="+mn-lt"/>
              </a:rPr>
              <a:t>Figma</a:t>
            </a:r>
            <a:r>
              <a:rPr lang="es-ES" dirty="0">
                <a:ea typeface="+mn-lt"/>
                <a:cs typeface="+mn-lt"/>
              </a:rPr>
              <a:t> y lo exportas como SVG para usarlo en tu web.</a:t>
            </a:r>
          </a:p>
          <a:p>
            <a:pPr lvl="1">
              <a:buFont typeface="Courier New" panose="020B0604020202020204" pitchFamily="34" charset="0"/>
              <a:buChar char="o"/>
            </a:pPr>
            <a:r>
              <a:rPr lang="es-ES" dirty="0">
                <a:ea typeface="+mn-lt"/>
                <a:cs typeface="+mn-lt"/>
              </a:rPr>
              <a:t>Diseñas el icono en </a:t>
            </a:r>
            <a:r>
              <a:rPr lang="es-ES" dirty="0" err="1">
                <a:ea typeface="+mn-lt"/>
                <a:cs typeface="+mn-lt"/>
              </a:rPr>
              <a:t>Figma</a:t>
            </a:r>
            <a:r>
              <a:rPr lang="es-ES" dirty="0">
                <a:ea typeface="+mn-lt"/>
                <a:cs typeface="+mn-lt"/>
              </a:rPr>
              <a:t>.</a:t>
            </a:r>
          </a:p>
          <a:p>
            <a:pPr lvl="1">
              <a:buFont typeface="Courier New" panose="020B0604020202020204" pitchFamily="34" charset="0"/>
              <a:buChar char="o"/>
            </a:pPr>
            <a:r>
              <a:rPr lang="es-ES" dirty="0">
                <a:ea typeface="+mn-lt"/>
                <a:cs typeface="+mn-lt"/>
              </a:rPr>
              <a:t>Lo exportas como </a:t>
            </a:r>
            <a:r>
              <a:rPr lang="es-ES" dirty="0" err="1">
                <a:ea typeface="+mn-lt"/>
                <a:cs typeface="+mn-lt"/>
              </a:rPr>
              <a:t>descargar.svg</a:t>
            </a:r>
            <a:r>
              <a:rPr lang="es-ES" dirty="0">
                <a:ea typeface="+mn-lt"/>
                <a:cs typeface="+mn-lt"/>
              </a:rPr>
              <a:t>.</a:t>
            </a:r>
          </a:p>
          <a:p>
            <a:pPr lvl="1">
              <a:buFont typeface="Courier New" panose="020B0604020202020204" pitchFamily="34" charset="0"/>
              <a:buChar char="o"/>
            </a:pPr>
            <a:r>
              <a:rPr lang="es-ES" dirty="0">
                <a:ea typeface="+mn-lt"/>
                <a:cs typeface="+mn-lt"/>
              </a:rPr>
              <a:t>Lo insertas directamente en tu HTML.</a:t>
            </a:r>
          </a:p>
          <a:p>
            <a:pPr marL="0" indent="0">
              <a:buNone/>
            </a:pPr>
            <a:r>
              <a:rPr lang="es-ES" b="1" dirty="0">
                <a:latin typeface="Consolas"/>
                <a:ea typeface="+mn-lt"/>
                <a:cs typeface="+mn-lt"/>
              </a:rPr>
              <a:t>&lt;</a:t>
            </a:r>
            <a:r>
              <a:rPr lang="es-ES" b="1" dirty="0" err="1">
                <a:latin typeface="Consolas"/>
                <a:ea typeface="+mn-lt"/>
                <a:cs typeface="+mn-lt"/>
              </a:rPr>
              <a:t>img</a:t>
            </a:r>
            <a:r>
              <a:rPr lang="es-ES" b="1" dirty="0">
                <a:latin typeface="Consolas"/>
                <a:ea typeface="+mn-lt"/>
                <a:cs typeface="+mn-lt"/>
              </a:rPr>
              <a:t> </a:t>
            </a:r>
            <a:r>
              <a:rPr lang="es-ES" b="1" dirty="0" err="1">
                <a:latin typeface="Consolas"/>
                <a:ea typeface="+mn-lt"/>
                <a:cs typeface="+mn-lt"/>
              </a:rPr>
              <a:t>src</a:t>
            </a:r>
            <a:r>
              <a:rPr lang="es-ES" b="1" dirty="0">
                <a:latin typeface="Consolas"/>
                <a:ea typeface="+mn-lt"/>
                <a:cs typeface="+mn-lt"/>
              </a:rPr>
              <a:t>="iconos/</a:t>
            </a:r>
            <a:r>
              <a:rPr lang="es-ES" b="1" dirty="0" err="1">
                <a:latin typeface="Consolas"/>
                <a:ea typeface="+mn-lt"/>
                <a:cs typeface="+mn-lt"/>
              </a:rPr>
              <a:t>descargar.svg</a:t>
            </a:r>
            <a:r>
              <a:rPr lang="es-ES" b="1" dirty="0">
                <a:latin typeface="Consolas"/>
                <a:ea typeface="+mn-lt"/>
                <a:cs typeface="+mn-lt"/>
              </a:rPr>
              <a:t>" </a:t>
            </a:r>
            <a:r>
              <a:rPr lang="es-ES" b="1" dirty="0" err="1">
                <a:latin typeface="Consolas"/>
                <a:ea typeface="+mn-lt"/>
                <a:cs typeface="+mn-lt"/>
              </a:rPr>
              <a:t>alt</a:t>
            </a:r>
            <a:r>
              <a:rPr lang="es-ES" b="1" dirty="0">
                <a:latin typeface="Consolas"/>
                <a:ea typeface="+mn-lt"/>
                <a:cs typeface="+mn-lt"/>
              </a:rPr>
              <a:t>="Icono de descarga" </a:t>
            </a:r>
            <a:r>
              <a:rPr lang="es-ES" b="1" dirty="0" err="1">
                <a:latin typeface="Consolas"/>
                <a:ea typeface="+mn-lt"/>
                <a:cs typeface="+mn-lt"/>
              </a:rPr>
              <a:t>width</a:t>
            </a:r>
            <a:r>
              <a:rPr lang="es-ES" b="1" dirty="0">
                <a:latin typeface="Consolas"/>
                <a:ea typeface="+mn-lt"/>
                <a:cs typeface="+mn-lt"/>
              </a:rPr>
              <a:t>="40" </a:t>
            </a:r>
            <a:r>
              <a:rPr lang="es-ES" b="1" dirty="0" err="1">
                <a:latin typeface="Consolas"/>
                <a:ea typeface="+mn-lt"/>
                <a:cs typeface="+mn-lt"/>
              </a:rPr>
              <a:t>height</a:t>
            </a:r>
            <a:r>
              <a:rPr lang="es-ES" b="1" dirty="0">
                <a:latin typeface="Consolas"/>
                <a:ea typeface="+mn-lt"/>
                <a:cs typeface="+mn-lt"/>
              </a:rPr>
              <a:t>="40"&gt;</a:t>
            </a:r>
            <a:endParaRPr lang="es-ES" b="1" dirty="0">
              <a:latin typeface="Consolas"/>
            </a:endParaRPr>
          </a:p>
          <a:p>
            <a:pPr marL="0" indent="0">
              <a:buNone/>
            </a:pPr>
            <a:r>
              <a:rPr lang="es-ES" b="1" dirty="0">
                <a:latin typeface="Consolas"/>
                <a:ea typeface="+mn-lt"/>
                <a:cs typeface="+mn-lt"/>
              </a:rPr>
              <a:t>&lt;</a:t>
            </a:r>
            <a:r>
              <a:rPr lang="es-ES" b="1" err="1">
                <a:latin typeface="Consolas"/>
                <a:ea typeface="+mn-lt"/>
                <a:cs typeface="+mn-lt"/>
              </a:rPr>
              <a:t>svg</a:t>
            </a: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="40" </a:t>
            </a:r>
            <a:r>
              <a:rPr lang="es-ES" b="1" err="1">
                <a:latin typeface="Consolas"/>
                <a:ea typeface="+mn-lt"/>
                <a:cs typeface="+mn-lt"/>
              </a:rPr>
              <a:t>height</a:t>
            </a:r>
            <a:r>
              <a:rPr lang="es-ES" b="1" dirty="0">
                <a:latin typeface="Consolas"/>
                <a:ea typeface="+mn-lt"/>
                <a:cs typeface="+mn-lt"/>
              </a:rPr>
              <a:t>="40" </a:t>
            </a:r>
            <a:r>
              <a:rPr lang="es-ES" b="1" err="1">
                <a:latin typeface="Consolas"/>
                <a:ea typeface="+mn-lt"/>
                <a:cs typeface="+mn-lt"/>
              </a:rPr>
              <a:t>viewBox</a:t>
            </a:r>
            <a:r>
              <a:rPr lang="es-ES" b="1" dirty="0">
                <a:latin typeface="Consolas"/>
                <a:ea typeface="+mn-lt"/>
                <a:cs typeface="+mn-lt"/>
              </a:rPr>
              <a:t>="0 0 24 24" </a:t>
            </a:r>
            <a:r>
              <a:rPr lang="es-ES" b="1" err="1">
                <a:latin typeface="Consolas"/>
                <a:ea typeface="+mn-lt"/>
                <a:cs typeface="+mn-lt"/>
              </a:rPr>
              <a:t>xmlns</a:t>
            </a:r>
            <a:r>
              <a:rPr lang="es-ES" b="1" dirty="0">
                <a:latin typeface="Consolas"/>
                <a:ea typeface="+mn-lt"/>
                <a:cs typeface="+mn-lt"/>
              </a:rPr>
              <a:t>="http://www.w3.org/2000/svg"&gt;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path</a:t>
            </a:r>
            <a:r>
              <a:rPr lang="es-ES" b="1" dirty="0">
                <a:latin typeface="Consolas"/>
                <a:ea typeface="+mn-lt"/>
                <a:cs typeface="+mn-lt"/>
              </a:rPr>
              <a:t> d="M12 16L12 4M12 16L8 12M12 16L16 12M4 20H20" </a:t>
            </a:r>
            <a:r>
              <a:rPr lang="es-ES" b="1" err="1">
                <a:latin typeface="Consolas"/>
                <a:ea typeface="+mn-lt"/>
                <a:cs typeface="+mn-lt"/>
              </a:rPr>
              <a:t>stroke</a:t>
            </a:r>
            <a:r>
              <a:rPr lang="es-ES" b="1" dirty="0">
                <a:latin typeface="Consolas"/>
                <a:ea typeface="+mn-lt"/>
                <a:cs typeface="+mn-lt"/>
              </a:rPr>
              <a:t>="#000" </a:t>
            </a:r>
            <a:r>
              <a:rPr lang="es-ES" b="1" err="1">
                <a:latin typeface="Consolas"/>
                <a:ea typeface="+mn-lt"/>
                <a:cs typeface="+mn-lt"/>
              </a:rPr>
              <a:t>stroke-width</a:t>
            </a:r>
            <a:r>
              <a:rPr lang="es-ES" b="1" dirty="0">
                <a:latin typeface="Consolas"/>
                <a:ea typeface="+mn-lt"/>
                <a:cs typeface="+mn-lt"/>
              </a:rPr>
              <a:t>="2" </a:t>
            </a:r>
            <a:r>
              <a:rPr lang="es-ES" b="1" err="1">
                <a:latin typeface="Consolas"/>
                <a:ea typeface="+mn-lt"/>
                <a:cs typeface="+mn-lt"/>
              </a:rPr>
              <a:t>stroke-linecap</a:t>
            </a:r>
            <a:r>
              <a:rPr lang="es-ES" b="1" dirty="0">
                <a:latin typeface="Consolas"/>
                <a:ea typeface="+mn-lt"/>
                <a:cs typeface="+mn-lt"/>
              </a:rPr>
              <a:t>="round" </a:t>
            </a:r>
            <a:r>
              <a:rPr lang="es-ES" b="1" err="1">
                <a:latin typeface="Consolas"/>
                <a:ea typeface="+mn-lt"/>
                <a:cs typeface="+mn-lt"/>
              </a:rPr>
              <a:t>stroke-linejoin</a:t>
            </a:r>
            <a:r>
              <a:rPr lang="es-ES" b="1" dirty="0">
                <a:latin typeface="Consolas"/>
                <a:ea typeface="+mn-lt"/>
                <a:cs typeface="+mn-lt"/>
              </a:rPr>
              <a:t>="round"/&gt;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svg</a:t>
            </a:r>
            <a:r>
              <a:rPr lang="es-ES" b="1" dirty="0">
                <a:latin typeface="Consolas"/>
                <a:ea typeface="+mn-lt"/>
                <a:cs typeface="+mn-lt"/>
              </a:rPr>
              <a:t>&gt;</a:t>
            </a:r>
            <a:endParaRPr lang="es-ES" b="1" dirty="0">
              <a:latin typeface="Consolas"/>
            </a:endParaRPr>
          </a:p>
          <a:p>
            <a:endParaRPr lang="es-ES" dirty="0"/>
          </a:p>
        </p:txBody>
      </p:sp>
    </p:spTree>
    <p:extLst>
      <p:ext uri="{BB962C8B-B14F-4D97-AF65-F5344CB8AC3E}">
        <p14:creationId xmlns:p14="http://schemas.microsoft.com/office/powerpoint/2010/main" val="2068844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FF197E-C42F-54AB-EC9A-F15FBD1FEE8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97A5ED-95DB-4B76-8332-5D38611381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6E20AC1-5619-0B03-ABDE-F3324591C46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3.2.2.1. Ajustes básicos: brillo, contraste, saturación</a:t>
            </a:r>
            <a:endParaRPr lang="es-ES" dirty="0"/>
          </a:p>
        </p:txBody>
      </p:sp>
      <p:sp>
        <p:nvSpPr>
          <p:cNvPr id="10" name="Rectangle 9">
            <a:extLst>
              <a:ext uri="{FF2B5EF4-FFF2-40B4-BE49-F238E27FC236}">
                <a16:creationId xmlns:a16="http://schemas.microsoft.com/office/drawing/2014/main" id="{1121A73D-18CC-77C3-AD36-AA37AED3B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F80A2F6-2661-C0DC-7E69-34A527C2F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E747843-49DA-E10F-2755-CFC4B517ED04}"/>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Los ajustes básicos de imagen permiten mejorar la calidad visual y adaptarla al estilo de una interfaz web. Los más comunes son:</a:t>
            </a:r>
            <a:endParaRPr lang="es-ES" dirty="0"/>
          </a:p>
          <a:p>
            <a:pPr lvl="1">
              <a:buFont typeface="Courier New" panose="020B0604020202020204" pitchFamily="34" charset="0"/>
              <a:buChar char="o"/>
            </a:pPr>
            <a:r>
              <a:rPr lang="es-ES" dirty="0">
                <a:ea typeface="+mn-lt"/>
                <a:cs typeface="+mn-lt"/>
              </a:rPr>
              <a:t>Brillo: modifica la luminosidad general de la imagen.</a:t>
            </a:r>
            <a:endParaRPr lang="es-ES"/>
          </a:p>
          <a:p>
            <a:pPr lvl="1">
              <a:buFont typeface="Courier New" panose="020B0604020202020204" pitchFamily="34" charset="0"/>
              <a:buChar char="o"/>
            </a:pPr>
            <a:r>
              <a:rPr lang="es-ES" dirty="0">
                <a:ea typeface="+mn-lt"/>
                <a:cs typeface="+mn-lt"/>
              </a:rPr>
              <a:t>Contraste: ajusta la diferencia entre las zonas claras y oscuras.</a:t>
            </a:r>
            <a:endParaRPr lang="es-ES"/>
          </a:p>
          <a:p>
            <a:pPr lvl="1">
              <a:buFont typeface="Courier New" panose="020B0604020202020204" pitchFamily="34" charset="0"/>
              <a:buChar char="o"/>
            </a:pPr>
            <a:r>
              <a:rPr lang="es-ES" dirty="0">
                <a:ea typeface="+mn-lt"/>
                <a:cs typeface="+mn-lt"/>
              </a:rPr>
              <a:t>Saturación: controla la intensidad de los colores.</a:t>
            </a:r>
            <a:endParaRPr lang="es-ES"/>
          </a:p>
          <a:p>
            <a:r>
              <a:rPr lang="es-ES" dirty="0">
                <a:ea typeface="+mn-lt"/>
                <a:cs typeface="+mn-lt"/>
              </a:rPr>
              <a:t>Estos ajustes son esenciales para:</a:t>
            </a:r>
            <a:endParaRPr lang="es-ES"/>
          </a:p>
          <a:p>
            <a:pPr lvl="1">
              <a:buFont typeface="Courier New" panose="020B0604020202020204" pitchFamily="34" charset="0"/>
              <a:buChar char="o"/>
            </a:pPr>
            <a:r>
              <a:rPr lang="es-ES" dirty="0">
                <a:ea typeface="+mn-lt"/>
                <a:cs typeface="+mn-lt"/>
              </a:rPr>
              <a:t>Mejorar la legibilidad de elementos visuales.</a:t>
            </a:r>
            <a:endParaRPr lang="es-ES"/>
          </a:p>
          <a:p>
            <a:pPr lvl="1">
              <a:buFont typeface="Courier New" panose="020B0604020202020204" pitchFamily="34" charset="0"/>
              <a:buChar char="o"/>
            </a:pPr>
            <a:r>
              <a:rPr lang="es-ES" dirty="0">
                <a:ea typeface="+mn-lt"/>
                <a:cs typeface="+mn-lt"/>
              </a:rPr>
              <a:t>Adaptar imágenes a la paleta de colores del sitio.</a:t>
            </a:r>
            <a:endParaRPr lang="es-ES"/>
          </a:p>
          <a:p>
            <a:pPr lvl="1">
              <a:buFont typeface="Courier New" panose="020B0604020202020204" pitchFamily="34" charset="0"/>
              <a:buChar char="o"/>
            </a:pPr>
            <a:r>
              <a:rPr lang="es-ES" dirty="0">
                <a:ea typeface="+mn-lt"/>
                <a:cs typeface="+mn-lt"/>
              </a:rPr>
              <a:t>Corregir imágenes oscuras, apagadas o sobreexpuestas.</a:t>
            </a:r>
            <a:endParaRPr lang="es-ES" dirty="0"/>
          </a:p>
          <a:p>
            <a:endParaRPr lang="es-ES" dirty="0"/>
          </a:p>
        </p:txBody>
      </p:sp>
    </p:spTree>
    <p:extLst>
      <p:ext uri="{BB962C8B-B14F-4D97-AF65-F5344CB8AC3E}">
        <p14:creationId xmlns:p14="http://schemas.microsoft.com/office/powerpoint/2010/main" val="18153068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23EEBD-93D1-AF9E-D9EF-91199ADFC61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DD00064-C292-BBC7-F53C-69034B329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453065A-1405-6189-E581-F0F6CE71A8A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3.2.2.1. Ajustes básicos: brillo, contraste, saturación</a:t>
            </a:r>
            <a:endParaRPr lang="es-ES" dirty="0"/>
          </a:p>
        </p:txBody>
      </p:sp>
      <p:sp>
        <p:nvSpPr>
          <p:cNvPr id="10" name="Rectangle 9">
            <a:extLst>
              <a:ext uri="{FF2B5EF4-FFF2-40B4-BE49-F238E27FC236}">
                <a16:creationId xmlns:a16="http://schemas.microsoft.com/office/drawing/2014/main" id="{EBB5785D-B4F4-FF7F-AFBE-2E8CA333C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08471BB-17CE-E250-B37B-C037D22D08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4C10D9F-BD6C-38F4-CA43-C6A9D05C55DD}"/>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Con GIMP (software libre)</a:t>
            </a:r>
            <a:endParaRPr lang="es-ES" dirty="0"/>
          </a:p>
          <a:p>
            <a:pPr lvl="1">
              <a:buFont typeface="Courier New" panose="020B0604020202020204" pitchFamily="34" charset="0"/>
              <a:buChar char="o"/>
            </a:pPr>
            <a:r>
              <a:rPr lang="es-ES" dirty="0">
                <a:ea typeface="+mn-lt"/>
                <a:cs typeface="+mn-lt"/>
              </a:rPr>
              <a:t>Abre la imagen en GIMP.</a:t>
            </a:r>
          </a:p>
          <a:p>
            <a:pPr lvl="1">
              <a:buFont typeface="Courier New" panose="020B0604020202020204" pitchFamily="34" charset="0"/>
              <a:buChar char="o"/>
            </a:pPr>
            <a:r>
              <a:rPr lang="es-ES" dirty="0">
                <a:ea typeface="+mn-lt"/>
                <a:cs typeface="+mn-lt"/>
              </a:rPr>
              <a:t>Ve a Colores &gt; Brillo y Contraste.</a:t>
            </a:r>
          </a:p>
          <a:p>
            <a:pPr lvl="1">
              <a:buFont typeface="Courier New" panose="020B0604020202020204" pitchFamily="34" charset="0"/>
              <a:buChar char="o"/>
            </a:pPr>
            <a:r>
              <a:rPr lang="es-ES" dirty="0">
                <a:ea typeface="+mn-lt"/>
                <a:cs typeface="+mn-lt"/>
              </a:rPr>
              <a:t>Ajusta los deslizadores según el resultado deseado.</a:t>
            </a:r>
            <a:endParaRPr lang="es-ES"/>
          </a:p>
          <a:p>
            <a:pPr lvl="1">
              <a:buFont typeface="Courier New" panose="020B0604020202020204" pitchFamily="34" charset="0"/>
              <a:buChar char="o"/>
            </a:pPr>
            <a:r>
              <a:rPr lang="es-ES" dirty="0">
                <a:ea typeface="+mn-lt"/>
                <a:cs typeface="+mn-lt"/>
              </a:rPr>
              <a:t>Para saturación: Colores &gt; Tono y Saturación.</a:t>
            </a:r>
          </a:p>
          <a:p>
            <a:pPr lvl="1">
              <a:buFont typeface="Courier New" panose="020B0604020202020204" pitchFamily="34" charset="0"/>
              <a:buChar char="o"/>
            </a:pPr>
            <a:r>
              <a:rPr lang="es-ES" dirty="0">
                <a:ea typeface="+mn-lt"/>
                <a:cs typeface="+mn-lt"/>
              </a:rPr>
              <a:t>Exporta la imagen: Archivo &gt; Exportar como... (elige formato como </a:t>
            </a:r>
            <a:r>
              <a:rPr lang="es-ES" dirty="0" err="1">
                <a:ea typeface="+mn-lt"/>
                <a:cs typeface="+mn-lt"/>
              </a:rPr>
              <a:t>WebP</a:t>
            </a:r>
            <a:r>
              <a:rPr lang="es-ES" dirty="0">
                <a:ea typeface="+mn-lt"/>
                <a:cs typeface="+mn-lt"/>
              </a:rPr>
              <a:t> o PNG).</a:t>
            </a:r>
            <a:endParaRPr lang="es-ES"/>
          </a:p>
          <a:p>
            <a:r>
              <a:rPr lang="es-ES" dirty="0">
                <a:ea typeface="+mn-lt"/>
                <a:cs typeface="+mn-lt"/>
              </a:rPr>
              <a:t>Con </a:t>
            </a:r>
            <a:r>
              <a:rPr lang="es-ES" dirty="0" err="1">
                <a:ea typeface="+mn-lt"/>
                <a:cs typeface="+mn-lt"/>
              </a:rPr>
              <a:t>Figma</a:t>
            </a:r>
            <a:r>
              <a:rPr lang="es-ES" dirty="0">
                <a:ea typeface="+mn-lt"/>
                <a:cs typeface="+mn-lt"/>
              </a:rPr>
              <a:t> (editor online)</a:t>
            </a:r>
            <a:endParaRPr lang="es-ES" dirty="0"/>
          </a:p>
          <a:p>
            <a:pPr lvl="1">
              <a:buFont typeface="Courier New" panose="020B0604020202020204" pitchFamily="34" charset="0"/>
              <a:buChar char="o"/>
            </a:pPr>
            <a:r>
              <a:rPr lang="es-ES" dirty="0">
                <a:ea typeface="+mn-lt"/>
                <a:cs typeface="+mn-lt"/>
              </a:rPr>
              <a:t>Importa la imagen a tu proyecto.</a:t>
            </a:r>
          </a:p>
          <a:p>
            <a:pPr lvl="1">
              <a:buFont typeface="Courier New" panose="020B0604020202020204" pitchFamily="34" charset="0"/>
              <a:buChar char="o"/>
            </a:pPr>
            <a:r>
              <a:rPr lang="es-ES" dirty="0">
                <a:ea typeface="+mn-lt"/>
                <a:cs typeface="+mn-lt"/>
              </a:rPr>
              <a:t>Selecciónala y ve al panel derecho.</a:t>
            </a:r>
          </a:p>
          <a:p>
            <a:pPr lvl="1">
              <a:buFont typeface="Courier New" panose="020B0604020202020204" pitchFamily="34" charset="0"/>
              <a:buChar char="o"/>
            </a:pPr>
            <a:r>
              <a:rPr lang="es-ES" dirty="0">
                <a:ea typeface="+mn-lt"/>
                <a:cs typeface="+mn-lt"/>
              </a:rPr>
              <a:t>En la sección "</a:t>
            </a:r>
            <a:r>
              <a:rPr lang="es-ES" dirty="0" err="1">
                <a:ea typeface="+mn-lt"/>
                <a:cs typeface="+mn-lt"/>
              </a:rPr>
              <a:t>Image</a:t>
            </a:r>
            <a:r>
              <a:rPr lang="es-ES" dirty="0">
                <a:ea typeface="+mn-lt"/>
                <a:cs typeface="+mn-lt"/>
              </a:rPr>
              <a:t>", haz clic en "</a:t>
            </a:r>
            <a:r>
              <a:rPr lang="es-ES" dirty="0" err="1">
                <a:ea typeface="+mn-lt"/>
                <a:cs typeface="+mn-lt"/>
              </a:rPr>
              <a:t>Adjust</a:t>
            </a:r>
            <a:r>
              <a:rPr lang="es-ES" dirty="0">
                <a:ea typeface="+mn-lt"/>
                <a:cs typeface="+mn-lt"/>
              </a:rPr>
              <a:t> </a:t>
            </a:r>
            <a:r>
              <a:rPr lang="es-ES" dirty="0" err="1">
                <a:ea typeface="+mn-lt"/>
                <a:cs typeface="+mn-lt"/>
              </a:rPr>
              <a:t>Image</a:t>
            </a:r>
            <a:r>
              <a:rPr lang="es-ES" dirty="0">
                <a:ea typeface="+mn-lt"/>
                <a:cs typeface="+mn-lt"/>
              </a:rPr>
              <a:t>".</a:t>
            </a:r>
            <a:endParaRPr lang="es-ES"/>
          </a:p>
          <a:p>
            <a:pPr lvl="1">
              <a:buFont typeface="Courier New" panose="020B0604020202020204" pitchFamily="34" charset="0"/>
              <a:buChar char="o"/>
            </a:pPr>
            <a:r>
              <a:rPr lang="es-ES" dirty="0">
                <a:ea typeface="+mn-lt"/>
                <a:cs typeface="+mn-lt"/>
              </a:rPr>
              <a:t>Ajusta </a:t>
            </a:r>
            <a:r>
              <a:rPr lang="es-ES" dirty="0" err="1">
                <a:ea typeface="+mn-lt"/>
                <a:cs typeface="+mn-lt"/>
              </a:rPr>
              <a:t>Exposure</a:t>
            </a:r>
            <a:r>
              <a:rPr lang="es-ES" dirty="0">
                <a:ea typeface="+mn-lt"/>
                <a:cs typeface="+mn-lt"/>
              </a:rPr>
              <a:t> (brillo), </a:t>
            </a:r>
            <a:r>
              <a:rPr lang="es-ES" dirty="0" err="1">
                <a:ea typeface="+mn-lt"/>
                <a:cs typeface="+mn-lt"/>
              </a:rPr>
              <a:t>Contrast</a:t>
            </a:r>
            <a:r>
              <a:rPr lang="es-ES" dirty="0">
                <a:ea typeface="+mn-lt"/>
                <a:cs typeface="+mn-lt"/>
              </a:rPr>
              <a:t>, y </a:t>
            </a:r>
            <a:r>
              <a:rPr lang="es-ES" dirty="0" err="1">
                <a:ea typeface="+mn-lt"/>
                <a:cs typeface="+mn-lt"/>
              </a:rPr>
              <a:t>Saturation</a:t>
            </a:r>
            <a:r>
              <a:rPr lang="es-ES" dirty="0">
                <a:ea typeface="+mn-lt"/>
                <a:cs typeface="+mn-lt"/>
              </a:rPr>
              <a:t>.</a:t>
            </a:r>
            <a:endParaRPr lang="es-ES"/>
          </a:p>
          <a:p>
            <a:pPr lvl="1">
              <a:buFont typeface="Courier New" panose="020B0604020202020204" pitchFamily="34" charset="0"/>
              <a:buChar char="o"/>
            </a:pPr>
            <a:r>
              <a:rPr lang="es-ES" dirty="0">
                <a:ea typeface="+mn-lt"/>
                <a:cs typeface="+mn-lt"/>
              </a:rPr>
              <a:t>Exporta la imagen: File &gt; </a:t>
            </a:r>
            <a:r>
              <a:rPr lang="es-ES" dirty="0" err="1">
                <a:ea typeface="+mn-lt"/>
                <a:cs typeface="+mn-lt"/>
              </a:rPr>
              <a:t>Export</a:t>
            </a:r>
            <a:r>
              <a:rPr lang="es-ES" dirty="0">
                <a:ea typeface="+mn-lt"/>
                <a:cs typeface="+mn-lt"/>
              </a:rPr>
              <a:t> &gt; PNG/</a:t>
            </a:r>
            <a:r>
              <a:rPr lang="es-ES" dirty="0" err="1">
                <a:ea typeface="+mn-lt"/>
                <a:cs typeface="+mn-lt"/>
              </a:rPr>
              <a:t>WebP</a:t>
            </a:r>
            <a:r>
              <a:rPr lang="es-ES" dirty="0">
                <a:ea typeface="+mn-lt"/>
                <a:cs typeface="+mn-lt"/>
              </a:rPr>
              <a:t>/SVG.</a:t>
            </a:r>
          </a:p>
          <a:p>
            <a:endParaRPr lang="es-ES" dirty="0"/>
          </a:p>
        </p:txBody>
      </p:sp>
    </p:spTree>
    <p:extLst>
      <p:ext uri="{BB962C8B-B14F-4D97-AF65-F5344CB8AC3E}">
        <p14:creationId xmlns:p14="http://schemas.microsoft.com/office/powerpoint/2010/main" val="3230303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700318-7B33-03DA-54BB-0E05915959E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54B0D0-9A6E-AD6B-5040-100F897D2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4A098EA-6E36-ECCC-5A26-803C7EA0AE9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3.2.2.1. Ajustes básicos: brillo, contraste, saturación</a:t>
            </a:r>
            <a:endParaRPr lang="es-ES" dirty="0"/>
          </a:p>
        </p:txBody>
      </p:sp>
      <p:sp>
        <p:nvSpPr>
          <p:cNvPr id="10" name="Rectangle 9">
            <a:extLst>
              <a:ext uri="{FF2B5EF4-FFF2-40B4-BE49-F238E27FC236}">
                <a16:creationId xmlns:a16="http://schemas.microsoft.com/office/drawing/2014/main" id="{B42C244F-9F10-FF45-0E2F-CBAAF52E3F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9F6C96-06F5-9A2C-7AAB-4F5A979C6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44997D8-086E-6EBD-8740-946CB1CC1AE6}"/>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Ejemplo: Has ajustado una imagen en GIMP para mejorar su visibilidad en una web oscura. La exportas como imagen-</a:t>
            </a:r>
            <a:r>
              <a:rPr lang="es-ES" dirty="0" err="1">
                <a:ea typeface="+mn-lt"/>
                <a:cs typeface="+mn-lt"/>
              </a:rPr>
              <a:t>ajustada.webp</a:t>
            </a:r>
            <a:r>
              <a:rPr lang="es-ES" dirty="0">
                <a:ea typeface="+mn-lt"/>
                <a:cs typeface="+mn-lt"/>
              </a:rPr>
              <a:t>.</a:t>
            </a:r>
          </a:p>
          <a:p>
            <a:pPr marL="0" indent="0">
              <a:buNone/>
            </a:pPr>
            <a:r>
              <a:rPr lang="es-ES" b="1" dirty="0">
                <a:latin typeface="Consolas"/>
                <a:ea typeface="+mn-lt"/>
                <a:cs typeface="+mn-lt"/>
              </a:rPr>
              <a:t>&lt;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t>
            </a:r>
            <a:r>
              <a:rPr lang="es-ES" b="1" err="1">
                <a:latin typeface="Consolas"/>
                <a:ea typeface="+mn-lt"/>
                <a:cs typeface="+mn-lt"/>
              </a:rPr>
              <a:t>assets</a:t>
            </a:r>
            <a:r>
              <a:rPr lang="es-ES" b="1" dirty="0">
                <a:latin typeface="Consolas"/>
                <a:ea typeface="+mn-lt"/>
                <a:cs typeface="+mn-lt"/>
              </a:rPr>
              <a:t>/imagen-</a:t>
            </a:r>
            <a:r>
              <a:rPr lang="es-ES" b="1" err="1">
                <a:latin typeface="Consolas"/>
                <a:ea typeface="+mn-lt"/>
                <a:cs typeface="+mn-lt"/>
              </a:rPr>
              <a:t>ajustada.webp</a:t>
            </a:r>
            <a:r>
              <a:rPr lang="es-ES" b="1" dirty="0">
                <a:latin typeface="Consolas"/>
                <a:ea typeface="+mn-lt"/>
                <a:cs typeface="+mn-lt"/>
              </a:rPr>
              <a:t>" </a:t>
            </a:r>
            <a:r>
              <a:rPr lang="es-ES" b="1" err="1">
                <a:latin typeface="Consolas"/>
                <a:ea typeface="+mn-lt"/>
                <a:cs typeface="+mn-lt"/>
              </a:rPr>
              <a:t>alt</a:t>
            </a:r>
            <a:r>
              <a:rPr lang="es-ES" b="1" dirty="0">
                <a:latin typeface="Consolas"/>
                <a:ea typeface="+mn-lt"/>
                <a:cs typeface="+mn-lt"/>
              </a:rPr>
              <a:t>="Imagen optimizada con brillo y contraste ajustados" </a:t>
            </a:r>
            <a:r>
              <a:rPr lang="es-ES" b="1" err="1">
                <a:latin typeface="Consolas"/>
                <a:ea typeface="+mn-lt"/>
                <a:cs typeface="+mn-lt"/>
              </a:rPr>
              <a:t>width</a:t>
            </a:r>
            <a:r>
              <a:rPr lang="es-ES" b="1" dirty="0">
                <a:latin typeface="Consolas"/>
                <a:ea typeface="+mn-lt"/>
                <a:cs typeface="+mn-lt"/>
              </a:rPr>
              <a:t>="600"&gt;</a:t>
            </a:r>
            <a:endParaRPr lang="es-ES" b="1" dirty="0">
              <a:latin typeface="Consolas"/>
            </a:endParaRPr>
          </a:p>
          <a:p>
            <a:pPr marL="0" indent="0">
              <a:buNone/>
            </a:pPr>
            <a:r>
              <a:rPr lang="es-ES" b="1" err="1">
                <a:latin typeface="Consolas"/>
                <a:ea typeface="+mn-lt"/>
                <a:cs typeface="+mn-lt"/>
              </a:rPr>
              <a:t>img</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border-radius</a:t>
            </a:r>
            <a:r>
              <a:rPr lang="es-ES" b="1" dirty="0">
                <a:latin typeface="Consolas"/>
                <a:ea typeface="+mn-lt"/>
                <a:cs typeface="+mn-lt"/>
              </a:rPr>
              <a:t>: 8px;</a:t>
            </a:r>
            <a:br>
              <a:rPr lang="es-ES" b="1" dirty="0">
                <a:latin typeface="Consolas"/>
                <a:ea typeface="+mn-lt"/>
                <a:cs typeface="+mn-lt"/>
              </a:rPr>
            </a:br>
            <a:r>
              <a:rPr lang="es-ES" b="1" dirty="0">
                <a:latin typeface="Consolas"/>
                <a:ea typeface="+mn-lt"/>
                <a:cs typeface="+mn-lt"/>
              </a:rPr>
              <a:t>  box-</a:t>
            </a:r>
            <a:r>
              <a:rPr lang="es-ES" b="1" err="1">
                <a:latin typeface="Consolas"/>
                <a:ea typeface="+mn-lt"/>
                <a:cs typeface="+mn-lt"/>
              </a:rPr>
              <a:t>shadow</a:t>
            </a:r>
            <a:r>
              <a:rPr lang="es-ES" b="1" dirty="0">
                <a:latin typeface="Consolas"/>
                <a:ea typeface="+mn-lt"/>
                <a:cs typeface="+mn-lt"/>
              </a:rPr>
              <a:t>: 0 4px 12px </a:t>
            </a:r>
            <a:r>
              <a:rPr lang="es-ES" b="1" err="1">
                <a:latin typeface="Consolas"/>
                <a:ea typeface="+mn-lt"/>
                <a:cs typeface="+mn-lt"/>
              </a:rPr>
              <a:t>rgba</a:t>
            </a:r>
            <a:r>
              <a:rPr lang="es-ES" b="1" dirty="0">
                <a:latin typeface="Consolas"/>
                <a:ea typeface="+mn-lt"/>
                <a:cs typeface="+mn-lt"/>
              </a:rPr>
              <a:t>(0, 0, 0, 0.3);</a:t>
            </a:r>
            <a:br>
              <a:rPr lang="es-ES" b="1" dirty="0">
                <a:latin typeface="Consolas"/>
                <a:ea typeface="+mn-lt"/>
                <a:cs typeface="+mn-lt"/>
              </a:rPr>
            </a:br>
            <a:r>
              <a:rPr lang="es-ES" b="1" dirty="0">
                <a:latin typeface="Consolas"/>
                <a:ea typeface="+mn-lt"/>
                <a:cs typeface="+mn-lt"/>
              </a:rPr>
              <a:t>}</a:t>
            </a:r>
            <a:endParaRPr lang="es-ES" b="1" dirty="0">
              <a:latin typeface="Consolas"/>
            </a:endParaRPr>
          </a:p>
          <a:p>
            <a:endParaRPr lang="es-ES" dirty="0">
              <a:ea typeface="+mn-lt"/>
              <a:cs typeface="+mn-lt"/>
            </a:endParaRPr>
          </a:p>
          <a:p>
            <a:endParaRPr lang="es-ES" dirty="0"/>
          </a:p>
        </p:txBody>
      </p:sp>
    </p:spTree>
    <p:extLst>
      <p:ext uri="{BB962C8B-B14F-4D97-AF65-F5344CB8AC3E}">
        <p14:creationId xmlns:p14="http://schemas.microsoft.com/office/powerpoint/2010/main" val="23288348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85B8ED-596B-F70C-8D47-DC272F4458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E91EE6-9905-751F-38D4-052645C02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DF397B9-609E-2272-7389-1D81149FC2A2}"/>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3.2.2.2. Recorte, redimensionado y escalado</a:t>
            </a:r>
            <a:endParaRPr lang="es-ES" dirty="0"/>
          </a:p>
        </p:txBody>
      </p:sp>
      <p:sp>
        <p:nvSpPr>
          <p:cNvPr id="10" name="Rectangle 9">
            <a:extLst>
              <a:ext uri="{FF2B5EF4-FFF2-40B4-BE49-F238E27FC236}">
                <a16:creationId xmlns:a16="http://schemas.microsoft.com/office/drawing/2014/main" id="{35D7461C-BC45-B66C-43FE-008F2B123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1140636-A5A4-06CB-A367-9AFF1CC04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31B5AF7-8F88-7660-2AC5-F7FCB7A2FC98}"/>
              </a:ext>
            </a:extLst>
          </p:cNvPr>
          <p:cNvSpPr>
            <a:spLocks noGrp="1"/>
          </p:cNvSpPr>
          <p:nvPr>
            <p:ph idx="1"/>
          </p:nvPr>
        </p:nvSpPr>
        <p:spPr>
          <a:xfrm>
            <a:off x="1587710" y="2160016"/>
            <a:ext cx="9486690" cy="3926152"/>
          </a:xfrm>
        </p:spPr>
        <p:txBody>
          <a:bodyPr vert="horz" lIns="91440" tIns="45720" rIns="91440" bIns="45720" rtlCol="0" anchor="t">
            <a:normAutofit lnSpcReduction="10000"/>
          </a:bodyPr>
          <a:lstStyle/>
          <a:p>
            <a:r>
              <a:rPr lang="es-ES" dirty="0">
                <a:ea typeface="+mn-lt"/>
                <a:cs typeface="+mn-lt"/>
              </a:rPr>
              <a:t>Estos tres procesos permiten adaptar las imágenes a las necesidades específicas del diseño web:</a:t>
            </a:r>
            <a:endParaRPr lang="es-ES" dirty="0"/>
          </a:p>
          <a:p>
            <a:pPr lvl="1">
              <a:buFont typeface="Courier New" panose="020B0604020202020204" pitchFamily="34" charset="0"/>
              <a:buChar char="o"/>
            </a:pPr>
            <a:r>
              <a:rPr lang="es-ES" dirty="0">
                <a:ea typeface="+mn-lt"/>
                <a:cs typeface="+mn-lt"/>
              </a:rPr>
              <a:t>Recorte: elimina partes no deseadas de la imagen.</a:t>
            </a:r>
            <a:endParaRPr lang="es-ES" dirty="0"/>
          </a:p>
          <a:p>
            <a:pPr lvl="1">
              <a:buFont typeface="Courier New" panose="020B0604020202020204" pitchFamily="34" charset="0"/>
              <a:buChar char="o"/>
            </a:pPr>
            <a:r>
              <a:rPr lang="es-ES" dirty="0">
                <a:ea typeface="+mn-lt"/>
                <a:cs typeface="+mn-lt"/>
              </a:rPr>
              <a:t>Redimensionado: cambia las dimensiones (ancho y alto) de la imagen.</a:t>
            </a:r>
            <a:endParaRPr lang="es-ES" dirty="0"/>
          </a:p>
          <a:p>
            <a:pPr lvl="1">
              <a:buFont typeface="Courier New" panose="020B0604020202020204" pitchFamily="34" charset="0"/>
              <a:buChar char="o"/>
            </a:pPr>
            <a:r>
              <a:rPr lang="es-ES" dirty="0">
                <a:ea typeface="+mn-lt"/>
                <a:cs typeface="+mn-lt"/>
              </a:rPr>
              <a:t>Escalado: modifica el tamaño proporcionalmente, manteniendo la relación de aspecto.</a:t>
            </a:r>
            <a:endParaRPr lang="es-ES"/>
          </a:p>
          <a:p>
            <a:r>
              <a:rPr lang="es-ES" dirty="0">
                <a:ea typeface="+mn-lt"/>
                <a:cs typeface="+mn-lt"/>
              </a:rPr>
              <a:t>Son fundamentales para:</a:t>
            </a:r>
            <a:endParaRPr lang="es-ES" dirty="0"/>
          </a:p>
          <a:p>
            <a:pPr lvl="1">
              <a:buFont typeface="Courier New" panose="020B0604020202020204" pitchFamily="34" charset="0"/>
              <a:buChar char="o"/>
            </a:pPr>
            <a:r>
              <a:rPr lang="es-ES" dirty="0">
                <a:ea typeface="+mn-lt"/>
                <a:cs typeface="+mn-lt"/>
              </a:rPr>
              <a:t>Ajustar imágenes a contenedores específicos.</a:t>
            </a:r>
            <a:endParaRPr lang="es-ES" dirty="0"/>
          </a:p>
          <a:p>
            <a:pPr lvl="1">
              <a:buFont typeface="Courier New" panose="020B0604020202020204" pitchFamily="34" charset="0"/>
              <a:buChar char="o"/>
            </a:pPr>
            <a:r>
              <a:rPr lang="es-ES" dirty="0">
                <a:ea typeface="+mn-lt"/>
                <a:cs typeface="+mn-lt"/>
              </a:rPr>
              <a:t>Mejorar la composición visual.</a:t>
            </a:r>
            <a:endParaRPr lang="es-ES" dirty="0"/>
          </a:p>
          <a:p>
            <a:pPr lvl="1">
              <a:buFont typeface="Courier New" panose="020B0604020202020204" pitchFamily="34" charset="0"/>
              <a:buChar char="o"/>
            </a:pPr>
            <a:r>
              <a:rPr lang="es-ES" dirty="0">
                <a:ea typeface="+mn-lt"/>
                <a:cs typeface="+mn-lt"/>
              </a:rPr>
              <a:t>Optimizar el rendimiento (evitar imágenes innecesariamente grandes).</a:t>
            </a:r>
            <a:endParaRPr lang="es-ES" dirty="0"/>
          </a:p>
        </p:txBody>
      </p:sp>
    </p:spTree>
    <p:extLst>
      <p:ext uri="{BB962C8B-B14F-4D97-AF65-F5344CB8AC3E}">
        <p14:creationId xmlns:p14="http://schemas.microsoft.com/office/powerpoint/2010/main" val="1717185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0791D8-DA46-CF64-FC34-FEEEE8CECBA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EC674D-8F95-75E8-2E87-99DD45F0B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080CACA-0E06-5626-15E2-F0F4F619821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3.2.2.2. Recorte, redimensionado y escalado</a:t>
            </a:r>
            <a:endParaRPr lang="es-ES" dirty="0"/>
          </a:p>
        </p:txBody>
      </p:sp>
      <p:sp>
        <p:nvSpPr>
          <p:cNvPr id="10" name="Rectangle 9">
            <a:extLst>
              <a:ext uri="{FF2B5EF4-FFF2-40B4-BE49-F238E27FC236}">
                <a16:creationId xmlns:a16="http://schemas.microsoft.com/office/drawing/2014/main" id="{042BE003-204F-2DB8-FD94-090A0DCF9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36C2DAA-B00F-2F92-82B9-C852E77A0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9E8D7B8-BE54-8296-90CA-DE16BF4E697E}"/>
              </a:ext>
            </a:extLst>
          </p:cNvPr>
          <p:cNvSpPr>
            <a:spLocks noGrp="1"/>
          </p:cNvSpPr>
          <p:nvPr>
            <p:ph idx="1"/>
          </p:nvPr>
        </p:nvSpPr>
        <p:spPr>
          <a:xfrm>
            <a:off x="1587710" y="2160016"/>
            <a:ext cx="9486690" cy="3926152"/>
          </a:xfrm>
        </p:spPr>
        <p:txBody>
          <a:bodyPr vert="horz" lIns="91440" tIns="45720" rIns="91440" bIns="45720" rtlCol="0" anchor="t">
            <a:normAutofit lnSpcReduction="10000"/>
          </a:bodyPr>
          <a:lstStyle/>
          <a:p>
            <a:r>
              <a:rPr lang="es-ES" dirty="0">
                <a:ea typeface="+mn-lt"/>
                <a:cs typeface="+mn-lt"/>
              </a:rPr>
              <a:t>Con GIMP</a:t>
            </a:r>
            <a:endParaRPr lang="es-ES" dirty="0"/>
          </a:p>
          <a:p>
            <a:pPr lvl="1">
              <a:buFont typeface="Courier New" panose="020B0604020202020204" pitchFamily="34" charset="0"/>
              <a:buChar char="o"/>
            </a:pPr>
            <a:r>
              <a:rPr lang="es-ES" dirty="0">
                <a:ea typeface="+mn-lt"/>
                <a:cs typeface="+mn-lt"/>
              </a:rPr>
              <a:t>Recorte:</a:t>
            </a:r>
          </a:p>
          <a:p>
            <a:pPr lvl="2">
              <a:buFont typeface="Wingdings" panose="020B0604020202020204" pitchFamily="34" charset="0"/>
              <a:buChar char="§"/>
            </a:pPr>
            <a:r>
              <a:rPr lang="es-ES" dirty="0">
                <a:ea typeface="+mn-lt"/>
                <a:cs typeface="+mn-lt"/>
              </a:rPr>
              <a:t>Herramienta de recorte: Shift + C o menú Herramientas &gt; Herramientas de transformación &gt; Recortar.</a:t>
            </a:r>
            <a:endParaRPr lang="es-ES" dirty="0"/>
          </a:p>
          <a:p>
            <a:pPr lvl="2">
              <a:buFont typeface="Wingdings" panose="020B0604020202020204" pitchFamily="34" charset="0"/>
              <a:buChar char="§"/>
            </a:pPr>
            <a:r>
              <a:rPr lang="es-ES" dirty="0">
                <a:ea typeface="+mn-lt"/>
                <a:cs typeface="+mn-lt"/>
              </a:rPr>
              <a:t>Selecciona el área deseada y pulsa </a:t>
            </a:r>
            <a:r>
              <a:rPr lang="es-ES" dirty="0" err="1">
                <a:ea typeface="+mn-lt"/>
                <a:cs typeface="+mn-lt"/>
              </a:rPr>
              <a:t>Enter</a:t>
            </a:r>
            <a:r>
              <a:rPr lang="es-ES" dirty="0">
                <a:ea typeface="+mn-lt"/>
                <a:cs typeface="+mn-lt"/>
              </a:rPr>
              <a:t>.</a:t>
            </a:r>
          </a:p>
          <a:p>
            <a:pPr lvl="1">
              <a:buFont typeface="Courier New" panose="020B0604020202020204" pitchFamily="34" charset="0"/>
              <a:buChar char="o"/>
            </a:pPr>
            <a:r>
              <a:rPr lang="es-ES" dirty="0">
                <a:ea typeface="+mn-lt"/>
                <a:cs typeface="+mn-lt"/>
              </a:rPr>
              <a:t>Redimensionado:</a:t>
            </a:r>
          </a:p>
          <a:p>
            <a:pPr lvl="2">
              <a:buFont typeface="Wingdings" panose="020B0604020202020204" pitchFamily="34" charset="0"/>
              <a:buChar char="§"/>
            </a:pPr>
            <a:r>
              <a:rPr lang="es-ES" dirty="0">
                <a:ea typeface="+mn-lt"/>
                <a:cs typeface="+mn-lt"/>
              </a:rPr>
              <a:t>Menú Imagen &gt; Escalar imagen.</a:t>
            </a:r>
            <a:endParaRPr lang="es-ES"/>
          </a:p>
          <a:p>
            <a:pPr lvl="2">
              <a:buFont typeface="Wingdings" panose="020B0604020202020204" pitchFamily="34" charset="0"/>
              <a:buChar char="§"/>
            </a:pPr>
            <a:r>
              <a:rPr lang="es-ES" dirty="0">
                <a:ea typeface="+mn-lt"/>
                <a:cs typeface="+mn-lt"/>
              </a:rPr>
              <a:t>Introduce el nuevo ancho y alto.</a:t>
            </a:r>
          </a:p>
          <a:p>
            <a:pPr lvl="2">
              <a:buFont typeface="Wingdings" panose="020B0604020202020204" pitchFamily="34" charset="0"/>
              <a:buChar char="§"/>
            </a:pPr>
            <a:r>
              <a:rPr lang="es-ES" dirty="0">
                <a:ea typeface="+mn-lt"/>
                <a:cs typeface="+mn-lt"/>
              </a:rPr>
              <a:t>Elige el método de interpolación (por ejemplo, “</a:t>
            </a:r>
            <a:r>
              <a:rPr lang="es-ES" dirty="0" err="1">
                <a:ea typeface="+mn-lt"/>
                <a:cs typeface="+mn-lt"/>
              </a:rPr>
              <a:t>Cubic</a:t>
            </a:r>
            <a:r>
              <a:rPr lang="es-ES" dirty="0">
                <a:ea typeface="+mn-lt"/>
                <a:cs typeface="+mn-lt"/>
              </a:rPr>
              <a:t>” para mejor calidad).</a:t>
            </a:r>
            <a:endParaRPr lang="es-ES"/>
          </a:p>
          <a:p>
            <a:pPr lvl="1">
              <a:buFont typeface="Courier New" panose="020B0604020202020204" pitchFamily="34" charset="0"/>
              <a:buChar char="o"/>
            </a:pPr>
            <a:r>
              <a:rPr lang="es-ES" dirty="0">
                <a:ea typeface="+mn-lt"/>
                <a:cs typeface="+mn-lt"/>
              </a:rPr>
              <a:t>Exportar:</a:t>
            </a:r>
          </a:p>
          <a:p>
            <a:pPr lvl="2">
              <a:buFont typeface="Wingdings" panose="020B0604020202020204" pitchFamily="34" charset="0"/>
              <a:buChar char="§"/>
            </a:pPr>
            <a:r>
              <a:rPr lang="es-ES" dirty="0">
                <a:ea typeface="+mn-lt"/>
                <a:cs typeface="+mn-lt"/>
              </a:rPr>
              <a:t>Archivo &gt; Exportar como... → elige formato (</a:t>
            </a:r>
            <a:r>
              <a:rPr lang="es-ES" dirty="0" err="1">
                <a:ea typeface="+mn-lt"/>
                <a:cs typeface="+mn-lt"/>
              </a:rPr>
              <a:t>WebP</a:t>
            </a:r>
            <a:r>
              <a:rPr lang="es-ES" dirty="0">
                <a:ea typeface="+mn-lt"/>
                <a:cs typeface="+mn-lt"/>
              </a:rPr>
              <a:t>, PNG, JPEG).</a:t>
            </a:r>
          </a:p>
          <a:p>
            <a:endParaRPr lang="es-ES" dirty="0"/>
          </a:p>
        </p:txBody>
      </p:sp>
    </p:spTree>
    <p:extLst>
      <p:ext uri="{BB962C8B-B14F-4D97-AF65-F5344CB8AC3E}">
        <p14:creationId xmlns:p14="http://schemas.microsoft.com/office/powerpoint/2010/main" val="2931228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2675F9-309F-6F55-C050-87803378683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6EAFCE-E481-FD5C-EA89-AECEEF6F6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D032FDA-0777-ADA2-95AE-76D8DA2811B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3.2.2.2. Recorte, redimensionado y escalado</a:t>
            </a:r>
            <a:endParaRPr lang="es-ES" dirty="0"/>
          </a:p>
        </p:txBody>
      </p:sp>
      <p:sp>
        <p:nvSpPr>
          <p:cNvPr id="10" name="Rectangle 9">
            <a:extLst>
              <a:ext uri="{FF2B5EF4-FFF2-40B4-BE49-F238E27FC236}">
                <a16:creationId xmlns:a16="http://schemas.microsoft.com/office/drawing/2014/main" id="{D0F8F5E7-DCFE-357E-27DD-F76B496A66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F23A1B-3005-1DB7-97A5-059C12409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5082E98-F8A7-2684-3BFA-7617E910B5FF}"/>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Con </a:t>
            </a:r>
            <a:r>
              <a:rPr lang="es-ES" dirty="0" err="1">
                <a:ea typeface="+mn-lt"/>
                <a:cs typeface="+mn-lt"/>
              </a:rPr>
              <a:t>Figma</a:t>
            </a:r>
            <a:endParaRPr lang="es-ES" dirty="0"/>
          </a:p>
          <a:p>
            <a:pPr lvl="1">
              <a:buFont typeface="Courier New" panose="020B0604020202020204" pitchFamily="34" charset="0"/>
              <a:buChar char="o"/>
            </a:pPr>
            <a:r>
              <a:rPr lang="es-ES" dirty="0">
                <a:ea typeface="+mn-lt"/>
                <a:cs typeface="+mn-lt"/>
              </a:rPr>
              <a:t>Recorte:</a:t>
            </a:r>
          </a:p>
          <a:p>
            <a:pPr lvl="2">
              <a:buFont typeface="Wingdings" panose="020B0604020202020204" pitchFamily="34" charset="0"/>
              <a:buChar char="§"/>
            </a:pPr>
            <a:r>
              <a:rPr lang="es-ES" dirty="0">
                <a:ea typeface="+mn-lt"/>
                <a:cs typeface="+mn-lt"/>
              </a:rPr>
              <a:t>Selecciona la imagen.</a:t>
            </a:r>
            <a:endParaRPr lang="es-ES"/>
          </a:p>
          <a:p>
            <a:pPr lvl="2">
              <a:buFont typeface="Wingdings" panose="020B0604020202020204" pitchFamily="34" charset="0"/>
              <a:buChar char="§"/>
            </a:pPr>
            <a:r>
              <a:rPr lang="es-ES" dirty="0">
                <a:ea typeface="+mn-lt"/>
                <a:cs typeface="+mn-lt"/>
              </a:rPr>
              <a:t>Usa la opción </a:t>
            </a:r>
            <a:r>
              <a:rPr lang="es-ES" dirty="0" err="1">
                <a:ea typeface="+mn-lt"/>
                <a:cs typeface="+mn-lt"/>
              </a:rPr>
              <a:t>Crop</a:t>
            </a:r>
            <a:r>
              <a:rPr lang="es-ES" dirty="0">
                <a:ea typeface="+mn-lt"/>
                <a:cs typeface="+mn-lt"/>
              </a:rPr>
              <a:t> en el panel derecho.</a:t>
            </a:r>
          </a:p>
          <a:p>
            <a:pPr lvl="2">
              <a:buFont typeface="Wingdings" panose="020B0604020202020204" pitchFamily="34" charset="0"/>
              <a:buChar char="§"/>
            </a:pPr>
            <a:r>
              <a:rPr lang="es-ES" dirty="0">
                <a:ea typeface="+mn-lt"/>
                <a:cs typeface="+mn-lt"/>
              </a:rPr>
              <a:t>Ajusta el marco de recorte.</a:t>
            </a:r>
          </a:p>
          <a:p>
            <a:pPr lvl="1">
              <a:buFont typeface="Courier New" panose="020B0604020202020204" pitchFamily="34" charset="0"/>
              <a:buChar char="o"/>
            </a:pPr>
            <a:r>
              <a:rPr lang="es-ES" dirty="0">
                <a:ea typeface="+mn-lt"/>
                <a:cs typeface="+mn-lt"/>
              </a:rPr>
              <a:t>Redimensionado:</a:t>
            </a:r>
          </a:p>
          <a:p>
            <a:pPr lvl="2">
              <a:buFont typeface="Wingdings" panose="020B0604020202020204" pitchFamily="34" charset="0"/>
              <a:buChar char="§"/>
            </a:pPr>
            <a:r>
              <a:rPr lang="es-ES" dirty="0">
                <a:ea typeface="+mn-lt"/>
                <a:cs typeface="+mn-lt"/>
              </a:rPr>
              <a:t>Arrastra los bordes o introduce valores en el panel derecho.</a:t>
            </a:r>
          </a:p>
          <a:p>
            <a:pPr lvl="2">
              <a:buFont typeface="Wingdings" panose="020B0604020202020204" pitchFamily="34" charset="0"/>
              <a:buChar char="§"/>
            </a:pPr>
            <a:r>
              <a:rPr lang="es-ES" dirty="0">
                <a:ea typeface="+mn-lt"/>
                <a:cs typeface="+mn-lt"/>
              </a:rPr>
              <a:t>Mantén Shift para escalar proporcionalmente.</a:t>
            </a:r>
            <a:endParaRPr lang="es-ES"/>
          </a:p>
          <a:p>
            <a:pPr lvl="1">
              <a:buFont typeface="Courier New" panose="020B0604020202020204" pitchFamily="34" charset="0"/>
              <a:buChar char="o"/>
            </a:pPr>
            <a:r>
              <a:rPr lang="es-ES" dirty="0">
                <a:ea typeface="+mn-lt"/>
                <a:cs typeface="+mn-lt"/>
              </a:rPr>
              <a:t>Exportar:</a:t>
            </a:r>
          </a:p>
          <a:p>
            <a:pPr lvl="2">
              <a:buFont typeface="Wingdings" panose="020B0604020202020204" pitchFamily="34" charset="0"/>
              <a:buChar char="§"/>
            </a:pPr>
            <a:r>
              <a:rPr lang="es-ES" dirty="0">
                <a:ea typeface="+mn-lt"/>
                <a:cs typeface="+mn-lt"/>
              </a:rPr>
              <a:t>Selecciona la imagen.</a:t>
            </a:r>
            <a:endParaRPr lang="es-ES"/>
          </a:p>
          <a:p>
            <a:pPr lvl="2">
              <a:buFont typeface="Wingdings" panose="020B0604020202020204" pitchFamily="34" charset="0"/>
              <a:buChar char="§"/>
            </a:pPr>
            <a:r>
              <a:rPr lang="es-ES" dirty="0">
                <a:ea typeface="+mn-lt"/>
                <a:cs typeface="+mn-lt"/>
              </a:rPr>
              <a:t>File &gt; </a:t>
            </a:r>
            <a:r>
              <a:rPr lang="es-ES" dirty="0" err="1">
                <a:ea typeface="+mn-lt"/>
                <a:cs typeface="+mn-lt"/>
              </a:rPr>
              <a:t>Export</a:t>
            </a:r>
            <a:r>
              <a:rPr lang="es-ES" dirty="0">
                <a:ea typeface="+mn-lt"/>
                <a:cs typeface="+mn-lt"/>
              </a:rPr>
              <a:t> &gt; PNG/</a:t>
            </a:r>
            <a:r>
              <a:rPr lang="es-ES" dirty="0" err="1">
                <a:ea typeface="+mn-lt"/>
                <a:cs typeface="+mn-lt"/>
              </a:rPr>
              <a:t>WebP</a:t>
            </a:r>
            <a:r>
              <a:rPr lang="es-ES" dirty="0">
                <a:ea typeface="+mn-lt"/>
                <a:cs typeface="+mn-lt"/>
              </a:rPr>
              <a:t>/SVG.</a:t>
            </a:r>
            <a:endParaRPr lang="es-ES"/>
          </a:p>
        </p:txBody>
      </p:sp>
    </p:spTree>
    <p:extLst>
      <p:ext uri="{BB962C8B-B14F-4D97-AF65-F5344CB8AC3E}">
        <p14:creationId xmlns:p14="http://schemas.microsoft.com/office/powerpoint/2010/main" val="22175772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85681D-4895-80DD-CB39-FCB1A21CE85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9B02D0F-E8D2-3F78-2FDF-937CC928C1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FB64EEA-405D-3EEA-3B04-2E59B157F9F5}"/>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3.2.2.2. Recorte, redimensionado y escalado</a:t>
            </a:r>
            <a:endParaRPr lang="es-ES" dirty="0"/>
          </a:p>
        </p:txBody>
      </p:sp>
      <p:sp>
        <p:nvSpPr>
          <p:cNvPr id="10" name="Rectangle 9">
            <a:extLst>
              <a:ext uri="{FF2B5EF4-FFF2-40B4-BE49-F238E27FC236}">
                <a16:creationId xmlns:a16="http://schemas.microsoft.com/office/drawing/2014/main" id="{B1E9D99B-E61E-B249-2EFC-CC47F2A34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D83EB0-CA8D-B5E4-C21E-5F31DB80A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AE5FC0F-60D2-3BC0-F04C-93BA40F35297}"/>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Ejemplo: Has recortado y redimensionado una imagen en GIMP para que se ajuste a un bloque de contenido de 400x300 píxeles.</a:t>
            </a:r>
            <a:endParaRPr lang="es-ES" dirty="0"/>
          </a:p>
          <a:p>
            <a:pPr marL="0" indent="0">
              <a:buNone/>
            </a:pPr>
            <a:r>
              <a:rPr lang="es-ES" b="1" dirty="0">
                <a:latin typeface="Consolas"/>
                <a:ea typeface="+mn-lt"/>
                <a:cs typeface="+mn-lt"/>
              </a:rPr>
              <a:t>&lt;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t>
            </a:r>
            <a:r>
              <a:rPr lang="es-ES" b="1" err="1">
                <a:latin typeface="Consolas"/>
                <a:ea typeface="+mn-lt"/>
                <a:cs typeface="+mn-lt"/>
              </a:rPr>
              <a:t>assets</a:t>
            </a:r>
            <a:r>
              <a:rPr lang="es-ES" b="1" dirty="0">
                <a:latin typeface="Consolas"/>
                <a:ea typeface="+mn-lt"/>
                <a:cs typeface="+mn-lt"/>
              </a:rPr>
              <a:t>/imagen-</a:t>
            </a:r>
            <a:r>
              <a:rPr lang="es-ES" b="1" err="1">
                <a:latin typeface="Consolas"/>
                <a:ea typeface="+mn-lt"/>
                <a:cs typeface="+mn-lt"/>
              </a:rPr>
              <a:t>recortada.webp</a:t>
            </a:r>
            <a:r>
              <a:rPr lang="es-ES" b="1" dirty="0">
                <a:latin typeface="Consolas"/>
                <a:ea typeface="+mn-lt"/>
                <a:cs typeface="+mn-lt"/>
              </a:rPr>
              <a:t>" </a:t>
            </a:r>
            <a:r>
              <a:rPr lang="es-ES" b="1" err="1">
                <a:latin typeface="Consolas"/>
                <a:ea typeface="+mn-lt"/>
                <a:cs typeface="+mn-lt"/>
              </a:rPr>
              <a:t>alt</a:t>
            </a:r>
            <a:r>
              <a:rPr lang="es-ES" b="1" dirty="0">
                <a:latin typeface="Consolas"/>
                <a:ea typeface="+mn-lt"/>
                <a:cs typeface="+mn-lt"/>
              </a:rPr>
              <a:t>="Imagen recortada y optimizada" </a:t>
            </a:r>
            <a:r>
              <a:rPr lang="es-ES" b="1" err="1">
                <a:latin typeface="Consolas"/>
                <a:ea typeface="+mn-lt"/>
                <a:cs typeface="+mn-lt"/>
              </a:rPr>
              <a:t>width</a:t>
            </a:r>
            <a:r>
              <a:rPr lang="es-ES" b="1" dirty="0">
                <a:latin typeface="Consolas"/>
                <a:ea typeface="+mn-lt"/>
                <a:cs typeface="+mn-lt"/>
              </a:rPr>
              <a:t>="400" </a:t>
            </a:r>
            <a:r>
              <a:rPr lang="es-ES" b="1" err="1">
                <a:latin typeface="Consolas"/>
                <a:ea typeface="+mn-lt"/>
                <a:cs typeface="+mn-lt"/>
              </a:rPr>
              <a:t>height</a:t>
            </a:r>
            <a:r>
              <a:rPr lang="es-ES" b="1" dirty="0">
                <a:latin typeface="Consolas"/>
                <a:ea typeface="+mn-lt"/>
                <a:cs typeface="+mn-lt"/>
              </a:rPr>
              <a:t>="300"&gt;</a:t>
            </a:r>
            <a:endParaRPr lang="es-ES" b="1" dirty="0">
              <a:latin typeface="Consolas"/>
            </a:endParaRPr>
          </a:p>
          <a:p>
            <a:pPr marL="0" indent="0">
              <a:buNone/>
            </a:pPr>
            <a:r>
              <a:rPr lang="es-ES" b="1" err="1">
                <a:latin typeface="Consolas"/>
                <a:ea typeface="+mn-lt"/>
                <a:cs typeface="+mn-lt"/>
              </a:rPr>
              <a:t>img</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object-fit</a:t>
            </a:r>
            <a:r>
              <a:rPr lang="es-ES" b="1" dirty="0">
                <a:latin typeface="Consolas"/>
                <a:ea typeface="+mn-lt"/>
                <a:cs typeface="+mn-lt"/>
              </a:rPr>
              <a:t>: </a:t>
            </a:r>
            <a:r>
              <a:rPr lang="es-ES" b="1" err="1">
                <a:latin typeface="Consolas"/>
                <a:ea typeface="+mn-lt"/>
                <a:cs typeface="+mn-lt"/>
              </a:rPr>
              <a:t>cover</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border-radius</a:t>
            </a:r>
            <a:r>
              <a:rPr lang="es-ES" b="1" dirty="0">
                <a:latin typeface="Consolas"/>
                <a:ea typeface="+mn-lt"/>
                <a:cs typeface="+mn-lt"/>
              </a:rPr>
              <a:t>: 10px;</a:t>
            </a:r>
            <a:br>
              <a:rPr lang="es-ES" b="1" dirty="0">
                <a:latin typeface="Consolas"/>
                <a:ea typeface="+mn-lt"/>
                <a:cs typeface="+mn-lt"/>
              </a:rPr>
            </a:br>
            <a:r>
              <a:rPr lang="es-ES" b="1" dirty="0">
                <a:latin typeface="Consolas"/>
                <a:ea typeface="+mn-lt"/>
                <a:cs typeface="+mn-lt"/>
              </a:rPr>
              <a:t>  box-</a:t>
            </a:r>
            <a:r>
              <a:rPr lang="es-ES" b="1" err="1">
                <a:latin typeface="Consolas"/>
                <a:ea typeface="+mn-lt"/>
                <a:cs typeface="+mn-lt"/>
              </a:rPr>
              <a:t>shadow</a:t>
            </a:r>
            <a:r>
              <a:rPr lang="es-ES" b="1" dirty="0">
                <a:latin typeface="Consolas"/>
                <a:ea typeface="+mn-lt"/>
                <a:cs typeface="+mn-lt"/>
              </a:rPr>
              <a:t>: 0 2px 8px </a:t>
            </a:r>
            <a:r>
              <a:rPr lang="es-ES" b="1" err="1">
                <a:latin typeface="Consolas"/>
                <a:ea typeface="+mn-lt"/>
                <a:cs typeface="+mn-lt"/>
              </a:rPr>
              <a:t>rgba</a:t>
            </a:r>
            <a:r>
              <a:rPr lang="es-ES" b="1" dirty="0">
                <a:latin typeface="Consolas"/>
                <a:ea typeface="+mn-lt"/>
                <a:cs typeface="+mn-lt"/>
              </a:rPr>
              <a:t>(0, 0, 0, 0.2);</a:t>
            </a:r>
            <a:br>
              <a:rPr lang="es-ES" b="1" dirty="0">
                <a:latin typeface="Consolas"/>
                <a:ea typeface="+mn-lt"/>
                <a:cs typeface="+mn-lt"/>
              </a:rPr>
            </a:br>
            <a:r>
              <a:rPr lang="es-ES" b="1" dirty="0">
                <a:latin typeface="Consolas"/>
                <a:ea typeface="+mn-lt"/>
                <a:cs typeface="+mn-lt"/>
              </a:rPr>
              <a:t>}</a:t>
            </a:r>
            <a:endParaRPr lang="es-ES" b="1" dirty="0">
              <a:latin typeface="Consolas"/>
            </a:endParaRPr>
          </a:p>
          <a:p>
            <a:endParaRPr lang="es-ES" dirty="0"/>
          </a:p>
        </p:txBody>
      </p:sp>
    </p:spTree>
    <p:extLst>
      <p:ext uri="{BB962C8B-B14F-4D97-AF65-F5344CB8AC3E}">
        <p14:creationId xmlns:p14="http://schemas.microsoft.com/office/powerpoint/2010/main" val="41034915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66449A-A347-11F8-6FA6-288056442AF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FB7C67-5EB9-BA4D-169C-A448930AA2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FD24CB7-1F2E-B012-4A18-77CA8F89E2F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3.2.2.3. Aplicación de efectos y filtros</a:t>
            </a:r>
            <a:endParaRPr lang="es-ES" dirty="0"/>
          </a:p>
        </p:txBody>
      </p:sp>
      <p:sp>
        <p:nvSpPr>
          <p:cNvPr id="10" name="Rectangle 9">
            <a:extLst>
              <a:ext uri="{FF2B5EF4-FFF2-40B4-BE49-F238E27FC236}">
                <a16:creationId xmlns:a16="http://schemas.microsoft.com/office/drawing/2014/main" id="{97CCA0CB-7BAC-219E-B635-1C20BAA53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F9F21D-8D27-6E83-C492-F12CF17C00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A29E687-A807-ACB4-A384-63564A410257}"/>
              </a:ext>
            </a:extLst>
          </p:cNvPr>
          <p:cNvSpPr>
            <a:spLocks noGrp="1"/>
          </p:cNvSpPr>
          <p:nvPr>
            <p:ph idx="1"/>
          </p:nvPr>
        </p:nvSpPr>
        <p:spPr>
          <a:xfrm>
            <a:off x="1587710" y="2160016"/>
            <a:ext cx="9486690" cy="3926152"/>
          </a:xfrm>
        </p:spPr>
        <p:txBody>
          <a:bodyPr vert="horz" lIns="91440" tIns="45720" rIns="91440" bIns="45720" rtlCol="0" anchor="t">
            <a:normAutofit fontScale="92500"/>
          </a:bodyPr>
          <a:lstStyle/>
          <a:p>
            <a:r>
              <a:rPr lang="es-ES" dirty="0">
                <a:ea typeface="+mn-lt"/>
                <a:cs typeface="+mn-lt"/>
              </a:rPr>
              <a:t>Los efectos y filtros permiten modificar el aspecto visual de una imagen para adaptarla al estilo de una interfaz web, mejorar su legibilidad o generar impacto visual. Algunos de los más comunes son:</a:t>
            </a:r>
            <a:endParaRPr lang="es-ES" dirty="0"/>
          </a:p>
          <a:p>
            <a:pPr lvl="1">
              <a:buFont typeface="Courier New" panose="020B0604020202020204" pitchFamily="34" charset="0"/>
              <a:buChar char="o"/>
            </a:pPr>
            <a:r>
              <a:rPr lang="es-ES" dirty="0">
                <a:ea typeface="+mn-lt"/>
                <a:cs typeface="+mn-lt"/>
              </a:rPr>
              <a:t>Desenfoque (</a:t>
            </a:r>
            <a:r>
              <a:rPr lang="es-ES" dirty="0" err="1">
                <a:ea typeface="+mn-lt"/>
                <a:cs typeface="+mn-lt"/>
              </a:rPr>
              <a:t>blur</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Escala de grises (</a:t>
            </a:r>
            <a:r>
              <a:rPr lang="es-ES" dirty="0" err="1">
                <a:ea typeface="+mn-lt"/>
                <a:cs typeface="+mn-lt"/>
              </a:rPr>
              <a:t>grayscale</a:t>
            </a:r>
            <a:r>
              <a:rPr lang="es-ES" dirty="0">
                <a:ea typeface="+mn-lt"/>
                <a:cs typeface="+mn-lt"/>
              </a:rPr>
              <a:t>).</a:t>
            </a:r>
            <a:endParaRPr lang="es-ES"/>
          </a:p>
          <a:p>
            <a:pPr lvl="1">
              <a:buFont typeface="Courier New" panose="020B0604020202020204" pitchFamily="34" charset="0"/>
              <a:buChar char="o"/>
            </a:pPr>
            <a:r>
              <a:rPr lang="es-ES" dirty="0">
                <a:ea typeface="+mn-lt"/>
                <a:cs typeface="+mn-lt"/>
              </a:rPr>
              <a:t>Brillo y contraste.</a:t>
            </a:r>
            <a:endParaRPr lang="es-ES" dirty="0"/>
          </a:p>
          <a:p>
            <a:pPr lvl="1">
              <a:buFont typeface="Courier New" panose="020B0604020202020204" pitchFamily="34" charset="0"/>
              <a:buChar char="o"/>
            </a:pPr>
            <a:r>
              <a:rPr lang="es-ES" dirty="0">
                <a:ea typeface="+mn-lt"/>
                <a:cs typeface="+mn-lt"/>
              </a:rPr>
              <a:t>Sombra, bordes, viñetas.</a:t>
            </a:r>
            <a:endParaRPr lang="es-ES" dirty="0"/>
          </a:p>
          <a:p>
            <a:pPr lvl="1">
              <a:buFont typeface="Courier New" panose="020B0604020202020204" pitchFamily="34" charset="0"/>
              <a:buChar char="o"/>
            </a:pPr>
            <a:r>
              <a:rPr lang="es-ES" dirty="0">
                <a:ea typeface="+mn-lt"/>
                <a:cs typeface="+mn-lt"/>
              </a:rPr>
              <a:t>Coloración selectiva o artística.</a:t>
            </a:r>
            <a:endParaRPr lang="es-ES" dirty="0"/>
          </a:p>
          <a:p>
            <a:r>
              <a:rPr lang="es-ES" dirty="0">
                <a:ea typeface="+mn-lt"/>
                <a:cs typeface="+mn-lt"/>
              </a:rPr>
              <a:t>Estos efectos pueden aplicarse desde editores gráficos o directamente con CSS en el navegador.</a:t>
            </a:r>
            <a:endParaRPr lang="es-ES" dirty="0"/>
          </a:p>
        </p:txBody>
      </p:sp>
    </p:spTree>
    <p:extLst>
      <p:ext uri="{BB962C8B-B14F-4D97-AF65-F5344CB8AC3E}">
        <p14:creationId xmlns:p14="http://schemas.microsoft.com/office/powerpoint/2010/main" val="41342234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29707D-07C7-9CAC-5D87-9C15867CFFA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2CA525-CC45-40AC-2B52-E30DF86FE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DFC38B0-02D1-CD2E-C2F4-89C5BF188A1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3.2.2.3. Aplicación de efectos y filtros</a:t>
            </a:r>
            <a:endParaRPr lang="es-ES" dirty="0"/>
          </a:p>
        </p:txBody>
      </p:sp>
      <p:sp>
        <p:nvSpPr>
          <p:cNvPr id="10" name="Rectangle 9">
            <a:extLst>
              <a:ext uri="{FF2B5EF4-FFF2-40B4-BE49-F238E27FC236}">
                <a16:creationId xmlns:a16="http://schemas.microsoft.com/office/drawing/2014/main" id="{CFD7E332-E836-91F5-FA1E-CF08D7947E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FE34F4-D3D1-EA5D-1AA1-69E01AA5CE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CB7FD35-2C4C-AB24-5A97-5AE04F73F73A}"/>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Con GIMP</a:t>
            </a:r>
          </a:p>
          <a:p>
            <a:pPr lvl="1">
              <a:buFont typeface="Courier New" panose="020B0604020202020204" pitchFamily="34" charset="0"/>
              <a:buChar char="o"/>
            </a:pPr>
            <a:r>
              <a:rPr lang="es-ES" dirty="0">
                <a:ea typeface="+mn-lt"/>
                <a:cs typeface="+mn-lt"/>
              </a:rPr>
              <a:t>Abre la imagen.</a:t>
            </a:r>
            <a:endParaRPr lang="es-ES"/>
          </a:p>
          <a:p>
            <a:pPr lvl="1">
              <a:buFont typeface="Courier New" panose="020B0604020202020204" pitchFamily="34" charset="0"/>
              <a:buChar char="o"/>
            </a:pPr>
            <a:r>
              <a:rPr lang="es-ES" dirty="0">
                <a:ea typeface="+mn-lt"/>
                <a:cs typeface="+mn-lt"/>
              </a:rPr>
              <a:t>Ve al menú Filtros &gt; Realce / Artísticos / Distorsiones, según el efecto deseado.</a:t>
            </a:r>
          </a:p>
          <a:p>
            <a:pPr lvl="1">
              <a:buFont typeface="Courier New" panose="020B0604020202020204" pitchFamily="34" charset="0"/>
              <a:buChar char="o"/>
            </a:pPr>
            <a:r>
              <a:rPr lang="es-ES" dirty="0">
                <a:ea typeface="+mn-lt"/>
                <a:cs typeface="+mn-lt"/>
              </a:rPr>
              <a:t>Ejemplos:</a:t>
            </a:r>
          </a:p>
          <a:p>
            <a:pPr lvl="2">
              <a:buFont typeface="Wingdings" panose="020B0604020202020204" pitchFamily="34" charset="0"/>
              <a:buChar char="§"/>
            </a:pPr>
            <a:r>
              <a:rPr lang="es-ES" dirty="0">
                <a:ea typeface="+mn-lt"/>
                <a:cs typeface="+mn-lt"/>
              </a:rPr>
              <a:t>Desenfoque: Filtros &gt; Desenfoque &gt; Desenfoque gaussiano.</a:t>
            </a:r>
            <a:endParaRPr lang="es-ES"/>
          </a:p>
          <a:p>
            <a:pPr lvl="2">
              <a:buFont typeface="Wingdings" panose="020B0604020202020204" pitchFamily="34" charset="0"/>
              <a:buChar char="§"/>
            </a:pPr>
            <a:r>
              <a:rPr lang="es-ES" dirty="0">
                <a:ea typeface="+mn-lt"/>
                <a:cs typeface="+mn-lt"/>
              </a:rPr>
              <a:t>Escala de grises: Colores &gt; Desaturar.</a:t>
            </a:r>
            <a:endParaRPr lang="es-ES"/>
          </a:p>
          <a:p>
            <a:pPr lvl="2">
              <a:buFont typeface="Wingdings" panose="020B0604020202020204" pitchFamily="34" charset="0"/>
              <a:buChar char="§"/>
            </a:pPr>
            <a:r>
              <a:rPr lang="es-ES" dirty="0">
                <a:ea typeface="+mn-lt"/>
                <a:cs typeface="+mn-lt"/>
              </a:rPr>
              <a:t>Viñeta: Filtros &gt; Luces y sombras &gt; Viñeta.</a:t>
            </a:r>
          </a:p>
          <a:p>
            <a:pPr lvl="1">
              <a:buFont typeface="Courier New" panose="020B0604020202020204" pitchFamily="34" charset="0"/>
              <a:buChar char="o"/>
            </a:pPr>
            <a:r>
              <a:rPr lang="es-ES" dirty="0">
                <a:ea typeface="+mn-lt"/>
                <a:cs typeface="+mn-lt"/>
              </a:rPr>
              <a:t>Exporta la imagen en formato optimizado (</a:t>
            </a:r>
            <a:r>
              <a:rPr lang="es-ES" dirty="0" err="1">
                <a:ea typeface="+mn-lt"/>
                <a:cs typeface="+mn-lt"/>
              </a:rPr>
              <a:t>WebP</a:t>
            </a:r>
            <a:r>
              <a:rPr lang="es-ES" dirty="0">
                <a:ea typeface="+mn-lt"/>
                <a:cs typeface="+mn-lt"/>
              </a:rPr>
              <a:t>, PNG, etc.).</a:t>
            </a:r>
            <a:endParaRPr lang="es-ES"/>
          </a:p>
        </p:txBody>
      </p:sp>
    </p:spTree>
    <p:extLst>
      <p:ext uri="{BB962C8B-B14F-4D97-AF65-F5344CB8AC3E}">
        <p14:creationId xmlns:p14="http://schemas.microsoft.com/office/powerpoint/2010/main" val="36318681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003343-C380-2418-B8AD-0A50B0E24C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9B1B29-10E4-BBCB-1828-83591882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73D54F5-4348-0E2E-4899-158E6E89135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3.2.2.3. Aplicación de efectos y filtros</a:t>
            </a:r>
            <a:endParaRPr lang="es-ES" dirty="0"/>
          </a:p>
        </p:txBody>
      </p:sp>
      <p:sp>
        <p:nvSpPr>
          <p:cNvPr id="10" name="Rectangle 9">
            <a:extLst>
              <a:ext uri="{FF2B5EF4-FFF2-40B4-BE49-F238E27FC236}">
                <a16:creationId xmlns:a16="http://schemas.microsoft.com/office/drawing/2014/main" id="{C3910AB1-A255-E802-DB0B-EDBC3BFE9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80D94D-DCD1-0C96-B742-7708ADE8E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F4A768D-7A9A-0690-AD7C-7C72D3EB34B4}"/>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Con </a:t>
            </a:r>
            <a:r>
              <a:rPr lang="es-ES" dirty="0" err="1">
                <a:ea typeface="+mn-lt"/>
                <a:cs typeface="+mn-lt"/>
              </a:rPr>
              <a:t>Figma</a:t>
            </a:r>
            <a:endParaRPr lang="es-ES" dirty="0" err="1"/>
          </a:p>
          <a:p>
            <a:pPr lvl="1">
              <a:buFont typeface="Courier New" panose="020B0604020202020204" pitchFamily="34" charset="0"/>
              <a:buChar char="o"/>
            </a:pPr>
            <a:r>
              <a:rPr lang="es-ES" dirty="0">
                <a:ea typeface="+mn-lt"/>
                <a:cs typeface="+mn-lt"/>
              </a:rPr>
              <a:t>Selecciona la imagen.</a:t>
            </a:r>
          </a:p>
          <a:p>
            <a:pPr lvl="1">
              <a:buFont typeface="Courier New" panose="020B0604020202020204" pitchFamily="34" charset="0"/>
              <a:buChar char="o"/>
            </a:pPr>
            <a:r>
              <a:rPr lang="es-ES" dirty="0">
                <a:ea typeface="+mn-lt"/>
                <a:cs typeface="+mn-lt"/>
              </a:rPr>
              <a:t>En el panel derecho, haz clic en </a:t>
            </a:r>
            <a:r>
              <a:rPr lang="es-ES" dirty="0" err="1">
                <a:ea typeface="+mn-lt"/>
                <a:cs typeface="+mn-lt"/>
              </a:rPr>
              <a:t>Adjust</a:t>
            </a:r>
            <a:r>
              <a:rPr lang="es-ES" dirty="0">
                <a:ea typeface="+mn-lt"/>
                <a:cs typeface="+mn-lt"/>
              </a:rPr>
              <a:t> </a:t>
            </a:r>
            <a:r>
              <a:rPr lang="es-ES" dirty="0" err="1">
                <a:ea typeface="+mn-lt"/>
                <a:cs typeface="+mn-lt"/>
              </a:rPr>
              <a:t>Image</a:t>
            </a:r>
            <a:r>
              <a:rPr lang="es-ES" dirty="0">
                <a:ea typeface="+mn-lt"/>
                <a:cs typeface="+mn-lt"/>
              </a:rPr>
              <a:t>.</a:t>
            </a:r>
          </a:p>
          <a:p>
            <a:pPr lvl="1">
              <a:buFont typeface="Courier New" panose="020B0604020202020204" pitchFamily="34" charset="0"/>
              <a:buChar char="o"/>
            </a:pPr>
            <a:r>
              <a:rPr lang="es-ES" dirty="0">
                <a:ea typeface="+mn-lt"/>
                <a:cs typeface="+mn-lt"/>
              </a:rPr>
              <a:t>Aplica efectos como:</a:t>
            </a:r>
          </a:p>
          <a:p>
            <a:pPr lvl="2">
              <a:buFont typeface="Wingdings" panose="020B0604020202020204" pitchFamily="34" charset="0"/>
              <a:buChar char="§"/>
            </a:pPr>
            <a:r>
              <a:rPr lang="es-ES" dirty="0" err="1">
                <a:ea typeface="+mn-lt"/>
                <a:cs typeface="+mn-lt"/>
              </a:rPr>
              <a:t>Blur</a:t>
            </a:r>
            <a:r>
              <a:rPr lang="es-ES" dirty="0">
                <a:ea typeface="+mn-lt"/>
                <a:cs typeface="+mn-lt"/>
              </a:rPr>
              <a:t> (desenfoque).</a:t>
            </a:r>
            <a:endParaRPr lang="es-ES"/>
          </a:p>
          <a:p>
            <a:pPr lvl="2">
              <a:buFont typeface="Wingdings" panose="020B0604020202020204" pitchFamily="34" charset="0"/>
              <a:buChar char="§"/>
            </a:pPr>
            <a:r>
              <a:rPr lang="es-ES" dirty="0" err="1">
                <a:ea typeface="+mn-lt"/>
                <a:cs typeface="+mn-lt"/>
              </a:rPr>
              <a:t>Saturation</a:t>
            </a:r>
            <a:r>
              <a:rPr lang="es-ES" dirty="0">
                <a:ea typeface="+mn-lt"/>
                <a:cs typeface="+mn-lt"/>
              </a:rPr>
              <a:t> (saturación).</a:t>
            </a:r>
            <a:endParaRPr lang="es-ES"/>
          </a:p>
          <a:p>
            <a:pPr lvl="2">
              <a:buFont typeface="Wingdings" panose="020B0604020202020204" pitchFamily="34" charset="0"/>
              <a:buChar char="§"/>
            </a:pPr>
            <a:r>
              <a:rPr lang="es-ES" dirty="0" err="1">
                <a:ea typeface="+mn-lt"/>
                <a:cs typeface="+mn-lt"/>
              </a:rPr>
              <a:t>Exposure</a:t>
            </a:r>
            <a:r>
              <a:rPr lang="es-ES" dirty="0">
                <a:ea typeface="+mn-lt"/>
                <a:cs typeface="+mn-lt"/>
              </a:rPr>
              <a:t> (brillo).</a:t>
            </a:r>
            <a:endParaRPr lang="es-ES"/>
          </a:p>
          <a:p>
            <a:pPr lvl="1">
              <a:buFont typeface="Courier New" panose="020B0604020202020204" pitchFamily="34" charset="0"/>
              <a:buChar char="o"/>
            </a:pPr>
            <a:r>
              <a:rPr lang="es-ES" dirty="0">
                <a:ea typeface="+mn-lt"/>
                <a:cs typeface="+mn-lt"/>
              </a:rPr>
              <a:t>También puedes aplicar efectos de capa como sombra o borde desde la sección </a:t>
            </a:r>
            <a:r>
              <a:rPr lang="es-ES" dirty="0" err="1">
                <a:ea typeface="+mn-lt"/>
                <a:cs typeface="+mn-lt"/>
              </a:rPr>
              <a:t>Effects</a:t>
            </a:r>
            <a:r>
              <a:rPr lang="es-ES" dirty="0">
                <a:ea typeface="+mn-lt"/>
                <a:cs typeface="+mn-lt"/>
              </a:rPr>
              <a:t>.</a:t>
            </a:r>
          </a:p>
          <a:p>
            <a:pPr lvl="1">
              <a:buFont typeface="Courier New" panose="020B0604020202020204" pitchFamily="34" charset="0"/>
              <a:buChar char="o"/>
            </a:pPr>
            <a:r>
              <a:rPr lang="es-ES" dirty="0">
                <a:ea typeface="+mn-lt"/>
                <a:cs typeface="+mn-lt"/>
              </a:rPr>
              <a:t>Exporta la imagen en el formato deseado.</a:t>
            </a:r>
            <a:endParaRPr lang="es-ES" dirty="0"/>
          </a:p>
        </p:txBody>
      </p:sp>
    </p:spTree>
    <p:extLst>
      <p:ext uri="{BB962C8B-B14F-4D97-AF65-F5344CB8AC3E}">
        <p14:creationId xmlns:p14="http://schemas.microsoft.com/office/powerpoint/2010/main" val="18551625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62DCB0-416D-2063-8990-C065FEA11EA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38D0F55-C6A3-17F7-F853-69C540AEB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C52DAEC-B74E-BC49-3953-BD9601499D1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 Efectos CSS para imágenes y formas</a:t>
            </a:r>
            <a:endParaRPr lang="es-ES" dirty="0"/>
          </a:p>
        </p:txBody>
      </p:sp>
      <p:sp>
        <p:nvSpPr>
          <p:cNvPr id="10" name="Rectangle 9">
            <a:extLst>
              <a:ext uri="{FF2B5EF4-FFF2-40B4-BE49-F238E27FC236}">
                <a16:creationId xmlns:a16="http://schemas.microsoft.com/office/drawing/2014/main" id="{4DE580C7-3C72-6A0E-0E4D-505709D49D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6BA5D2-0EF0-70DE-B779-F35F462876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1FA8C8E-07AC-75C9-04A3-BA76E79F70F1}"/>
              </a:ext>
            </a:extLst>
          </p:cNvPr>
          <p:cNvSpPr>
            <a:spLocks noGrp="1"/>
          </p:cNvSpPr>
          <p:nvPr>
            <p:ph idx="1"/>
          </p:nvPr>
        </p:nvSpPr>
        <p:spPr>
          <a:xfrm>
            <a:off x="1587710" y="2160016"/>
            <a:ext cx="9486690" cy="3926152"/>
          </a:xfrm>
        </p:spPr>
        <p:txBody>
          <a:bodyPr vert="horz" lIns="91440" tIns="45720" rIns="91440" bIns="45720" rtlCol="0" anchor="t">
            <a:normAutofit lnSpcReduction="10000"/>
          </a:bodyPr>
          <a:lstStyle/>
          <a:p>
            <a:r>
              <a:rPr lang="es-ES" dirty="0">
                <a:ea typeface="+mn-lt"/>
                <a:cs typeface="+mn-lt"/>
              </a:rPr>
              <a:t>CSS permite aplicar efectos visuales directamente en el navegador, sin necesidad de editar la imagen previamente. Esto mejora la flexibilidad, reduce el número de archivos y facilita la adaptación dinámica del diseño.</a:t>
            </a:r>
            <a:endParaRPr lang="es-ES" dirty="0"/>
          </a:p>
          <a:p>
            <a:r>
              <a:rPr lang="es-ES" dirty="0">
                <a:ea typeface="+mn-lt"/>
                <a:cs typeface="+mn-lt"/>
              </a:rPr>
              <a:t>Los efectos más comunes aplicables a imágenes y formas son:</a:t>
            </a:r>
            <a:endParaRPr lang="es-ES" dirty="0"/>
          </a:p>
          <a:p>
            <a:pPr lvl="1">
              <a:buFont typeface="Courier New" panose="020B0604020202020204" pitchFamily="34" charset="0"/>
              <a:buChar char="o"/>
            </a:pPr>
            <a:r>
              <a:rPr lang="es-ES" dirty="0">
                <a:ea typeface="+mn-lt"/>
                <a:cs typeface="+mn-lt"/>
              </a:rPr>
              <a:t>Filtros visuales (</a:t>
            </a:r>
            <a:r>
              <a:rPr lang="es-ES" dirty="0" err="1">
                <a:ea typeface="+mn-lt"/>
                <a:cs typeface="+mn-lt"/>
              </a:rPr>
              <a:t>filter</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Recortes personalizados (clip-</a:t>
            </a:r>
            <a:r>
              <a:rPr lang="es-ES" dirty="0" err="1">
                <a:ea typeface="+mn-lt"/>
                <a:cs typeface="+mn-lt"/>
              </a:rPr>
              <a:t>path</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Sombras y bordes (box-</a:t>
            </a:r>
            <a:r>
              <a:rPr lang="es-ES" dirty="0" err="1">
                <a:ea typeface="+mn-lt"/>
                <a:cs typeface="+mn-lt"/>
              </a:rPr>
              <a:t>shadow</a:t>
            </a:r>
            <a:r>
              <a:rPr lang="es-ES" dirty="0">
                <a:ea typeface="+mn-lt"/>
                <a:cs typeface="+mn-lt"/>
              </a:rPr>
              <a:t>, </a:t>
            </a:r>
            <a:r>
              <a:rPr lang="es-ES" dirty="0" err="1">
                <a:ea typeface="+mn-lt"/>
                <a:cs typeface="+mn-lt"/>
              </a:rPr>
              <a:t>border-radius</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Transformaciones (</a:t>
            </a:r>
            <a:r>
              <a:rPr lang="es-ES" dirty="0" err="1">
                <a:ea typeface="+mn-lt"/>
                <a:cs typeface="+mn-lt"/>
              </a:rPr>
              <a:t>transform</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Transiciones y animaciones (</a:t>
            </a:r>
            <a:r>
              <a:rPr lang="es-ES" dirty="0" err="1">
                <a:ea typeface="+mn-lt"/>
                <a:cs typeface="+mn-lt"/>
              </a:rPr>
              <a:t>transition</a:t>
            </a:r>
            <a:r>
              <a:rPr lang="es-ES" dirty="0">
                <a:ea typeface="+mn-lt"/>
                <a:cs typeface="+mn-lt"/>
              </a:rPr>
              <a:t>, @keyframes)</a:t>
            </a:r>
            <a:endParaRPr lang="es-ES"/>
          </a:p>
        </p:txBody>
      </p:sp>
    </p:spTree>
    <p:extLst>
      <p:ext uri="{BB962C8B-B14F-4D97-AF65-F5344CB8AC3E}">
        <p14:creationId xmlns:p14="http://schemas.microsoft.com/office/powerpoint/2010/main" val="3350940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787DE5-026D-1DAE-3CB1-0DC33DD9F5B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E72E5D-442C-E23B-3084-6E09D0C70C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31BA081-EB9A-8E8A-FF5A-87A1D84A35F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 Efectos CSS para imágenes y formas</a:t>
            </a:r>
            <a:endParaRPr lang="es-ES" dirty="0"/>
          </a:p>
        </p:txBody>
      </p:sp>
      <p:sp>
        <p:nvSpPr>
          <p:cNvPr id="10" name="Rectangle 9">
            <a:extLst>
              <a:ext uri="{FF2B5EF4-FFF2-40B4-BE49-F238E27FC236}">
                <a16:creationId xmlns:a16="http://schemas.microsoft.com/office/drawing/2014/main" id="{450A639F-75FD-E0E6-3CB2-1251B692CC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D438383-1A1C-AC0B-4D50-B596737B41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AC17D3F-7681-30B0-18EE-01CBB593006A}"/>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Filtros CSS (</a:t>
            </a:r>
            <a:r>
              <a:rPr lang="es-ES" dirty="0" err="1">
                <a:ea typeface="+mn-lt"/>
                <a:cs typeface="+mn-lt"/>
              </a:rPr>
              <a:t>filter</a:t>
            </a:r>
            <a:r>
              <a:rPr lang="es-ES" dirty="0">
                <a:ea typeface="+mn-lt"/>
                <a:cs typeface="+mn-lt"/>
              </a:rPr>
              <a:t>). Permiten modificar el aspecto de una imagen o forma:</a:t>
            </a:r>
            <a:endParaRPr lang="es-ES" dirty="0"/>
          </a:p>
          <a:p>
            <a:r>
              <a:rPr lang="es-ES" dirty="0">
                <a:ea typeface="+mn-lt"/>
                <a:cs typeface="+mn-lt"/>
              </a:rPr>
              <a:t>Filtros disponibles:</a:t>
            </a:r>
            <a:endParaRPr lang="es-ES"/>
          </a:p>
          <a:p>
            <a:pPr lvl="1">
              <a:buFont typeface="Courier New" panose="020B0604020202020204" pitchFamily="34" charset="0"/>
              <a:buChar char="o"/>
            </a:pPr>
            <a:r>
              <a:rPr lang="es-ES" dirty="0" err="1">
                <a:ea typeface="+mn-lt"/>
                <a:cs typeface="+mn-lt"/>
              </a:rPr>
              <a:t>grayscale</a:t>
            </a:r>
            <a:r>
              <a:rPr lang="es-ES" dirty="0">
                <a:ea typeface="+mn-lt"/>
                <a:cs typeface="+mn-lt"/>
              </a:rPr>
              <a:t>()</a:t>
            </a:r>
            <a:endParaRPr lang="es-ES"/>
          </a:p>
          <a:p>
            <a:pPr lvl="1">
              <a:buFont typeface="Courier New" panose="020B0604020202020204" pitchFamily="34" charset="0"/>
              <a:buChar char="o"/>
            </a:pPr>
            <a:r>
              <a:rPr lang="es-ES" dirty="0" err="1">
                <a:ea typeface="+mn-lt"/>
                <a:cs typeface="+mn-lt"/>
              </a:rPr>
              <a:t>blur</a:t>
            </a:r>
            <a:r>
              <a:rPr lang="es-ES" dirty="0">
                <a:ea typeface="+mn-lt"/>
                <a:cs typeface="+mn-lt"/>
              </a:rPr>
              <a:t>()</a:t>
            </a:r>
            <a:endParaRPr lang="es-ES"/>
          </a:p>
          <a:p>
            <a:pPr lvl="1">
              <a:buFont typeface="Courier New" panose="020B0604020202020204" pitchFamily="34" charset="0"/>
              <a:buChar char="o"/>
            </a:pPr>
            <a:r>
              <a:rPr lang="es-ES" dirty="0" err="1">
                <a:ea typeface="+mn-lt"/>
                <a:cs typeface="+mn-lt"/>
              </a:rPr>
              <a:t>brightness</a:t>
            </a:r>
            <a:r>
              <a:rPr lang="es-ES" dirty="0">
                <a:ea typeface="+mn-lt"/>
                <a:cs typeface="+mn-lt"/>
              </a:rPr>
              <a:t>()</a:t>
            </a:r>
            <a:endParaRPr lang="es-ES"/>
          </a:p>
          <a:p>
            <a:pPr lvl="1">
              <a:buFont typeface="Courier New" panose="020B0604020202020204" pitchFamily="34" charset="0"/>
              <a:buChar char="o"/>
            </a:pPr>
            <a:r>
              <a:rPr lang="es-ES" dirty="0" err="1">
                <a:ea typeface="+mn-lt"/>
                <a:cs typeface="+mn-lt"/>
              </a:rPr>
              <a:t>contrast</a:t>
            </a:r>
            <a:r>
              <a:rPr lang="es-ES" dirty="0">
                <a:ea typeface="+mn-lt"/>
                <a:cs typeface="+mn-lt"/>
              </a:rPr>
              <a:t>()</a:t>
            </a:r>
            <a:endParaRPr lang="es-ES"/>
          </a:p>
          <a:p>
            <a:pPr lvl="1">
              <a:buFont typeface="Courier New" panose="020B0604020202020204" pitchFamily="34" charset="0"/>
              <a:buChar char="o"/>
            </a:pPr>
            <a:r>
              <a:rPr lang="es-ES" dirty="0" err="1">
                <a:ea typeface="+mn-lt"/>
                <a:cs typeface="+mn-lt"/>
              </a:rPr>
              <a:t>saturate</a:t>
            </a:r>
            <a:r>
              <a:rPr lang="es-ES" dirty="0">
                <a:ea typeface="+mn-lt"/>
                <a:cs typeface="+mn-lt"/>
              </a:rPr>
              <a:t>()</a:t>
            </a:r>
            <a:endParaRPr lang="es-ES"/>
          </a:p>
          <a:p>
            <a:pPr lvl="1">
              <a:buFont typeface="Courier New" panose="020B0604020202020204" pitchFamily="34" charset="0"/>
              <a:buChar char="o"/>
            </a:pPr>
            <a:r>
              <a:rPr lang="es-ES" dirty="0">
                <a:ea typeface="+mn-lt"/>
                <a:cs typeface="+mn-lt"/>
              </a:rPr>
              <a:t>sepia()</a:t>
            </a:r>
            <a:endParaRPr lang="es-ES"/>
          </a:p>
          <a:p>
            <a:pPr lvl="1">
              <a:buFont typeface="Courier New" panose="020B0604020202020204" pitchFamily="34" charset="0"/>
              <a:buChar char="o"/>
            </a:pPr>
            <a:r>
              <a:rPr lang="es-ES" dirty="0" err="1">
                <a:ea typeface="+mn-lt"/>
                <a:cs typeface="+mn-lt"/>
              </a:rPr>
              <a:t>invert</a:t>
            </a:r>
            <a:r>
              <a:rPr lang="es-ES" dirty="0">
                <a:ea typeface="+mn-lt"/>
                <a:cs typeface="+mn-lt"/>
              </a:rPr>
              <a:t>()</a:t>
            </a:r>
            <a:endParaRPr lang="es-ES"/>
          </a:p>
          <a:p>
            <a:pPr lvl="1">
              <a:buFont typeface="Courier New" panose="020B0604020202020204" pitchFamily="34" charset="0"/>
              <a:buChar char="o"/>
            </a:pPr>
            <a:r>
              <a:rPr lang="es-ES" dirty="0" err="1">
                <a:ea typeface="+mn-lt"/>
                <a:cs typeface="+mn-lt"/>
              </a:rPr>
              <a:t>drop-shadow</a:t>
            </a:r>
            <a:r>
              <a:rPr lang="es-ES" dirty="0">
                <a:ea typeface="+mn-lt"/>
                <a:cs typeface="+mn-lt"/>
              </a:rPr>
              <a:t>()</a:t>
            </a:r>
            <a:endParaRPr lang="es-ES" dirty="0"/>
          </a:p>
          <a:p>
            <a:r>
              <a:rPr lang="es-ES" dirty="0">
                <a:ea typeface="+mn-lt"/>
                <a:cs typeface="+mn-lt"/>
              </a:rPr>
              <a:t>Ejemplo:</a:t>
            </a:r>
            <a:endParaRPr lang="es-ES" dirty="0"/>
          </a:p>
          <a:p>
            <a:pPr marL="228600" lvl="1" indent="0">
              <a:buNone/>
            </a:pPr>
            <a:r>
              <a:rPr lang="es-ES" b="1" err="1">
                <a:latin typeface="Consolas"/>
                <a:ea typeface="+mn-lt"/>
                <a:cs typeface="+mn-lt"/>
              </a:rPr>
              <a:t>img</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filter</a:t>
            </a:r>
            <a:r>
              <a:rPr lang="es-ES" b="1" dirty="0">
                <a:latin typeface="Consolas"/>
                <a:ea typeface="+mn-lt"/>
                <a:cs typeface="+mn-lt"/>
              </a:rPr>
              <a:t>: </a:t>
            </a:r>
            <a:r>
              <a:rPr lang="es-ES" b="1" err="1">
                <a:latin typeface="Consolas"/>
                <a:ea typeface="+mn-lt"/>
                <a:cs typeface="+mn-lt"/>
              </a:rPr>
              <a:t>grayscale</a:t>
            </a:r>
            <a:r>
              <a:rPr lang="es-ES" b="1" dirty="0">
                <a:latin typeface="Consolas"/>
                <a:ea typeface="+mn-lt"/>
                <a:cs typeface="+mn-lt"/>
              </a:rPr>
              <a:t>(100%) </a:t>
            </a:r>
            <a:r>
              <a:rPr lang="es-ES" b="1" err="1">
                <a:latin typeface="Consolas"/>
                <a:ea typeface="+mn-lt"/>
                <a:cs typeface="+mn-lt"/>
              </a:rPr>
              <a:t>blur</a:t>
            </a:r>
            <a:r>
              <a:rPr lang="es-ES" b="1" dirty="0">
                <a:latin typeface="Consolas"/>
                <a:ea typeface="+mn-lt"/>
                <a:cs typeface="+mn-lt"/>
              </a:rPr>
              <a:t>(2px) </a:t>
            </a:r>
            <a:r>
              <a:rPr lang="es-ES" b="1" err="1">
                <a:latin typeface="Consolas"/>
                <a:ea typeface="+mn-lt"/>
                <a:cs typeface="+mn-lt"/>
              </a:rPr>
              <a:t>brightness</a:t>
            </a:r>
            <a:r>
              <a:rPr lang="es-ES" b="1" dirty="0">
                <a:latin typeface="Consolas"/>
                <a:ea typeface="+mn-lt"/>
                <a:cs typeface="+mn-lt"/>
              </a:rPr>
              <a:t>(1.2);</a:t>
            </a:r>
            <a:br>
              <a:rPr lang="es-ES" b="1" dirty="0">
                <a:latin typeface="Consolas"/>
                <a:ea typeface="+mn-lt"/>
                <a:cs typeface="+mn-lt"/>
              </a:rPr>
            </a:br>
            <a:r>
              <a:rPr lang="es-ES" b="1" dirty="0">
                <a:latin typeface="Consolas"/>
                <a:ea typeface="+mn-lt"/>
                <a:cs typeface="+mn-lt"/>
              </a:rPr>
              <a:t>}</a:t>
            </a:r>
            <a:endParaRPr lang="es-ES" b="1" dirty="0">
              <a:latin typeface="Consolas"/>
            </a:endParaRPr>
          </a:p>
          <a:p>
            <a:endParaRPr lang="es-ES" dirty="0"/>
          </a:p>
        </p:txBody>
      </p:sp>
    </p:spTree>
    <p:extLst>
      <p:ext uri="{BB962C8B-B14F-4D97-AF65-F5344CB8AC3E}">
        <p14:creationId xmlns:p14="http://schemas.microsoft.com/office/powerpoint/2010/main" val="5254653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135DC3-37E3-AFC1-93A9-D4C61E0DA05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F23A4D-9B8F-0D5F-8435-1083D7467A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351143-F845-C843-8FAF-7077EC7B7FC8}"/>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 Efectos CSS para imágenes y formas</a:t>
            </a:r>
            <a:endParaRPr lang="es-ES" dirty="0"/>
          </a:p>
        </p:txBody>
      </p:sp>
      <p:sp>
        <p:nvSpPr>
          <p:cNvPr id="10" name="Rectangle 9">
            <a:extLst>
              <a:ext uri="{FF2B5EF4-FFF2-40B4-BE49-F238E27FC236}">
                <a16:creationId xmlns:a16="http://schemas.microsoft.com/office/drawing/2014/main" id="{CFA37595-103E-F6BA-9754-2E1920D08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0FE8B8E-0AB8-AF62-4C04-9EE9C771C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5A06F6F-490D-C73B-0C74-5C67B7C3F4A8}"/>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Recorte de formas (clip-</a:t>
            </a:r>
            <a:r>
              <a:rPr lang="es-ES" dirty="0" err="1">
                <a:ea typeface="+mn-lt"/>
                <a:cs typeface="+mn-lt"/>
              </a:rPr>
              <a:t>path</a:t>
            </a:r>
            <a:r>
              <a:rPr lang="es-ES" dirty="0">
                <a:ea typeface="+mn-lt"/>
                <a:cs typeface="+mn-lt"/>
              </a:rPr>
              <a:t>): Permite recortar imágenes en formas geométricas o personalizadas:</a:t>
            </a:r>
          </a:p>
          <a:p>
            <a:r>
              <a:rPr lang="es-ES" dirty="0">
                <a:ea typeface="+mn-lt"/>
                <a:cs typeface="+mn-lt"/>
              </a:rPr>
              <a:t>Formas comunes:</a:t>
            </a:r>
          </a:p>
          <a:p>
            <a:pPr lvl="1">
              <a:buFont typeface="Courier New" panose="020B0604020202020204" pitchFamily="34" charset="0"/>
              <a:buChar char="o"/>
            </a:pPr>
            <a:r>
              <a:rPr lang="es-ES" dirty="0" err="1">
                <a:ea typeface="+mn-lt"/>
                <a:cs typeface="+mn-lt"/>
              </a:rPr>
              <a:t>circle</a:t>
            </a:r>
            <a:r>
              <a:rPr lang="es-ES" dirty="0">
                <a:ea typeface="+mn-lt"/>
                <a:cs typeface="+mn-lt"/>
              </a:rPr>
              <a:t>()</a:t>
            </a:r>
          </a:p>
          <a:p>
            <a:pPr lvl="1">
              <a:buFont typeface="Courier New" panose="020B0604020202020204" pitchFamily="34" charset="0"/>
              <a:buChar char="o"/>
            </a:pPr>
            <a:r>
              <a:rPr lang="es-ES" dirty="0" err="1">
                <a:ea typeface="+mn-lt"/>
                <a:cs typeface="+mn-lt"/>
              </a:rPr>
              <a:t>ellipse</a:t>
            </a:r>
            <a:r>
              <a:rPr lang="es-ES" dirty="0">
                <a:ea typeface="+mn-lt"/>
                <a:cs typeface="+mn-lt"/>
              </a:rPr>
              <a:t>()</a:t>
            </a:r>
          </a:p>
          <a:p>
            <a:pPr lvl="1">
              <a:buFont typeface="Courier New" panose="020B0604020202020204" pitchFamily="34" charset="0"/>
              <a:buChar char="o"/>
            </a:pPr>
            <a:r>
              <a:rPr lang="es-ES" dirty="0" err="1">
                <a:ea typeface="+mn-lt"/>
                <a:cs typeface="+mn-lt"/>
              </a:rPr>
              <a:t>polygon</a:t>
            </a:r>
            <a:r>
              <a:rPr lang="es-ES" dirty="0">
                <a:ea typeface="+mn-lt"/>
                <a:cs typeface="+mn-lt"/>
              </a:rPr>
              <a:t>()</a:t>
            </a:r>
          </a:p>
          <a:p>
            <a:pPr lvl="1">
              <a:buFont typeface="Courier New" panose="020B0604020202020204" pitchFamily="34" charset="0"/>
              <a:buChar char="o"/>
            </a:pPr>
            <a:r>
              <a:rPr lang="es-ES" dirty="0" err="1">
                <a:ea typeface="+mn-lt"/>
                <a:cs typeface="+mn-lt"/>
              </a:rPr>
              <a:t>inset</a:t>
            </a:r>
            <a:r>
              <a:rPr lang="es-ES" dirty="0">
                <a:ea typeface="+mn-lt"/>
                <a:cs typeface="+mn-lt"/>
              </a:rPr>
              <a:t>()</a:t>
            </a:r>
          </a:p>
          <a:p>
            <a:r>
              <a:rPr lang="es-ES" dirty="0">
                <a:ea typeface="+mn-lt"/>
                <a:cs typeface="+mn-lt"/>
              </a:rPr>
              <a:t>También se pueden usar SVG como máscara.</a:t>
            </a:r>
            <a:endParaRPr lang="es-ES" dirty="0"/>
          </a:p>
          <a:p>
            <a:r>
              <a:rPr lang="es-ES" dirty="0">
                <a:ea typeface="+mn-lt"/>
                <a:cs typeface="+mn-lt"/>
              </a:rPr>
              <a:t>Ejemplo:</a:t>
            </a:r>
            <a:endParaRPr lang="es-ES" dirty="0"/>
          </a:p>
          <a:p>
            <a:pPr marL="0" indent="0">
              <a:buNone/>
            </a:pPr>
            <a:r>
              <a:rPr lang="es-ES" b="1" err="1">
                <a:latin typeface="Consolas"/>
                <a:ea typeface="+mn-lt"/>
                <a:cs typeface="+mn-lt"/>
              </a:rPr>
              <a:t>img</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circle</a:t>
            </a:r>
            <a:r>
              <a:rPr lang="es-ES" b="1" dirty="0">
                <a:latin typeface="Consolas"/>
                <a:ea typeface="+mn-lt"/>
                <a:cs typeface="+mn-lt"/>
              </a:rPr>
              <a:t>(50% at center);</a:t>
            </a:r>
            <a:br>
              <a:rPr lang="es-ES" b="1" dirty="0">
                <a:latin typeface="Consolas"/>
                <a:ea typeface="+mn-lt"/>
                <a:cs typeface="+mn-lt"/>
              </a:rPr>
            </a:br>
            <a:r>
              <a:rPr lang="es-ES" b="1" dirty="0">
                <a:latin typeface="Consolas"/>
                <a:ea typeface="+mn-lt"/>
                <a:cs typeface="+mn-lt"/>
              </a:rPr>
              <a:t>}</a:t>
            </a:r>
            <a:endParaRPr lang="es-ES" b="1" dirty="0">
              <a:latin typeface="Consolas"/>
            </a:endParaRPr>
          </a:p>
          <a:p>
            <a:endParaRPr lang="es-ES" dirty="0"/>
          </a:p>
          <a:p>
            <a:endParaRPr lang="es-ES" dirty="0"/>
          </a:p>
          <a:p>
            <a:endParaRPr lang="es-ES" dirty="0"/>
          </a:p>
        </p:txBody>
      </p:sp>
    </p:spTree>
    <p:extLst>
      <p:ext uri="{BB962C8B-B14F-4D97-AF65-F5344CB8AC3E}">
        <p14:creationId xmlns:p14="http://schemas.microsoft.com/office/powerpoint/2010/main" val="13167561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320DF-FAAB-56F4-7C4C-32454308084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B2B105-70BC-5CA1-B850-FFB1DE3C0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F703F39-BA9D-5E5A-69A2-CE92D5BFCA6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 Efectos CSS para imágenes y formas</a:t>
            </a:r>
            <a:endParaRPr lang="es-ES" dirty="0"/>
          </a:p>
        </p:txBody>
      </p:sp>
      <p:sp>
        <p:nvSpPr>
          <p:cNvPr id="10" name="Rectangle 9">
            <a:extLst>
              <a:ext uri="{FF2B5EF4-FFF2-40B4-BE49-F238E27FC236}">
                <a16:creationId xmlns:a16="http://schemas.microsoft.com/office/drawing/2014/main" id="{CF8F6075-5F24-7B42-CF64-5A6E3EE6B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C7E3B87-840D-C7B4-440C-E8FEB0E460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CB68571-92B6-1560-C86F-ACBDA0BC9773}"/>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Ejemplo: Quieres mostrar una imagen circular con efecto de escala de grises y desenfoque al pasar el ratón.</a:t>
            </a:r>
            <a:endParaRPr lang="es-ES" dirty="0"/>
          </a:p>
          <a:p>
            <a:pPr marL="0" indent="0">
              <a:buNone/>
            </a:pPr>
            <a:r>
              <a:rPr lang="es-ES" b="1" dirty="0">
                <a:latin typeface="Consolas"/>
                <a:ea typeface="+mn-lt"/>
                <a:cs typeface="+mn-lt"/>
              </a:rPr>
              <a:t>&lt;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t>
            </a:r>
            <a:r>
              <a:rPr lang="es-ES" b="1" err="1">
                <a:latin typeface="Consolas"/>
                <a:ea typeface="+mn-lt"/>
                <a:cs typeface="+mn-lt"/>
              </a:rPr>
              <a:t>assets</a:t>
            </a:r>
            <a:r>
              <a:rPr lang="es-ES" b="1" dirty="0">
                <a:latin typeface="Consolas"/>
                <a:ea typeface="+mn-lt"/>
                <a:cs typeface="+mn-lt"/>
              </a:rPr>
              <a:t>/</a:t>
            </a:r>
            <a:r>
              <a:rPr lang="es-ES" b="1" err="1">
                <a:latin typeface="Consolas"/>
                <a:ea typeface="+mn-lt"/>
                <a:cs typeface="+mn-lt"/>
              </a:rPr>
              <a:t>avatar.webp</a:t>
            </a:r>
            <a:r>
              <a:rPr lang="es-ES" b="1" dirty="0">
                <a:latin typeface="Consolas"/>
                <a:ea typeface="+mn-lt"/>
                <a:cs typeface="+mn-lt"/>
              </a:rPr>
              <a:t>" </a:t>
            </a:r>
            <a:r>
              <a:rPr lang="es-ES" b="1" err="1">
                <a:latin typeface="Consolas"/>
                <a:ea typeface="+mn-lt"/>
                <a:cs typeface="+mn-lt"/>
              </a:rPr>
              <a:t>alt</a:t>
            </a:r>
            <a:r>
              <a:rPr lang="es-ES" b="1" dirty="0">
                <a:latin typeface="Consolas"/>
                <a:ea typeface="+mn-lt"/>
                <a:cs typeface="+mn-lt"/>
              </a:rPr>
              <a:t>="Foto de perfil" </a:t>
            </a:r>
            <a:r>
              <a:rPr lang="es-ES" b="1" err="1">
                <a:latin typeface="Consolas"/>
                <a:ea typeface="+mn-lt"/>
                <a:cs typeface="+mn-lt"/>
              </a:rPr>
              <a:t>class</a:t>
            </a:r>
            <a:r>
              <a:rPr lang="es-ES" b="1" dirty="0">
                <a:latin typeface="Consolas"/>
                <a:ea typeface="+mn-lt"/>
                <a:cs typeface="+mn-lt"/>
              </a:rPr>
              <a:t>="imagen-efecto"&gt;</a:t>
            </a:r>
            <a:br>
              <a:rPr lang="es-ES" b="1" dirty="0">
                <a:latin typeface="Consolas"/>
                <a:ea typeface="+mn-lt"/>
                <a:cs typeface="+mn-lt"/>
              </a:rPr>
            </a:br>
            <a:r>
              <a:rPr lang="es-ES" b="1" dirty="0">
                <a:latin typeface="Consolas"/>
                <a:ea typeface="+mn-lt"/>
                <a:cs typeface="+mn-lt"/>
              </a:rPr>
              <a:t>.imagen-efecto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object-fit</a:t>
            </a:r>
            <a:r>
              <a:rPr lang="es-ES" b="1" dirty="0">
                <a:latin typeface="Consolas"/>
                <a:ea typeface="+mn-lt"/>
                <a:cs typeface="+mn-lt"/>
              </a:rPr>
              <a:t>: </a:t>
            </a:r>
            <a:r>
              <a:rPr lang="es-ES" b="1" err="1">
                <a:latin typeface="Consolas"/>
                <a:ea typeface="+mn-lt"/>
                <a:cs typeface="+mn-lt"/>
              </a:rPr>
              <a:t>cover</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circle</a:t>
            </a:r>
            <a:r>
              <a:rPr lang="es-ES" b="1" dirty="0">
                <a:latin typeface="Consolas"/>
                <a:ea typeface="+mn-lt"/>
                <a:cs typeface="+mn-lt"/>
              </a:rPr>
              <a:t>(50% at center);</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filter</a:t>
            </a:r>
            <a:r>
              <a:rPr lang="es-ES" b="1" dirty="0">
                <a:latin typeface="Consolas"/>
                <a:ea typeface="+mn-lt"/>
                <a:cs typeface="+mn-lt"/>
              </a:rPr>
              <a:t>: </a:t>
            </a:r>
            <a:r>
              <a:rPr lang="es-ES" b="1" err="1">
                <a:latin typeface="Consolas"/>
                <a:ea typeface="+mn-lt"/>
                <a:cs typeface="+mn-lt"/>
              </a:rPr>
              <a:t>grayscale</a:t>
            </a:r>
            <a:r>
              <a:rPr lang="es-ES" b="1" dirty="0">
                <a:latin typeface="Consolas"/>
                <a:ea typeface="+mn-lt"/>
                <a:cs typeface="+mn-lt"/>
              </a:rPr>
              <a:t>(100%);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transition</a:t>
            </a:r>
            <a:r>
              <a:rPr lang="es-ES" b="1" dirty="0">
                <a:latin typeface="Consolas"/>
                <a:ea typeface="+mn-lt"/>
                <a:cs typeface="+mn-lt"/>
              </a:rPr>
              <a:t>: </a:t>
            </a:r>
            <a:r>
              <a:rPr lang="es-ES" b="1" err="1">
                <a:latin typeface="Consolas"/>
                <a:ea typeface="+mn-lt"/>
                <a:cs typeface="+mn-lt"/>
              </a:rPr>
              <a:t>filter</a:t>
            </a:r>
            <a:r>
              <a:rPr lang="es-ES" b="1" dirty="0">
                <a:latin typeface="Consolas"/>
                <a:ea typeface="+mn-lt"/>
                <a:cs typeface="+mn-lt"/>
              </a:rPr>
              <a:t> 0.3s </a:t>
            </a:r>
            <a:r>
              <a:rPr lang="es-ES" b="1" err="1">
                <a:latin typeface="Consolas"/>
                <a:ea typeface="+mn-lt"/>
                <a:cs typeface="+mn-lt"/>
              </a:rPr>
              <a:t>ease</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a:t>
            </a:r>
            <a:r>
              <a:rPr lang="es-ES" b="1" err="1">
                <a:latin typeface="Consolas"/>
                <a:ea typeface="+mn-lt"/>
                <a:cs typeface="+mn-lt"/>
              </a:rPr>
              <a:t>imagen-efecto:hover</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filter</a:t>
            </a:r>
            <a:r>
              <a:rPr lang="es-ES" b="1" dirty="0">
                <a:latin typeface="Consolas"/>
                <a:ea typeface="+mn-lt"/>
                <a:cs typeface="+mn-lt"/>
              </a:rPr>
              <a:t>: </a:t>
            </a:r>
            <a:r>
              <a:rPr lang="es-ES" b="1" err="1">
                <a:latin typeface="Consolas"/>
                <a:ea typeface="+mn-lt"/>
                <a:cs typeface="+mn-lt"/>
              </a:rPr>
              <a:t>grayscale</a:t>
            </a:r>
            <a:r>
              <a:rPr lang="es-ES" b="1" dirty="0">
                <a:latin typeface="Consolas"/>
                <a:ea typeface="+mn-lt"/>
                <a:cs typeface="+mn-lt"/>
              </a:rPr>
              <a:t>(0%) </a:t>
            </a:r>
            <a:r>
              <a:rPr lang="es-ES" b="1" err="1">
                <a:latin typeface="Consolas"/>
                <a:ea typeface="+mn-lt"/>
                <a:cs typeface="+mn-lt"/>
              </a:rPr>
              <a:t>blur</a:t>
            </a:r>
            <a:r>
              <a:rPr lang="es-ES" b="1" dirty="0">
                <a:latin typeface="Consolas"/>
                <a:ea typeface="+mn-lt"/>
                <a:cs typeface="+mn-lt"/>
              </a:rPr>
              <a:t>(2px);</a:t>
            </a:r>
            <a:br>
              <a:rPr lang="es-ES" b="1" dirty="0">
                <a:latin typeface="Consolas"/>
                <a:ea typeface="+mn-lt"/>
                <a:cs typeface="+mn-lt"/>
              </a:rPr>
            </a:br>
            <a:r>
              <a:rPr lang="es-ES" b="1" dirty="0">
                <a:latin typeface="Consolas"/>
                <a:ea typeface="+mn-lt"/>
                <a:cs typeface="+mn-lt"/>
              </a:rPr>
              <a:t>}</a:t>
            </a:r>
          </a:p>
          <a:p>
            <a:endParaRPr lang="es-ES" dirty="0"/>
          </a:p>
          <a:p>
            <a:endParaRPr lang="es-ES" dirty="0"/>
          </a:p>
        </p:txBody>
      </p:sp>
    </p:spTree>
    <p:extLst>
      <p:ext uri="{BB962C8B-B14F-4D97-AF65-F5344CB8AC3E}">
        <p14:creationId xmlns:p14="http://schemas.microsoft.com/office/powerpoint/2010/main" val="22361776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0AABE2-C664-FA62-8BDA-6B2C802FB14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D1C545-A720-818B-294A-85BB9B721A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A1E1A65-54C4-CB20-9555-984A7A5AAEB2}"/>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3.2.3.1. Filtros CSS (</a:t>
            </a:r>
            <a:r>
              <a:rPr lang="es-ES" b="0" dirty="0" err="1">
                <a:ea typeface="+mj-lt"/>
                <a:cs typeface="+mj-lt"/>
              </a:rPr>
              <a:t>filter</a:t>
            </a:r>
            <a:r>
              <a:rPr lang="es-ES" b="0" dirty="0">
                <a:ea typeface="+mj-lt"/>
                <a:cs typeface="+mj-lt"/>
              </a:rPr>
              <a:t>)</a:t>
            </a:r>
            <a:endParaRPr lang="es-ES" dirty="0"/>
          </a:p>
        </p:txBody>
      </p:sp>
      <p:sp>
        <p:nvSpPr>
          <p:cNvPr id="10" name="Rectangle 9">
            <a:extLst>
              <a:ext uri="{FF2B5EF4-FFF2-40B4-BE49-F238E27FC236}">
                <a16:creationId xmlns:a16="http://schemas.microsoft.com/office/drawing/2014/main" id="{242D3871-5688-5599-CEDA-62058CFB3B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C00427-383D-E15D-8200-47AED9EAE8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AF62F94-D71B-04F7-B7E0-769F1019F9FD}"/>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La propiedad CSS </a:t>
            </a:r>
            <a:r>
              <a:rPr lang="es-ES" dirty="0" err="1">
                <a:ea typeface="+mn-lt"/>
                <a:cs typeface="+mn-lt"/>
              </a:rPr>
              <a:t>filter</a:t>
            </a:r>
            <a:r>
              <a:rPr lang="es-ES" dirty="0">
                <a:ea typeface="+mn-lt"/>
                <a:cs typeface="+mn-lt"/>
              </a:rPr>
              <a:t> permite aplicar efectos visuales a elementos HTML como imágenes, vídeos, contenedores o incluso texto. Es una herramienta poderosa para mejorar la estética, crear interacciones visuales y adaptar el contenido a diferentes estilos sin modificar los archivos originales.</a:t>
            </a:r>
            <a:endParaRPr lang="es-ES" dirty="0"/>
          </a:p>
          <a:p>
            <a:r>
              <a:rPr lang="es-ES" dirty="0">
                <a:ea typeface="+mn-lt"/>
                <a:cs typeface="+mn-lt"/>
              </a:rPr>
              <a:t>Filtros disponibles</a:t>
            </a:r>
            <a:endParaRPr lang="es-ES" dirty="0"/>
          </a:p>
          <a:p>
            <a:pPr lvl="1">
              <a:buFont typeface="Courier New" panose="020B0604020202020204" pitchFamily="34" charset="0"/>
              <a:buChar char="o"/>
            </a:pPr>
            <a:r>
              <a:rPr lang="es-ES" err="1">
                <a:ea typeface="+mn-lt"/>
                <a:cs typeface="+mn-lt"/>
              </a:rPr>
              <a:t>grayscale</a:t>
            </a:r>
            <a:r>
              <a:rPr lang="es-ES" dirty="0">
                <a:ea typeface="+mn-lt"/>
                <a:cs typeface="+mn-lt"/>
              </a:rPr>
              <a:t>() --&gt; Convierte la imagen a escala de grises --&gt; </a:t>
            </a:r>
            <a:r>
              <a:rPr lang="es-ES" err="1">
                <a:ea typeface="+mn-lt"/>
                <a:cs typeface="+mn-lt"/>
              </a:rPr>
              <a:t>grayscale</a:t>
            </a:r>
            <a:r>
              <a:rPr lang="es-ES" dirty="0">
                <a:ea typeface="+mn-lt"/>
                <a:cs typeface="+mn-lt"/>
              </a:rPr>
              <a:t>(100%)</a:t>
            </a:r>
            <a:endParaRPr lang="es-ES"/>
          </a:p>
          <a:p>
            <a:pPr lvl="1">
              <a:buFont typeface="Courier New" panose="020B0604020202020204" pitchFamily="34" charset="0"/>
              <a:buChar char="o"/>
            </a:pPr>
            <a:r>
              <a:rPr lang="es-ES" err="1">
                <a:ea typeface="+mn-lt"/>
                <a:cs typeface="+mn-lt"/>
              </a:rPr>
              <a:t>blur</a:t>
            </a:r>
            <a:r>
              <a:rPr lang="es-ES" dirty="0">
                <a:ea typeface="+mn-lt"/>
                <a:cs typeface="+mn-lt"/>
              </a:rPr>
              <a:t>() --&gt; Aplica desenfoque --&gt; </a:t>
            </a:r>
            <a:r>
              <a:rPr lang="es-ES" err="1">
                <a:ea typeface="+mn-lt"/>
                <a:cs typeface="+mn-lt"/>
              </a:rPr>
              <a:t>blur</a:t>
            </a:r>
            <a:r>
              <a:rPr lang="es-ES" dirty="0">
                <a:ea typeface="+mn-lt"/>
                <a:cs typeface="+mn-lt"/>
              </a:rPr>
              <a:t>(5px)</a:t>
            </a:r>
            <a:endParaRPr lang="es-ES"/>
          </a:p>
          <a:p>
            <a:pPr lvl="1">
              <a:buFont typeface="Courier New" panose="020B0604020202020204" pitchFamily="34" charset="0"/>
              <a:buChar char="o"/>
            </a:pPr>
            <a:r>
              <a:rPr lang="es-ES" err="1">
                <a:ea typeface="+mn-lt"/>
                <a:cs typeface="+mn-lt"/>
              </a:rPr>
              <a:t>brightness</a:t>
            </a:r>
            <a:r>
              <a:rPr lang="es-ES" dirty="0">
                <a:ea typeface="+mn-lt"/>
                <a:cs typeface="+mn-lt"/>
              </a:rPr>
              <a:t>() --&gt; Ajusta el brillo --&gt; </a:t>
            </a:r>
            <a:r>
              <a:rPr lang="es-ES" err="1">
                <a:ea typeface="+mn-lt"/>
                <a:cs typeface="+mn-lt"/>
              </a:rPr>
              <a:t>brightness</a:t>
            </a:r>
            <a:r>
              <a:rPr lang="es-ES" dirty="0">
                <a:ea typeface="+mn-lt"/>
                <a:cs typeface="+mn-lt"/>
              </a:rPr>
              <a:t>(1.2)</a:t>
            </a:r>
            <a:endParaRPr lang="es-ES"/>
          </a:p>
          <a:p>
            <a:pPr lvl="1">
              <a:buFont typeface="Courier New" panose="020B0604020202020204" pitchFamily="34" charset="0"/>
              <a:buChar char="o"/>
            </a:pPr>
            <a:r>
              <a:rPr lang="es-ES" err="1">
                <a:ea typeface="+mn-lt"/>
                <a:cs typeface="+mn-lt"/>
              </a:rPr>
              <a:t>contrast</a:t>
            </a:r>
            <a:r>
              <a:rPr lang="es-ES" dirty="0">
                <a:ea typeface="+mn-lt"/>
                <a:cs typeface="+mn-lt"/>
              </a:rPr>
              <a:t>() --&gt; Ajusta el contraste --&gt; </a:t>
            </a:r>
            <a:r>
              <a:rPr lang="es-ES" err="1">
                <a:ea typeface="+mn-lt"/>
                <a:cs typeface="+mn-lt"/>
              </a:rPr>
              <a:t>contrast</a:t>
            </a:r>
            <a:r>
              <a:rPr lang="es-ES" dirty="0">
                <a:ea typeface="+mn-lt"/>
                <a:cs typeface="+mn-lt"/>
              </a:rPr>
              <a:t>(150%)</a:t>
            </a:r>
            <a:endParaRPr lang="es-ES"/>
          </a:p>
          <a:p>
            <a:pPr lvl="1">
              <a:buFont typeface="Courier New" panose="020B0604020202020204" pitchFamily="34" charset="0"/>
              <a:buChar char="o"/>
            </a:pPr>
            <a:r>
              <a:rPr lang="es-ES" err="1">
                <a:ea typeface="+mn-lt"/>
                <a:cs typeface="+mn-lt"/>
              </a:rPr>
              <a:t>saturate</a:t>
            </a:r>
            <a:r>
              <a:rPr lang="es-ES" dirty="0">
                <a:ea typeface="+mn-lt"/>
                <a:cs typeface="+mn-lt"/>
              </a:rPr>
              <a:t>() --&gt; Ajusta la saturación --&gt; </a:t>
            </a:r>
            <a:r>
              <a:rPr lang="es-ES" err="1">
                <a:ea typeface="+mn-lt"/>
                <a:cs typeface="+mn-lt"/>
              </a:rPr>
              <a:t>saturate</a:t>
            </a:r>
            <a:r>
              <a:rPr lang="es-ES" dirty="0">
                <a:ea typeface="+mn-lt"/>
                <a:cs typeface="+mn-lt"/>
              </a:rPr>
              <a:t>(200%)</a:t>
            </a:r>
            <a:endParaRPr lang="es-ES"/>
          </a:p>
          <a:p>
            <a:pPr lvl="1">
              <a:buFont typeface="Courier New" panose="020B0604020202020204" pitchFamily="34" charset="0"/>
              <a:buChar char="o"/>
            </a:pPr>
            <a:r>
              <a:rPr lang="es-ES" dirty="0">
                <a:ea typeface="+mn-lt"/>
                <a:cs typeface="+mn-lt"/>
              </a:rPr>
              <a:t>sepia() --&gt; Da un tono sepia --&gt; sepia(80%)</a:t>
            </a:r>
            <a:endParaRPr lang="es-ES"/>
          </a:p>
          <a:p>
            <a:pPr lvl="1">
              <a:buFont typeface="Courier New" panose="020B0604020202020204" pitchFamily="34" charset="0"/>
              <a:buChar char="o"/>
            </a:pPr>
            <a:r>
              <a:rPr lang="es-ES" err="1">
                <a:ea typeface="+mn-lt"/>
                <a:cs typeface="+mn-lt"/>
              </a:rPr>
              <a:t>invert</a:t>
            </a:r>
            <a:r>
              <a:rPr lang="es-ES" dirty="0">
                <a:ea typeface="+mn-lt"/>
                <a:cs typeface="+mn-lt"/>
              </a:rPr>
              <a:t>() --&gt; Invierte los colores --&gt; </a:t>
            </a:r>
            <a:r>
              <a:rPr lang="es-ES" err="1">
                <a:ea typeface="+mn-lt"/>
                <a:cs typeface="+mn-lt"/>
              </a:rPr>
              <a:t>invert</a:t>
            </a:r>
            <a:r>
              <a:rPr lang="es-ES" dirty="0">
                <a:ea typeface="+mn-lt"/>
                <a:cs typeface="+mn-lt"/>
              </a:rPr>
              <a:t>(100%)</a:t>
            </a:r>
            <a:endParaRPr lang="es-ES"/>
          </a:p>
          <a:p>
            <a:pPr lvl="1">
              <a:buFont typeface="Courier New" panose="020B0604020202020204" pitchFamily="34" charset="0"/>
              <a:buChar char="o"/>
            </a:pPr>
            <a:r>
              <a:rPr lang="es-ES" err="1">
                <a:ea typeface="+mn-lt"/>
                <a:cs typeface="+mn-lt"/>
              </a:rPr>
              <a:t>drop-shadow</a:t>
            </a:r>
            <a:r>
              <a:rPr lang="es-ES" dirty="0">
                <a:ea typeface="+mn-lt"/>
                <a:cs typeface="+mn-lt"/>
              </a:rPr>
              <a:t>() --&gt; Aplica sombra externa --&gt; </a:t>
            </a:r>
            <a:r>
              <a:rPr lang="es-ES" err="1">
                <a:ea typeface="+mn-lt"/>
                <a:cs typeface="+mn-lt"/>
              </a:rPr>
              <a:t>drop-shadow</a:t>
            </a:r>
            <a:r>
              <a:rPr lang="es-ES" dirty="0">
                <a:ea typeface="+mn-lt"/>
                <a:cs typeface="+mn-lt"/>
              </a:rPr>
              <a:t>(4px </a:t>
            </a:r>
            <a:r>
              <a:rPr lang="es-ES" err="1">
                <a:ea typeface="+mn-lt"/>
                <a:cs typeface="+mn-lt"/>
              </a:rPr>
              <a:t>4px</a:t>
            </a:r>
            <a:r>
              <a:rPr lang="es-ES" dirty="0">
                <a:ea typeface="+mn-lt"/>
                <a:cs typeface="+mn-lt"/>
              </a:rPr>
              <a:t> 6px </a:t>
            </a:r>
            <a:r>
              <a:rPr lang="es-ES" err="1">
                <a:ea typeface="+mn-lt"/>
                <a:cs typeface="+mn-lt"/>
              </a:rPr>
              <a:t>black</a:t>
            </a:r>
            <a:r>
              <a:rPr lang="es-ES" dirty="0">
                <a:ea typeface="+mn-lt"/>
                <a:cs typeface="+mn-lt"/>
              </a:rPr>
              <a:t>)</a:t>
            </a:r>
            <a:endParaRPr lang="es-ES"/>
          </a:p>
          <a:p>
            <a:endParaRPr lang="es-ES" dirty="0"/>
          </a:p>
        </p:txBody>
      </p:sp>
    </p:spTree>
    <p:extLst>
      <p:ext uri="{BB962C8B-B14F-4D97-AF65-F5344CB8AC3E}">
        <p14:creationId xmlns:p14="http://schemas.microsoft.com/office/powerpoint/2010/main" val="2358233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EDDA37-FD7A-5AB0-FF44-4E37D5335EC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014A3BE-0091-872C-C7B3-BBBDD5AB54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6B1AD50-8E24-87E5-558F-9214EF2A158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3.2.3.1. Filtros CSS (</a:t>
            </a:r>
            <a:r>
              <a:rPr lang="es-ES" b="0" dirty="0" err="1">
                <a:ea typeface="+mj-lt"/>
                <a:cs typeface="+mj-lt"/>
              </a:rPr>
              <a:t>filter</a:t>
            </a:r>
            <a:r>
              <a:rPr lang="es-ES" b="0" dirty="0">
                <a:ea typeface="+mj-lt"/>
                <a:cs typeface="+mj-lt"/>
              </a:rPr>
              <a:t>)</a:t>
            </a:r>
            <a:endParaRPr lang="es-ES" dirty="0"/>
          </a:p>
        </p:txBody>
      </p:sp>
      <p:sp>
        <p:nvSpPr>
          <p:cNvPr id="10" name="Rectangle 9">
            <a:extLst>
              <a:ext uri="{FF2B5EF4-FFF2-40B4-BE49-F238E27FC236}">
                <a16:creationId xmlns:a16="http://schemas.microsoft.com/office/drawing/2014/main" id="{3A52F325-647F-7CDD-728A-C95BF5A8C6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12B587-431C-A6B8-4B6C-818D33EEE1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0956FC4-DAB7-8335-7BB4-BD2D11A64AB4}"/>
              </a:ext>
            </a:extLst>
          </p:cNvPr>
          <p:cNvSpPr>
            <a:spLocks noGrp="1"/>
          </p:cNvSpPr>
          <p:nvPr>
            <p:ph idx="1"/>
          </p:nvPr>
        </p:nvSpPr>
        <p:spPr>
          <a:xfrm>
            <a:off x="1587710" y="2160016"/>
            <a:ext cx="9486690" cy="3926152"/>
          </a:xfrm>
        </p:spPr>
        <p:txBody>
          <a:bodyPr vert="horz" lIns="91440" tIns="45720" rIns="91440" bIns="45720" rtlCol="0" anchor="t">
            <a:normAutofit fontScale="62500" lnSpcReduction="20000"/>
          </a:bodyPr>
          <a:lstStyle/>
          <a:p>
            <a:r>
              <a:rPr lang="es-ES" dirty="0">
                <a:ea typeface="+mn-lt"/>
                <a:cs typeface="+mn-lt"/>
              </a:rPr>
              <a:t>Los filtros pueden combinarse en una sola línea:</a:t>
            </a:r>
            <a:endParaRPr lang="es-ES" dirty="0"/>
          </a:p>
          <a:p>
            <a:pPr lvl="1">
              <a:buFont typeface="Courier New" panose="020B0604020202020204" pitchFamily="34" charset="0"/>
              <a:buChar char="o"/>
            </a:pPr>
            <a:r>
              <a:rPr lang="es-ES" b="1" err="1">
                <a:latin typeface="Consolas"/>
                <a:ea typeface="+mn-lt"/>
                <a:cs typeface="+mn-lt"/>
              </a:rPr>
              <a:t>filter</a:t>
            </a:r>
            <a:r>
              <a:rPr lang="es-ES" b="1" dirty="0">
                <a:latin typeface="Consolas"/>
                <a:ea typeface="+mn-lt"/>
                <a:cs typeface="+mn-lt"/>
              </a:rPr>
              <a:t>: </a:t>
            </a:r>
            <a:r>
              <a:rPr lang="es-ES" b="1" err="1">
                <a:latin typeface="Consolas"/>
                <a:ea typeface="+mn-lt"/>
                <a:cs typeface="+mn-lt"/>
              </a:rPr>
              <a:t>grayscale</a:t>
            </a:r>
            <a:r>
              <a:rPr lang="es-ES" b="1" dirty="0">
                <a:latin typeface="Consolas"/>
                <a:ea typeface="+mn-lt"/>
                <a:cs typeface="+mn-lt"/>
              </a:rPr>
              <a:t>(50%) </a:t>
            </a:r>
            <a:r>
              <a:rPr lang="es-ES" b="1" err="1">
                <a:latin typeface="Consolas"/>
                <a:ea typeface="+mn-lt"/>
                <a:cs typeface="+mn-lt"/>
              </a:rPr>
              <a:t>blur</a:t>
            </a:r>
            <a:r>
              <a:rPr lang="es-ES" b="1" dirty="0">
                <a:latin typeface="Consolas"/>
                <a:ea typeface="+mn-lt"/>
                <a:cs typeface="+mn-lt"/>
              </a:rPr>
              <a:t>(2px) </a:t>
            </a:r>
            <a:r>
              <a:rPr lang="es-ES" b="1" err="1">
                <a:latin typeface="Consolas"/>
                <a:ea typeface="+mn-lt"/>
                <a:cs typeface="+mn-lt"/>
              </a:rPr>
              <a:t>brightness</a:t>
            </a:r>
            <a:r>
              <a:rPr lang="es-ES" b="1" dirty="0">
                <a:latin typeface="Consolas"/>
                <a:ea typeface="+mn-lt"/>
                <a:cs typeface="+mn-lt"/>
              </a:rPr>
              <a:t>(1.1);</a:t>
            </a:r>
            <a:endParaRPr lang="es-ES" b="1" dirty="0">
              <a:latin typeface="Consolas"/>
            </a:endParaRPr>
          </a:p>
          <a:p>
            <a:r>
              <a:rPr lang="es-ES" dirty="0">
                <a:ea typeface="+mn-lt"/>
                <a:cs typeface="+mn-lt"/>
              </a:rPr>
              <a:t>Ejemplo: Quieres mostrar una imagen en escala de grises que se vuelva a color y se desenfoque ligeramente al pasar el ratón.</a:t>
            </a:r>
            <a:endParaRPr lang="es-ES" dirty="0"/>
          </a:p>
          <a:p>
            <a:r>
              <a:rPr lang="es-ES" b="1" dirty="0">
                <a:latin typeface="Consolas"/>
                <a:ea typeface="+mn-lt"/>
                <a:cs typeface="+mn-lt"/>
              </a:rPr>
              <a:t>&lt;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t>
            </a:r>
            <a:r>
              <a:rPr lang="es-ES" b="1" err="1">
                <a:latin typeface="Consolas"/>
                <a:ea typeface="+mn-lt"/>
                <a:cs typeface="+mn-lt"/>
              </a:rPr>
              <a:t>assets</a:t>
            </a:r>
            <a:r>
              <a:rPr lang="es-ES" b="1" dirty="0">
                <a:latin typeface="Consolas"/>
                <a:ea typeface="+mn-lt"/>
                <a:cs typeface="+mn-lt"/>
              </a:rPr>
              <a:t>/</a:t>
            </a:r>
            <a:r>
              <a:rPr lang="es-ES" b="1" err="1">
                <a:latin typeface="Consolas"/>
                <a:ea typeface="+mn-lt"/>
                <a:cs typeface="+mn-lt"/>
              </a:rPr>
              <a:t>foto.webp</a:t>
            </a:r>
            <a:r>
              <a:rPr lang="es-ES" b="1" dirty="0">
                <a:latin typeface="Consolas"/>
                <a:ea typeface="+mn-lt"/>
                <a:cs typeface="+mn-lt"/>
              </a:rPr>
              <a:t>" </a:t>
            </a:r>
            <a:r>
              <a:rPr lang="es-ES" b="1" err="1">
                <a:latin typeface="Consolas"/>
                <a:ea typeface="+mn-lt"/>
                <a:cs typeface="+mn-lt"/>
              </a:rPr>
              <a:t>alt</a:t>
            </a:r>
            <a:r>
              <a:rPr lang="es-ES" b="1" dirty="0">
                <a:latin typeface="Consolas"/>
                <a:ea typeface="+mn-lt"/>
                <a:cs typeface="+mn-lt"/>
              </a:rPr>
              <a:t>="Imagen con filtros CSS" </a:t>
            </a:r>
            <a:r>
              <a:rPr lang="es-ES" b="1" err="1">
                <a:latin typeface="Consolas"/>
                <a:ea typeface="+mn-lt"/>
                <a:cs typeface="+mn-lt"/>
              </a:rPr>
              <a:t>class</a:t>
            </a:r>
            <a:r>
              <a:rPr lang="es-ES" b="1" dirty="0">
                <a:latin typeface="Consolas"/>
                <a:ea typeface="+mn-lt"/>
                <a:cs typeface="+mn-lt"/>
              </a:rPr>
              <a:t>="imagen-filtro"&gt;</a:t>
            </a:r>
            <a:br>
              <a:rPr lang="es-ES" b="1" dirty="0">
                <a:latin typeface="Consolas"/>
                <a:ea typeface="+mn-lt"/>
                <a:cs typeface="+mn-lt"/>
              </a:rPr>
            </a:br>
            <a:r>
              <a:rPr lang="es-ES" b="1" dirty="0">
                <a:latin typeface="Consolas"/>
                <a:ea typeface="+mn-lt"/>
                <a:cs typeface="+mn-lt"/>
              </a:rPr>
              <a:t>.imagen-filtro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300px;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filter</a:t>
            </a:r>
            <a:r>
              <a:rPr lang="es-ES" b="1" dirty="0">
                <a:latin typeface="Consolas"/>
                <a:ea typeface="+mn-lt"/>
                <a:cs typeface="+mn-lt"/>
              </a:rPr>
              <a:t>: </a:t>
            </a:r>
            <a:r>
              <a:rPr lang="es-ES" b="1" err="1">
                <a:latin typeface="Consolas"/>
                <a:ea typeface="+mn-lt"/>
                <a:cs typeface="+mn-lt"/>
              </a:rPr>
              <a:t>grayscale</a:t>
            </a:r>
            <a:r>
              <a:rPr lang="es-ES" b="1" dirty="0">
                <a:latin typeface="Consolas"/>
                <a:ea typeface="+mn-lt"/>
                <a:cs typeface="+mn-lt"/>
              </a:rPr>
              <a:t>(100%);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transition</a:t>
            </a:r>
            <a:r>
              <a:rPr lang="es-ES" b="1" dirty="0">
                <a:latin typeface="Consolas"/>
                <a:ea typeface="+mn-lt"/>
                <a:cs typeface="+mn-lt"/>
              </a:rPr>
              <a:t>: </a:t>
            </a:r>
            <a:r>
              <a:rPr lang="es-ES" b="1" err="1">
                <a:latin typeface="Consolas"/>
                <a:ea typeface="+mn-lt"/>
                <a:cs typeface="+mn-lt"/>
              </a:rPr>
              <a:t>filter</a:t>
            </a:r>
            <a:r>
              <a:rPr lang="es-ES" b="1" dirty="0">
                <a:latin typeface="Consolas"/>
                <a:ea typeface="+mn-lt"/>
                <a:cs typeface="+mn-lt"/>
              </a:rPr>
              <a:t> 0.4s </a:t>
            </a:r>
            <a:r>
              <a:rPr lang="es-ES" b="1" err="1">
                <a:latin typeface="Consolas"/>
                <a:ea typeface="+mn-lt"/>
                <a:cs typeface="+mn-lt"/>
              </a:rPr>
              <a:t>ease</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a:t>
            </a:r>
            <a:r>
              <a:rPr lang="es-ES" b="1" err="1">
                <a:latin typeface="Consolas"/>
                <a:ea typeface="+mn-lt"/>
                <a:cs typeface="+mn-lt"/>
              </a:rPr>
              <a:t>imagen-filtro:hover</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filter</a:t>
            </a:r>
            <a:r>
              <a:rPr lang="es-ES" b="1" dirty="0">
                <a:latin typeface="Consolas"/>
                <a:ea typeface="+mn-lt"/>
                <a:cs typeface="+mn-lt"/>
              </a:rPr>
              <a:t>: </a:t>
            </a:r>
            <a:r>
              <a:rPr lang="es-ES" b="1" err="1">
                <a:latin typeface="Consolas"/>
                <a:ea typeface="+mn-lt"/>
                <a:cs typeface="+mn-lt"/>
              </a:rPr>
              <a:t>grayscale</a:t>
            </a:r>
            <a:r>
              <a:rPr lang="es-ES" b="1" dirty="0">
                <a:latin typeface="Consolas"/>
                <a:ea typeface="+mn-lt"/>
                <a:cs typeface="+mn-lt"/>
              </a:rPr>
              <a:t>(0%) </a:t>
            </a:r>
            <a:r>
              <a:rPr lang="es-ES" b="1" err="1">
                <a:latin typeface="Consolas"/>
                <a:ea typeface="+mn-lt"/>
                <a:cs typeface="+mn-lt"/>
              </a:rPr>
              <a:t>blur</a:t>
            </a:r>
            <a:r>
              <a:rPr lang="es-ES" b="1" dirty="0">
                <a:latin typeface="Consolas"/>
                <a:ea typeface="+mn-lt"/>
                <a:cs typeface="+mn-lt"/>
              </a:rPr>
              <a:t>(2px);</a:t>
            </a:r>
            <a:br>
              <a:rPr lang="es-ES" b="1" dirty="0">
                <a:latin typeface="Consolas"/>
                <a:ea typeface="+mn-lt"/>
                <a:cs typeface="+mn-lt"/>
              </a:rPr>
            </a:br>
            <a:r>
              <a:rPr lang="es-ES" b="1" dirty="0">
                <a:latin typeface="Consolas"/>
                <a:ea typeface="+mn-lt"/>
                <a:cs typeface="+mn-lt"/>
              </a:rPr>
              <a:t>}</a:t>
            </a:r>
            <a:endParaRPr lang="es-ES" b="1" dirty="0">
              <a:latin typeface="Consolas"/>
            </a:endParaRPr>
          </a:p>
          <a:p>
            <a:r>
              <a:rPr lang="es-ES" dirty="0">
                <a:ea typeface="+mn-lt"/>
                <a:cs typeface="+mn-lt"/>
              </a:rPr>
              <a:t>Este código:</a:t>
            </a:r>
            <a:endParaRPr lang="es-ES" dirty="0"/>
          </a:p>
          <a:p>
            <a:pPr lvl="1">
              <a:buFont typeface="Courier New" panose="020B0604020202020204" pitchFamily="34" charset="0"/>
              <a:buChar char="o"/>
            </a:pPr>
            <a:r>
              <a:rPr lang="es-ES" dirty="0">
                <a:ea typeface="+mn-lt"/>
                <a:cs typeface="+mn-lt"/>
              </a:rPr>
              <a:t>Muestra la imagen en escala de grises.</a:t>
            </a:r>
            <a:endParaRPr lang="es-ES"/>
          </a:p>
          <a:p>
            <a:pPr lvl="1">
              <a:buFont typeface="Courier New" panose="020B0604020202020204" pitchFamily="34" charset="0"/>
              <a:buChar char="o"/>
            </a:pPr>
            <a:r>
              <a:rPr lang="es-ES" dirty="0">
                <a:ea typeface="+mn-lt"/>
                <a:cs typeface="+mn-lt"/>
              </a:rPr>
              <a:t>Al pasar el ratón, se vuelve a color y se desenfoca ligeramente.</a:t>
            </a:r>
            <a:endParaRPr lang="es-ES"/>
          </a:p>
          <a:p>
            <a:endParaRPr lang="es-ES" dirty="0"/>
          </a:p>
        </p:txBody>
      </p:sp>
    </p:spTree>
    <p:extLst>
      <p:ext uri="{BB962C8B-B14F-4D97-AF65-F5344CB8AC3E}">
        <p14:creationId xmlns:p14="http://schemas.microsoft.com/office/powerpoint/2010/main" val="14796834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C6398C-37F0-36A9-621C-F000AAE99D5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94A38A-5A70-55CE-30A1-3841B6A58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0D3AD1F-EB71-585E-9D76-7AF41703E1F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3.2.3.2. Recorte de imágenes con clip-</a:t>
            </a:r>
            <a:r>
              <a:rPr lang="es-ES" b="0" dirty="0" err="1">
                <a:ea typeface="+mj-lt"/>
                <a:cs typeface="+mj-lt"/>
              </a:rPr>
              <a:t>path</a:t>
            </a:r>
            <a:endParaRPr lang="es-ES" dirty="0" err="1"/>
          </a:p>
        </p:txBody>
      </p:sp>
      <p:sp>
        <p:nvSpPr>
          <p:cNvPr id="10" name="Rectangle 9">
            <a:extLst>
              <a:ext uri="{FF2B5EF4-FFF2-40B4-BE49-F238E27FC236}">
                <a16:creationId xmlns:a16="http://schemas.microsoft.com/office/drawing/2014/main" id="{9309E082-C14E-8C44-9A10-A3DAB0809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853A6D4-42E2-5944-ECF9-4A3B358EC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FDCF481-6CBC-7EFC-1BF2-A350A2F42D2A}"/>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Ejemplo: Quieres mostrar una imagen recortada en forma de triángulo equilátero.</a:t>
            </a:r>
          </a:p>
          <a:p>
            <a:pPr marL="0" indent="0">
              <a:buNone/>
            </a:pPr>
            <a:r>
              <a:rPr lang="es-ES" b="1" dirty="0">
                <a:latin typeface="Consolas"/>
                <a:ea typeface="+mn-lt"/>
                <a:cs typeface="+mn-lt"/>
              </a:rPr>
              <a:t>&lt;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t>
            </a:r>
            <a:r>
              <a:rPr lang="es-ES" b="1" err="1">
                <a:latin typeface="Consolas"/>
                <a:ea typeface="+mn-lt"/>
                <a:cs typeface="+mn-lt"/>
              </a:rPr>
              <a:t>assets</a:t>
            </a:r>
            <a:r>
              <a:rPr lang="es-ES" b="1" dirty="0">
                <a:latin typeface="Consolas"/>
                <a:ea typeface="+mn-lt"/>
                <a:cs typeface="+mn-lt"/>
              </a:rPr>
              <a:t>/</a:t>
            </a:r>
            <a:r>
              <a:rPr lang="es-ES" b="1" err="1">
                <a:latin typeface="Consolas"/>
                <a:ea typeface="+mn-lt"/>
                <a:cs typeface="+mn-lt"/>
              </a:rPr>
              <a:t>foto.webp</a:t>
            </a:r>
            <a:r>
              <a:rPr lang="es-ES" b="1" dirty="0">
                <a:latin typeface="Consolas"/>
                <a:ea typeface="+mn-lt"/>
                <a:cs typeface="+mn-lt"/>
              </a:rPr>
              <a:t>" </a:t>
            </a:r>
            <a:r>
              <a:rPr lang="es-ES" b="1" err="1">
                <a:latin typeface="Consolas"/>
                <a:ea typeface="+mn-lt"/>
                <a:cs typeface="+mn-lt"/>
              </a:rPr>
              <a:t>alt</a:t>
            </a:r>
            <a:r>
              <a:rPr lang="es-ES" b="1" dirty="0">
                <a:latin typeface="Consolas"/>
                <a:ea typeface="+mn-lt"/>
                <a:cs typeface="+mn-lt"/>
              </a:rPr>
              <a:t>="Imagen recortada en triángulo" </a:t>
            </a:r>
            <a:r>
              <a:rPr lang="es-ES" b="1" err="1">
                <a:latin typeface="Consolas"/>
                <a:ea typeface="+mn-lt"/>
                <a:cs typeface="+mn-lt"/>
              </a:rPr>
              <a:t>class</a:t>
            </a:r>
            <a:r>
              <a:rPr lang="es-ES" b="1" dirty="0">
                <a:latin typeface="Consolas"/>
                <a:ea typeface="+mn-lt"/>
                <a:cs typeface="+mn-lt"/>
              </a:rPr>
              <a:t>="clip-triangulo"&gt;</a:t>
            </a:r>
            <a:br>
              <a:rPr lang="es-ES" b="1" dirty="0">
                <a:latin typeface="Consolas"/>
                <a:ea typeface="+mn-lt"/>
                <a:cs typeface="+mn-lt"/>
              </a:rPr>
            </a:br>
            <a:r>
              <a:rPr lang="es-ES" b="1" dirty="0">
                <a:latin typeface="Consolas"/>
                <a:ea typeface="+mn-lt"/>
                <a:cs typeface="+mn-lt"/>
              </a:rPr>
              <a:t>.clip-triangulo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300px;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300px;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object-fit</a:t>
            </a:r>
            <a:r>
              <a:rPr lang="es-ES" b="1" dirty="0">
                <a:latin typeface="Consolas"/>
                <a:ea typeface="+mn-lt"/>
                <a:cs typeface="+mn-lt"/>
              </a:rPr>
              <a:t>: </a:t>
            </a:r>
            <a:r>
              <a:rPr lang="es-ES" b="1" err="1">
                <a:latin typeface="Consolas"/>
                <a:ea typeface="+mn-lt"/>
                <a:cs typeface="+mn-lt"/>
              </a:rPr>
              <a:t>cover</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(50% 0%, 0% 100%, 100% 100%);</a:t>
            </a:r>
            <a:br>
              <a:rPr lang="es-ES" b="1" dirty="0">
                <a:latin typeface="Consolas"/>
                <a:ea typeface="+mn-lt"/>
                <a:cs typeface="+mn-lt"/>
              </a:rPr>
            </a:br>
            <a:r>
              <a:rPr lang="es-ES" b="1" dirty="0">
                <a:latin typeface="Consolas"/>
                <a:ea typeface="+mn-lt"/>
                <a:cs typeface="+mn-lt"/>
              </a:rPr>
              <a:t>}</a:t>
            </a:r>
            <a:endParaRPr lang="es-ES" b="1" dirty="0">
              <a:latin typeface="Consolas"/>
            </a:endParaRPr>
          </a:p>
          <a:p>
            <a:r>
              <a:rPr lang="es-ES" dirty="0">
                <a:ea typeface="+mn-lt"/>
                <a:cs typeface="+mn-lt"/>
              </a:rPr>
              <a:t>Este código:</a:t>
            </a:r>
            <a:endParaRPr lang="es-ES" dirty="0"/>
          </a:p>
          <a:p>
            <a:pPr lvl="1">
              <a:buFont typeface="Courier New" panose="020B0604020202020204" pitchFamily="34" charset="0"/>
              <a:buChar char="o"/>
            </a:pPr>
            <a:r>
              <a:rPr lang="es-ES" dirty="0">
                <a:ea typeface="+mn-lt"/>
                <a:cs typeface="+mn-lt"/>
              </a:rPr>
              <a:t>Recorta la imagen en forma de triángulo.</a:t>
            </a:r>
            <a:endParaRPr lang="es-ES"/>
          </a:p>
          <a:p>
            <a:pPr lvl="1">
              <a:buFont typeface="Courier New" panose="020B0604020202020204" pitchFamily="34" charset="0"/>
              <a:buChar char="o"/>
            </a:pPr>
            <a:r>
              <a:rPr lang="es-ES" dirty="0">
                <a:ea typeface="+mn-lt"/>
                <a:cs typeface="+mn-lt"/>
              </a:rPr>
              <a:t>Usa </a:t>
            </a:r>
            <a:r>
              <a:rPr lang="es-ES" dirty="0" err="1">
                <a:ea typeface="+mn-lt"/>
                <a:cs typeface="+mn-lt"/>
              </a:rPr>
              <a:t>polygon</a:t>
            </a:r>
            <a:r>
              <a:rPr lang="es-ES" dirty="0">
                <a:ea typeface="+mn-lt"/>
                <a:cs typeface="+mn-lt"/>
              </a:rPr>
              <a:t>() con coordenadas relativas al contenedor.</a:t>
            </a:r>
            <a:endParaRPr lang="es-ES"/>
          </a:p>
          <a:p>
            <a:endParaRPr lang="es-ES" dirty="0"/>
          </a:p>
        </p:txBody>
      </p:sp>
    </p:spTree>
    <p:extLst>
      <p:ext uri="{BB962C8B-B14F-4D97-AF65-F5344CB8AC3E}">
        <p14:creationId xmlns:p14="http://schemas.microsoft.com/office/powerpoint/2010/main" val="17178624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BE376F-F512-CB60-C7FD-4B7EB42F027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4C9FDC-2957-02E4-9E18-C97C4AAC29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A6C1A8B-A848-0A80-708A-808038CA901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3.2.3.2. Recorte de imágenes con clip-</a:t>
            </a:r>
            <a:r>
              <a:rPr lang="es-ES" b="0" dirty="0" err="1">
                <a:ea typeface="+mj-lt"/>
                <a:cs typeface="+mj-lt"/>
              </a:rPr>
              <a:t>path</a:t>
            </a:r>
            <a:endParaRPr lang="es-ES" dirty="0" err="1"/>
          </a:p>
        </p:txBody>
      </p:sp>
      <p:sp>
        <p:nvSpPr>
          <p:cNvPr id="10" name="Rectangle 9">
            <a:extLst>
              <a:ext uri="{FF2B5EF4-FFF2-40B4-BE49-F238E27FC236}">
                <a16:creationId xmlns:a16="http://schemas.microsoft.com/office/drawing/2014/main" id="{5CD33BC0-9B51-9313-50AB-F4480586F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E016AFD-EBF1-988B-E7A0-40AF3228F4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1A8DB4B-CB3B-7143-C1AB-351F162256C4}"/>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Ejemplo: Quieres mostrar una imagen recortada en forma de estrella.</a:t>
            </a:r>
          </a:p>
          <a:p>
            <a:pPr>
              <a:buNone/>
            </a:pPr>
            <a:r>
              <a:rPr lang="es-ES" b="1" dirty="0">
                <a:latin typeface="Consolas"/>
                <a:ea typeface="+mn-lt"/>
                <a:cs typeface="+mn-lt"/>
              </a:rPr>
              <a:t>&lt;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t>
            </a:r>
            <a:r>
              <a:rPr lang="es-ES" b="1" err="1">
                <a:latin typeface="Consolas"/>
                <a:ea typeface="+mn-lt"/>
                <a:cs typeface="+mn-lt"/>
              </a:rPr>
              <a:t>assets</a:t>
            </a:r>
            <a:r>
              <a:rPr lang="es-ES" b="1" dirty="0">
                <a:latin typeface="Consolas"/>
                <a:ea typeface="+mn-lt"/>
                <a:cs typeface="+mn-lt"/>
              </a:rPr>
              <a:t>/</a:t>
            </a:r>
            <a:r>
              <a:rPr lang="es-ES" b="1" err="1">
                <a:latin typeface="Consolas"/>
                <a:ea typeface="+mn-lt"/>
                <a:cs typeface="+mn-lt"/>
              </a:rPr>
              <a:t>foto.webp</a:t>
            </a:r>
            <a:r>
              <a:rPr lang="es-ES" b="1" dirty="0">
                <a:latin typeface="Consolas"/>
                <a:ea typeface="+mn-lt"/>
                <a:cs typeface="+mn-lt"/>
              </a:rPr>
              <a:t>" </a:t>
            </a:r>
            <a:r>
              <a:rPr lang="es-ES" b="1" err="1">
                <a:latin typeface="Consolas"/>
                <a:ea typeface="+mn-lt"/>
                <a:cs typeface="+mn-lt"/>
              </a:rPr>
              <a:t>alt</a:t>
            </a:r>
            <a:r>
              <a:rPr lang="es-ES" b="1" dirty="0">
                <a:latin typeface="Consolas"/>
                <a:ea typeface="+mn-lt"/>
                <a:cs typeface="+mn-lt"/>
              </a:rPr>
              <a:t>="Imagen recortada en estrella" </a:t>
            </a:r>
            <a:r>
              <a:rPr lang="es-ES" b="1" err="1">
                <a:latin typeface="Consolas"/>
                <a:ea typeface="+mn-lt"/>
                <a:cs typeface="+mn-lt"/>
              </a:rPr>
              <a:t>style</a:t>
            </a:r>
            <a:r>
              <a:rPr lang="es-ES" b="1" dirty="0">
                <a:latin typeface="Consolas"/>
                <a:ea typeface="+mn-lt"/>
                <a:cs typeface="+mn-lt"/>
              </a:rPr>
              <a:t>="clip-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url</a:t>
            </a:r>
            <a:r>
              <a:rPr lang="es-ES" b="1" dirty="0">
                <a:latin typeface="Consolas"/>
                <a:ea typeface="+mn-lt"/>
                <a:cs typeface="+mn-lt"/>
              </a:rPr>
              <a:t>(#clip-star); </a:t>
            </a:r>
            <a:r>
              <a:rPr lang="es-ES" b="1" err="1">
                <a:latin typeface="Consolas"/>
                <a:ea typeface="+mn-lt"/>
                <a:cs typeface="+mn-lt"/>
              </a:rPr>
              <a:t>width</a:t>
            </a:r>
            <a:r>
              <a:rPr lang="es-ES" b="1" dirty="0">
                <a:latin typeface="Consolas"/>
                <a:ea typeface="+mn-lt"/>
                <a:cs typeface="+mn-lt"/>
              </a:rPr>
              <a:t>: 300px; </a:t>
            </a:r>
            <a:r>
              <a:rPr lang="es-ES" b="1" err="1">
                <a:latin typeface="Consolas"/>
                <a:ea typeface="+mn-lt"/>
                <a:cs typeface="+mn-lt"/>
              </a:rPr>
              <a:t>height</a:t>
            </a:r>
            <a:r>
              <a:rPr lang="es-ES" b="1" dirty="0">
                <a:latin typeface="Consolas"/>
                <a:ea typeface="+mn-lt"/>
                <a:cs typeface="+mn-lt"/>
              </a:rPr>
              <a:t>: 300px;"&gt;</a:t>
            </a:r>
            <a:br>
              <a:rPr lang="es-ES" b="1" dirty="0">
                <a:latin typeface="Consolas"/>
                <a:ea typeface="+mn-lt"/>
                <a:cs typeface="+mn-lt"/>
              </a:rPr>
            </a:br>
            <a:r>
              <a:rPr lang="es-ES" b="1" dirty="0">
                <a:latin typeface="Consolas"/>
                <a:ea typeface="+mn-lt"/>
                <a:cs typeface="+mn-lt"/>
              </a:rPr>
              <a:t>Recorte de imagen en forma de estrella de 5 puntas</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t>
            </a:r>
            <a:r>
              <a:rPr lang="es-ES" b="1" err="1">
                <a:latin typeface="Consolas"/>
                <a:ea typeface="+mn-lt"/>
                <a:cs typeface="+mn-lt"/>
              </a:rPr>
              <a:t>assets</a:t>
            </a:r>
            <a:r>
              <a:rPr lang="es-ES" b="1" dirty="0">
                <a:latin typeface="Consolas"/>
                <a:ea typeface="+mn-lt"/>
                <a:cs typeface="+mn-lt"/>
              </a:rPr>
              <a:t>/</a:t>
            </a:r>
            <a:r>
              <a:rPr lang="es-ES" b="1" err="1">
                <a:latin typeface="Consolas"/>
                <a:ea typeface="+mn-lt"/>
                <a:cs typeface="+mn-lt"/>
              </a:rPr>
              <a:t>estrella.webp</a:t>
            </a:r>
            <a:r>
              <a:rPr lang="es-ES" b="1" dirty="0">
                <a:latin typeface="Consolas"/>
                <a:ea typeface="+mn-lt"/>
                <a:cs typeface="+mn-lt"/>
              </a:rPr>
              <a:t>" </a:t>
            </a:r>
            <a:r>
              <a:rPr lang="es-ES" b="1" err="1">
                <a:latin typeface="Consolas"/>
                <a:ea typeface="+mn-lt"/>
                <a:cs typeface="+mn-lt"/>
              </a:rPr>
              <a:t>alt</a:t>
            </a:r>
            <a:r>
              <a:rPr lang="es-ES" b="1" dirty="0">
                <a:latin typeface="Consolas"/>
                <a:ea typeface="+mn-lt"/>
                <a:cs typeface="+mn-lt"/>
              </a:rPr>
              <a:t>="Imagen recortada en forma de estrella" </a:t>
            </a:r>
            <a:r>
              <a:rPr lang="es-ES" b="1" err="1">
                <a:latin typeface="Consolas"/>
                <a:ea typeface="+mn-lt"/>
                <a:cs typeface="+mn-lt"/>
              </a:rPr>
              <a:t>class</a:t>
            </a:r>
            <a:r>
              <a:rPr lang="es-ES" b="1" dirty="0">
                <a:latin typeface="Consolas"/>
                <a:ea typeface="+mn-lt"/>
                <a:cs typeface="+mn-lt"/>
              </a:rPr>
              <a:t>="clip-estrella"&gt;</a:t>
            </a:r>
            <a:br>
              <a:rPr lang="es-ES" b="1" dirty="0">
                <a:latin typeface="Consolas"/>
                <a:ea typeface="+mn-lt"/>
                <a:cs typeface="+mn-lt"/>
              </a:rPr>
            </a:br>
            <a:r>
              <a:rPr lang="es-ES" b="1" dirty="0">
                <a:latin typeface="Consolas"/>
                <a:ea typeface="+mn-lt"/>
                <a:cs typeface="+mn-lt"/>
              </a:rPr>
              <a:t>.clip-estrella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300px;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300px;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object-fit</a:t>
            </a:r>
            <a:r>
              <a:rPr lang="es-ES" b="1" dirty="0">
                <a:latin typeface="Consolas"/>
                <a:ea typeface="+mn-lt"/>
                <a:cs typeface="+mn-lt"/>
              </a:rPr>
              <a:t>: </a:t>
            </a:r>
            <a:r>
              <a:rPr lang="es-ES" b="1" err="1">
                <a:latin typeface="Consolas"/>
                <a:ea typeface="+mn-lt"/>
                <a:cs typeface="+mn-lt"/>
              </a:rPr>
              <a:t>cover</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50% 0%,    61% 35%,    98% 35%,    68% 57%,    79% 91%,    50% 70%,    21% 91%,    32% 57%,    2% 35%,    39% 35%</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a:t>
            </a:r>
            <a:endParaRPr lang="es-ES" dirty="0"/>
          </a:p>
        </p:txBody>
      </p:sp>
    </p:spTree>
    <p:extLst>
      <p:ext uri="{BB962C8B-B14F-4D97-AF65-F5344CB8AC3E}">
        <p14:creationId xmlns:p14="http://schemas.microsoft.com/office/powerpoint/2010/main" val="27229219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56BA28-42EF-DCA5-A92D-6B3053AE0CD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74BB72-A891-0E10-6F6B-B4166F903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1D1E4D0-A814-798F-FA7F-CE20020131E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795811B3-067F-0C6A-3060-E0ABF5832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6BC1E9-7D76-FF22-8CBC-00D434ED3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BB868FA-71CB-96DA-F517-3DBC363B2621}"/>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CSS permite crear formas complejas sin necesidad de imágenes externas, utilizando propiedades como:</a:t>
            </a:r>
            <a:endParaRPr lang="es-ES" dirty="0"/>
          </a:p>
          <a:p>
            <a:pPr lvl="1">
              <a:buFont typeface="Courier New" panose="020B0604020202020204" pitchFamily="34" charset="0"/>
              <a:buChar char="o"/>
            </a:pPr>
            <a:r>
              <a:rPr lang="es-ES" dirty="0">
                <a:ea typeface="+mn-lt"/>
                <a:cs typeface="+mn-lt"/>
              </a:rPr>
              <a:t>clip-</a:t>
            </a:r>
            <a:r>
              <a:rPr lang="es-ES" dirty="0" err="1">
                <a:ea typeface="+mn-lt"/>
                <a:cs typeface="+mn-lt"/>
              </a:rPr>
              <a:t>path</a:t>
            </a:r>
            <a:r>
              <a:rPr lang="es-ES" dirty="0">
                <a:ea typeface="+mn-lt"/>
                <a:cs typeface="+mn-lt"/>
              </a:rPr>
              <a:t>: recorte visual del elemento.</a:t>
            </a:r>
            <a:endParaRPr lang="es-ES"/>
          </a:p>
          <a:p>
            <a:pPr lvl="1">
              <a:buFont typeface="Courier New" panose="020B0604020202020204" pitchFamily="34" charset="0"/>
              <a:buChar char="o"/>
            </a:pPr>
            <a:r>
              <a:rPr lang="es-ES" dirty="0" err="1">
                <a:ea typeface="+mn-lt"/>
                <a:cs typeface="+mn-lt"/>
              </a:rPr>
              <a:t>border-radius</a:t>
            </a:r>
            <a:r>
              <a:rPr lang="es-ES" dirty="0">
                <a:ea typeface="+mn-lt"/>
                <a:cs typeface="+mn-lt"/>
              </a:rPr>
              <a:t>: para formas redondeadas.</a:t>
            </a:r>
            <a:endParaRPr lang="es-ES"/>
          </a:p>
          <a:p>
            <a:pPr lvl="1">
              <a:buFont typeface="Courier New" panose="020B0604020202020204" pitchFamily="34" charset="0"/>
              <a:buChar char="o"/>
            </a:pPr>
            <a:r>
              <a:rPr lang="es-ES" dirty="0" err="1">
                <a:ea typeface="+mn-lt"/>
                <a:cs typeface="+mn-lt"/>
              </a:rPr>
              <a:t>transform</a:t>
            </a:r>
            <a:r>
              <a:rPr lang="es-ES" dirty="0">
                <a:ea typeface="+mn-lt"/>
                <a:cs typeface="+mn-lt"/>
              </a:rPr>
              <a:t>: para rotar, escalar o inclinar.</a:t>
            </a:r>
            <a:endParaRPr lang="es-ES"/>
          </a:p>
          <a:p>
            <a:pPr lvl="1">
              <a:buFont typeface="Courier New" panose="020B0604020202020204" pitchFamily="34" charset="0"/>
              <a:buChar char="o"/>
            </a:pPr>
            <a:r>
              <a:rPr lang="es-ES" dirty="0" err="1">
                <a:ea typeface="+mn-lt"/>
                <a:cs typeface="+mn-lt"/>
              </a:rPr>
              <a:t>shape-outside</a:t>
            </a:r>
            <a:r>
              <a:rPr lang="es-ES" dirty="0">
                <a:ea typeface="+mn-lt"/>
                <a:cs typeface="+mn-lt"/>
              </a:rPr>
              <a:t>: para ajustar el flujo del texto alrededor de formas.</a:t>
            </a:r>
            <a:endParaRPr lang="es-ES"/>
          </a:p>
          <a:p>
            <a:pPr lvl="1">
              <a:buFont typeface="Courier New" panose="020B0604020202020204" pitchFamily="34" charset="0"/>
              <a:buChar char="o"/>
            </a:pPr>
            <a:r>
              <a:rPr lang="es-ES" dirty="0" err="1">
                <a:ea typeface="+mn-lt"/>
                <a:cs typeface="+mn-lt"/>
              </a:rPr>
              <a:t>mask-image</a:t>
            </a:r>
            <a:r>
              <a:rPr lang="es-ES" dirty="0">
                <a:ea typeface="+mn-lt"/>
                <a:cs typeface="+mn-lt"/>
              </a:rPr>
              <a:t>: para aplicar máscaras SVG o PNG.</a:t>
            </a:r>
            <a:endParaRPr lang="es-ES" dirty="0"/>
          </a:p>
          <a:p>
            <a:r>
              <a:rPr lang="es-ES" dirty="0">
                <a:ea typeface="+mn-lt"/>
                <a:cs typeface="+mn-lt"/>
              </a:rPr>
              <a:t>Estas técnicas permiten crear diseños modernos, responsivos y ligeros.</a:t>
            </a:r>
            <a:endParaRPr lang="es-ES" dirty="0"/>
          </a:p>
        </p:txBody>
      </p:sp>
    </p:spTree>
    <p:extLst>
      <p:ext uri="{BB962C8B-B14F-4D97-AF65-F5344CB8AC3E}">
        <p14:creationId xmlns:p14="http://schemas.microsoft.com/office/powerpoint/2010/main" val="10486288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C28DA3-A812-7981-D272-59E5355154E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256032-76E9-6EEF-E792-9584432B83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D7B7E88-1CFD-E0C4-0642-1B25F8BF00F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DEE6DA0F-0BEE-1744-87BD-BE00EEE9E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DE1A1D-A4B5-9465-F9B0-60302BBD0C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1EAD104-6542-7F0C-CA9F-CACCEA7F346B}"/>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Círculo:</a:t>
            </a:r>
            <a:endParaRPr lang="es-ES" dirty="0"/>
          </a:p>
          <a:p>
            <a:pPr marL="0" indent="0">
              <a:buNone/>
            </a:pPr>
            <a:r>
              <a:rPr lang="es-ES" b="1" dirty="0">
                <a:latin typeface="Consolas"/>
                <a:ea typeface="+mn-lt"/>
                <a:cs typeface="+mn-lt"/>
              </a:rPr>
              <a:t>.circulo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border-radius</a:t>
            </a:r>
            <a:r>
              <a:rPr lang="es-ES" b="1" dirty="0">
                <a:latin typeface="Consolas"/>
                <a:ea typeface="+mn-lt"/>
                <a:cs typeface="+mn-lt"/>
              </a:rPr>
              <a:t>: 50%;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 #3498db;</a:t>
            </a:r>
            <a:br>
              <a:rPr lang="es-ES" b="1" dirty="0">
                <a:latin typeface="Consolas"/>
                <a:ea typeface="+mn-lt"/>
                <a:cs typeface="+mn-lt"/>
              </a:rPr>
            </a:br>
            <a:r>
              <a:rPr lang="es-ES" b="1" dirty="0">
                <a:latin typeface="Consolas"/>
                <a:ea typeface="+mn-lt"/>
                <a:cs typeface="+mn-lt"/>
              </a:rPr>
              <a:t>}</a:t>
            </a:r>
            <a:endParaRPr lang="es-ES" b="1" dirty="0">
              <a:latin typeface="Consolas"/>
            </a:endParaRPr>
          </a:p>
          <a:p>
            <a:r>
              <a:rPr lang="es-ES" dirty="0">
                <a:ea typeface="+mn-lt"/>
                <a:cs typeface="+mn-lt"/>
              </a:rPr>
              <a:t>Elipse:</a:t>
            </a:r>
            <a:endParaRPr lang="es-ES" dirty="0"/>
          </a:p>
          <a:p>
            <a:pPr marL="0" indent="0">
              <a:buNone/>
            </a:pPr>
            <a:r>
              <a:rPr lang="es-ES" b="1" dirty="0">
                <a:latin typeface="Consolas"/>
                <a:ea typeface="+mn-lt"/>
                <a:cs typeface="+mn-lt"/>
              </a:rPr>
              <a:t>.elipse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300px;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border-radius</a:t>
            </a:r>
            <a:r>
              <a:rPr lang="es-ES" b="1" dirty="0">
                <a:latin typeface="Consolas"/>
                <a:ea typeface="+mn-lt"/>
                <a:cs typeface="+mn-lt"/>
              </a:rPr>
              <a:t>: 50% / 100%;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 #e67e22;</a:t>
            </a:r>
            <a:br>
              <a:rPr lang="es-ES" b="1" dirty="0">
                <a:latin typeface="Consolas"/>
                <a:ea typeface="+mn-lt"/>
                <a:cs typeface="+mn-lt"/>
              </a:rPr>
            </a:br>
            <a:r>
              <a:rPr lang="es-ES" b="1" dirty="0">
                <a:latin typeface="Consolas"/>
                <a:ea typeface="+mn-lt"/>
                <a:cs typeface="+mn-lt"/>
              </a:rPr>
              <a:t>}</a:t>
            </a:r>
            <a:endParaRPr lang="es-ES" b="1" dirty="0">
              <a:latin typeface="Consolas"/>
            </a:endParaRPr>
          </a:p>
          <a:p>
            <a:endParaRPr lang="es-ES" dirty="0"/>
          </a:p>
        </p:txBody>
      </p:sp>
    </p:spTree>
    <p:extLst>
      <p:ext uri="{BB962C8B-B14F-4D97-AF65-F5344CB8AC3E}">
        <p14:creationId xmlns:p14="http://schemas.microsoft.com/office/powerpoint/2010/main" val="24828511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EF93B0-B218-F3FA-75F8-8FAA4433BD0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EDA9CB3-7F4C-97EC-9322-38719B826C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244FCFC-19D6-0B1E-CB7B-C351DEA5400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36DF6FDE-0D4D-817F-4110-D96A3F520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654B53F-886E-B862-C007-F721404641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ADA6A60-FF13-50EF-D801-317ACB20EF91}"/>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Triángulo equilátero:</a:t>
            </a:r>
          </a:p>
          <a:p>
            <a:pPr marL="0" indent="0">
              <a:buNone/>
            </a:pPr>
            <a:r>
              <a:rPr lang="es-ES" b="1" dirty="0">
                <a:latin typeface="Consolas"/>
                <a:ea typeface="+mn-lt"/>
                <a:cs typeface="+mn-lt"/>
              </a:rPr>
              <a:t>.triangulo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border-left</a:t>
            </a:r>
            <a:r>
              <a:rPr lang="es-ES" b="1" dirty="0">
                <a:latin typeface="Consolas"/>
                <a:ea typeface="+mn-lt"/>
                <a:cs typeface="+mn-lt"/>
              </a:rPr>
              <a:t>: 100px </a:t>
            </a:r>
            <a:r>
              <a:rPr lang="es-ES" b="1" err="1">
                <a:latin typeface="Consolas"/>
                <a:ea typeface="+mn-lt"/>
                <a:cs typeface="+mn-lt"/>
              </a:rPr>
              <a:t>solid</a:t>
            </a:r>
            <a:r>
              <a:rPr lang="es-ES" b="1" dirty="0">
                <a:latin typeface="Consolas"/>
                <a:ea typeface="+mn-lt"/>
                <a:cs typeface="+mn-lt"/>
              </a:rPr>
              <a:t> </a:t>
            </a:r>
            <a:r>
              <a:rPr lang="es-ES" b="1" err="1">
                <a:latin typeface="Consolas"/>
                <a:ea typeface="+mn-lt"/>
                <a:cs typeface="+mn-lt"/>
              </a:rPr>
              <a:t>transparent</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border-right</a:t>
            </a:r>
            <a:r>
              <a:rPr lang="es-ES" b="1" dirty="0">
                <a:latin typeface="Consolas"/>
                <a:ea typeface="+mn-lt"/>
                <a:cs typeface="+mn-lt"/>
              </a:rPr>
              <a:t>: 100px </a:t>
            </a:r>
            <a:r>
              <a:rPr lang="es-ES" b="1" err="1">
                <a:latin typeface="Consolas"/>
                <a:ea typeface="+mn-lt"/>
                <a:cs typeface="+mn-lt"/>
              </a:rPr>
              <a:t>solid</a:t>
            </a:r>
            <a:r>
              <a:rPr lang="es-ES" b="1" dirty="0">
                <a:latin typeface="Consolas"/>
                <a:ea typeface="+mn-lt"/>
                <a:cs typeface="+mn-lt"/>
              </a:rPr>
              <a:t> </a:t>
            </a:r>
            <a:r>
              <a:rPr lang="es-ES" b="1" err="1">
                <a:latin typeface="Consolas"/>
                <a:ea typeface="+mn-lt"/>
                <a:cs typeface="+mn-lt"/>
              </a:rPr>
              <a:t>transparent</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a:t>
            </a:r>
            <a:r>
              <a:rPr lang="es-ES" b="1" dirty="0">
                <a:latin typeface="Consolas"/>
                <a:ea typeface="+mn-lt"/>
                <a:cs typeface="+mn-lt"/>
              </a:rPr>
              <a:t>-bottom: 173px </a:t>
            </a:r>
            <a:r>
              <a:rPr lang="es-ES" b="1" err="1">
                <a:latin typeface="Consolas"/>
                <a:ea typeface="+mn-lt"/>
                <a:cs typeface="+mn-lt"/>
              </a:rPr>
              <a:t>solid</a:t>
            </a:r>
            <a:r>
              <a:rPr lang="es-ES" b="1" dirty="0">
                <a:latin typeface="Consolas"/>
                <a:ea typeface="+mn-lt"/>
                <a:cs typeface="+mn-lt"/>
              </a:rPr>
              <a:t> #2ecc71;</a:t>
            </a:r>
            <a:br>
              <a:rPr lang="es-ES" b="1" dirty="0">
                <a:latin typeface="Consolas"/>
                <a:ea typeface="+mn-lt"/>
                <a:cs typeface="+mn-lt"/>
              </a:rPr>
            </a:br>
            <a:r>
              <a:rPr lang="es-ES" b="1" dirty="0">
                <a:latin typeface="Consolas"/>
                <a:ea typeface="+mn-lt"/>
                <a:cs typeface="+mn-lt"/>
              </a:rPr>
              <a:t>}</a:t>
            </a:r>
          </a:p>
          <a:p>
            <a:r>
              <a:rPr lang="es-ES" dirty="0">
                <a:ea typeface="+mn-lt"/>
                <a:cs typeface="+mn-lt"/>
              </a:rPr>
              <a:t>Rombo con clip-</a:t>
            </a:r>
            <a:r>
              <a:rPr lang="es-ES" dirty="0" err="1">
                <a:ea typeface="+mn-lt"/>
                <a:cs typeface="+mn-lt"/>
              </a:rPr>
              <a:t>path</a:t>
            </a:r>
            <a:r>
              <a:rPr lang="es-ES" dirty="0">
                <a:ea typeface="+mn-lt"/>
                <a:cs typeface="+mn-lt"/>
              </a:rPr>
              <a:t>:</a:t>
            </a:r>
          </a:p>
          <a:p>
            <a:pPr marL="0" indent="0">
              <a:buNone/>
            </a:pPr>
            <a:r>
              <a:rPr lang="es-ES" b="1" dirty="0">
                <a:latin typeface="Consolas"/>
                <a:ea typeface="+mn-lt"/>
                <a:cs typeface="+mn-lt"/>
              </a:rPr>
              <a:t>.rombo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(50% 0%, 100% 50%, 50% 100%, 0% 50%);</a:t>
            </a:r>
            <a:br>
              <a:rPr lang="es-ES" b="1" dirty="0">
                <a:latin typeface="Consolas"/>
                <a:ea typeface="+mn-lt"/>
                <a:cs typeface="+mn-lt"/>
              </a:rPr>
            </a:br>
            <a:r>
              <a:rPr lang="es-ES" b="1" dirty="0">
                <a:latin typeface="Consolas"/>
                <a:ea typeface="+mn-lt"/>
                <a:cs typeface="+mn-lt"/>
              </a:rPr>
              <a:t>}</a:t>
            </a:r>
          </a:p>
          <a:p>
            <a:endParaRPr lang="es-ES" dirty="0"/>
          </a:p>
        </p:txBody>
      </p:sp>
    </p:spTree>
    <p:extLst>
      <p:ext uri="{BB962C8B-B14F-4D97-AF65-F5344CB8AC3E}">
        <p14:creationId xmlns:p14="http://schemas.microsoft.com/office/powerpoint/2010/main" val="24408191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DA9C03-E948-608D-8B29-952CF4EF763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CC9589-173B-A359-A02E-7DBBA8DA6E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4DEDF79-B2A8-09CB-D795-F2F8848275C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27E183F1-8729-9023-2113-F56F0581C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C924A34-D529-0009-2BCD-FABCD8754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85E1799-FE23-0D17-63F0-1325F3167C4B}"/>
              </a:ext>
            </a:extLst>
          </p:cNvPr>
          <p:cNvSpPr>
            <a:spLocks noGrp="1"/>
          </p:cNvSpPr>
          <p:nvPr>
            <p:ph idx="1"/>
          </p:nvPr>
        </p:nvSpPr>
        <p:spPr>
          <a:xfrm>
            <a:off x="1587710" y="2160016"/>
            <a:ext cx="9486690" cy="3926152"/>
          </a:xfrm>
        </p:spPr>
        <p:txBody>
          <a:bodyPr vert="horz" lIns="91440" tIns="45720" rIns="91440" bIns="45720" rtlCol="0" anchor="t">
            <a:normAutofit fontScale="55000" lnSpcReduction="20000"/>
          </a:bodyPr>
          <a:lstStyle/>
          <a:p>
            <a:r>
              <a:rPr lang="es-ES" dirty="0">
                <a:ea typeface="+mn-lt"/>
                <a:cs typeface="+mn-lt"/>
              </a:rPr>
              <a:t>Hexágono:</a:t>
            </a:r>
          </a:p>
          <a:p>
            <a:pPr marL="0" indent="0">
              <a:buNone/>
            </a:pPr>
            <a:r>
              <a:rPr lang="es-ES" b="1" dirty="0">
                <a:latin typeface="Consolas"/>
                <a:ea typeface="+mn-lt"/>
                <a:cs typeface="+mn-lt"/>
              </a:rPr>
              <a:t>.</a:t>
            </a:r>
            <a:r>
              <a:rPr lang="es-ES" b="1" err="1">
                <a:latin typeface="Consolas"/>
                <a:ea typeface="+mn-lt"/>
                <a:cs typeface="+mn-lt"/>
              </a:rPr>
              <a:t>hexagono</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25% 0%, 75% 0%,</a:t>
            </a:r>
            <a:br>
              <a:rPr lang="es-ES" b="1" dirty="0">
                <a:latin typeface="Consolas"/>
                <a:ea typeface="+mn-lt"/>
                <a:cs typeface="+mn-lt"/>
              </a:rPr>
            </a:br>
            <a:r>
              <a:rPr lang="es-ES" b="1" dirty="0">
                <a:latin typeface="Consolas"/>
                <a:ea typeface="+mn-lt"/>
                <a:cs typeface="+mn-lt"/>
              </a:rPr>
              <a:t>    100% 50%, 75% 100%,</a:t>
            </a:r>
            <a:br>
              <a:rPr lang="es-ES" b="1" dirty="0">
                <a:latin typeface="Consolas"/>
                <a:ea typeface="+mn-lt"/>
                <a:cs typeface="+mn-lt"/>
              </a:rPr>
            </a:br>
            <a:r>
              <a:rPr lang="es-ES" b="1" dirty="0">
                <a:latin typeface="Consolas"/>
                <a:ea typeface="+mn-lt"/>
                <a:cs typeface="+mn-lt"/>
              </a:rPr>
              <a:t>    25% 100%, 0% 50%</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a:t>
            </a:r>
            <a:endParaRPr lang="es-ES" b="1" dirty="0">
              <a:latin typeface="Consolas"/>
            </a:endParaRPr>
          </a:p>
          <a:p>
            <a:r>
              <a:rPr lang="es-ES" dirty="0">
                <a:ea typeface="+mn-lt"/>
                <a:cs typeface="+mn-lt"/>
              </a:rPr>
              <a:t>Corazón:</a:t>
            </a:r>
            <a:endParaRPr lang="es-ES" dirty="0"/>
          </a:p>
          <a:p>
            <a:pPr marL="0" indent="0">
              <a:buNone/>
            </a:pPr>
            <a:r>
              <a:rPr lang="es-ES" b="1" dirty="0">
                <a:latin typeface="Consolas"/>
                <a:ea typeface="+mn-lt"/>
                <a:cs typeface="+mn-lt"/>
              </a:rPr>
              <a:t>.</a:t>
            </a:r>
            <a:r>
              <a:rPr lang="es-ES" b="1" err="1">
                <a:latin typeface="Consolas"/>
                <a:ea typeface="+mn-lt"/>
                <a:cs typeface="+mn-lt"/>
              </a:rPr>
              <a:t>corazon</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180px;</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50% 0%, 100% 35%, 80% 100%, 50% 80%, 20% 100%, 0% 35%</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a:t>
            </a:r>
          </a:p>
        </p:txBody>
      </p:sp>
    </p:spTree>
    <p:extLst>
      <p:ext uri="{BB962C8B-B14F-4D97-AF65-F5344CB8AC3E}">
        <p14:creationId xmlns:p14="http://schemas.microsoft.com/office/powerpoint/2010/main" val="10654261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BE3F17-252A-EBDC-6F9C-0848CEF73F2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37568F7-D73B-438C-9483-FD8330712B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8CB705E-5798-8397-A3BC-038725BBC35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0EB7B38D-8CB2-25D6-4A27-035170A92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4F301B5-5D9E-A763-CBFA-289F45006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23DD3B1-C394-B27C-1FDC-6A405B9AB09D}"/>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Forma de gota:</a:t>
            </a:r>
          </a:p>
          <a:p>
            <a:pPr marL="0" indent="0">
              <a:buNone/>
            </a:pPr>
            <a:r>
              <a:rPr lang="es-ES" b="1" dirty="0">
                <a:latin typeface="Consolas"/>
                <a:ea typeface="+mn-lt"/>
                <a:cs typeface="+mn-lt"/>
              </a:rPr>
              <a:t>.gota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300px;</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ellipse</a:t>
            </a:r>
            <a:r>
              <a:rPr lang="es-ES" b="1" dirty="0">
                <a:latin typeface="Consolas"/>
                <a:ea typeface="+mn-lt"/>
                <a:cs typeface="+mn-lt"/>
              </a:rPr>
              <a:t>(50% 70% at 50% 30%);</a:t>
            </a:r>
            <a:br>
              <a:rPr lang="es-ES" b="1" dirty="0">
                <a:latin typeface="Consolas"/>
                <a:ea typeface="+mn-lt"/>
                <a:cs typeface="+mn-lt"/>
              </a:rPr>
            </a:br>
            <a:r>
              <a:rPr lang="es-ES" b="1" dirty="0">
                <a:latin typeface="Consolas"/>
                <a:ea typeface="+mn-lt"/>
                <a:cs typeface="+mn-lt"/>
              </a:rPr>
              <a:t>}</a:t>
            </a:r>
          </a:p>
          <a:p>
            <a:r>
              <a:rPr lang="es-ES" dirty="0">
                <a:ea typeface="+mn-lt"/>
                <a:cs typeface="+mn-lt"/>
              </a:rPr>
              <a:t>Trapecio</a:t>
            </a:r>
            <a:endParaRPr lang="es-ES" dirty="0"/>
          </a:p>
          <a:p>
            <a:pPr marL="0" indent="0">
              <a:buNone/>
            </a:pPr>
            <a:r>
              <a:rPr lang="es-ES" b="1" dirty="0">
                <a:latin typeface="Consolas"/>
                <a:ea typeface="+mn-lt"/>
                <a:cs typeface="+mn-lt"/>
              </a:rPr>
              <a:t>.trapecio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300px;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(20% 0%, 80% 0%, 100% 100%, 0% 100%);</a:t>
            </a:r>
            <a:br>
              <a:rPr lang="es-ES" b="1" dirty="0">
                <a:latin typeface="Consolas"/>
                <a:ea typeface="+mn-lt"/>
                <a:cs typeface="+mn-lt"/>
              </a:rPr>
            </a:br>
            <a:r>
              <a:rPr lang="es-ES" b="1" dirty="0">
                <a:latin typeface="Consolas"/>
                <a:ea typeface="+mn-lt"/>
                <a:cs typeface="+mn-lt"/>
              </a:rPr>
              <a:t>}</a:t>
            </a:r>
          </a:p>
          <a:p>
            <a:endParaRPr lang="es-ES" dirty="0">
              <a:latin typeface="Neue Haas Grotesk Text Pro"/>
              <a:ea typeface="+mn-lt"/>
              <a:cs typeface="+mn-lt"/>
            </a:endParaRPr>
          </a:p>
        </p:txBody>
      </p:sp>
    </p:spTree>
    <p:extLst>
      <p:ext uri="{BB962C8B-B14F-4D97-AF65-F5344CB8AC3E}">
        <p14:creationId xmlns:p14="http://schemas.microsoft.com/office/powerpoint/2010/main" val="5364212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F526E0-46B2-BFB7-CD5D-0E46B3CF2CD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A20D2B-685B-7A5E-5DC0-5C4EC6F913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1E33FC-FDE8-CFEB-F35F-A7C632600A4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86B32D33-07B2-585B-EF8D-B1E183EE62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72711C7-3D4A-DC44-1E72-0050B6839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9471512-0F7A-F5EC-5E5E-56EFEA73CE83}"/>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Pentágono</a:t>
            </a:r>
            <a:endParaRPr lang="es-ES" dirty="0"/>
          </a:p>
          <a:p>
            <a:pPr marL="0" indent="0">
              <a:buNone/>
            </a:pPr>
            <a:r>
              <a:rPr lang="es-ES" b="1" dirty="0">
                <a:latin typeface="Consolas"/>
                <a:ea typeface="+mn-lt"/>
                <a:cs typeface="+mn-lt"/>
              </a:rPr>
              <a:t>.</a:t>
            </a:r>
            <a:r>
              <a:rPr lang="es-ES" b="1" err="1">
                <a:latin typeface="Consolas"/>
                <a:ea typeface="+mn-lt"/>
                <a:cs typeface="+mn-lt"/>
              </a:rPr>
              <a:t>pentagono</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(50% 0%, 100% 38%, 82% 100%, 18% 100%, 0% 38%);</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a:t>
            </a:r>
            <a:endParaRPr lang="es-ES" b="1" dirty="0">
              <a:latin typeface="Consolas"/>
            </a:endParaRPr>
          </a:p>
          <a:p>
            <a:r>
              <a:rPr lang="es-ES" dirty="0">
                <a:ea typeface="+mn-lt"/>
                <a:cs typeface="+mn-lt"/>
              </a:rPr>
              <a:t>Bocadillo de diálogo</a:t>
            </a:r>
          </a:p>
          <a:p>
            <a:pPr marL="0" indent="0">
              <a:buNone/>
            </a:pPr>
            <a:r>
              <a:rPr lang="es-ES" b="1" dirty="0">
                <a:latin typeface="Consolas"/>
                <a:ea typeface="+mn-lt"/>
                <a:cs typeface="+mn-lt"/>
              </a:rPr>
              <a:t>.bocadillo{</a:t>
            </a:r>
            <a:br>
              <a:rPr lang="es-ES" b="1" dirty="0">
                <a:latin typeface="Consolas"/>
                <a:ea typeface="+mn-lt"/>
                <a:cs typeface="+mn-lt"/>
              </a:rPr>
            </a:br>
            <a:r>
              <a:rPr lang="es-ES" b="1" dirty="0">
                <a:latin typeface="Consolas"/>
                <a:ea typeface="+mn-lt"/>
                <a:cs typeface="+mn-lt"/>
              </a:rPr>
              <a:t>  clip-</a:t>
            </a:r>
            <a:r>
              <a:rPr lang="es-ES" b="1" dirty="0" err="1">
                <a:latin typeface="Consolas"/>
                <a:ea typeface="+mn-lt"/>
                <a:cs typeface="+mn-lt"/>
              </a:rPr>
              <a:t>path</a:t>
            </a:r>
            <a:r>
              <a:rPr lang="es-ES" b="1" dirty="0">
                <a:latin typeface="Consolas"/>
                <a:ea typeface="+mn-lt"/>
                <a:cs typeface="+mn-lt"/>
              </a:rPr>
              <a:t>: </a:t>
            </a:r>
            <a:r>
              <a:rPr lang="es-ES" b="1" dirty="0" err="1">
                <a:latin typeface="Consolas"/>
                <a:ea typeface="+mn-lt"/>
                <a:cs typeface="+mn-lt"/>
              </a:rPr>
              <a:t>polygon</a:t>
            </a:r>
            <a:r>
              <a:rPr lang="es-ES" b="1" dirty="0">
                <a:latin typeface="Consolas"/>
                <a:ea typeface="+mn-lt"/>
                <a:cs typeface="+mn-lt"/>
              </a:rPr>
              <a:t>(0% 0%, 100% 0%, 100% 75%, 75% 75%,</a:t>
            </a:r>
            <a:br>
              <a:rPr lang="es-ES" b="1" dirty="0">
                <a:latin typeface="Consolas"/>
                <a:ea typeface="+mn-lt"/>
                <a:cs typeface="+mn-lt"/>
              </a:rPr>
            </a:br>
            <a:r>
              <a:rPr lang="es-ES" b="1" dirty="0">
                <a:latin typeface="Consolas"/>
                <a:ea typeface="+mn-lt"/>
                <a:cs typeface="+mn-lt"/>
              </a:rPr>
              <a:t>                     75% 100%, 50% 75%, 0% 75%);</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height</a:t>
            </a:r>
            <a:r>
              <a:rPr lang="es-ES" b="1" dirty="0">
                <a:latin typeface="Consolas"/>
                <a:ea typeface="+mn-lt"/>
                <a:cs typeface="+mn-lt"/>
              </a:rPr>
              <a:t>: 100px;</a:t>
            </a:r>
            <a:br>
              <a:rPr lang="es-ES" b="1" dirty="0">
                <a:latin typeface="Consolas"/>
                <a:ea typeface="+mn-lt"/>
                <a:cs typeface="+mn-lt"/>
              </a:rPr>
            </a:br>
            <a:r>
              <a:rPr lang="es-ES" b="1" dirty="0">
                <a:latin typeface="Consolas"/>
                <a:ea typeface="+mn-lt"/>
                <a:cs typeface="+mn-lt"/>
              </a:rPr>
              <a:t>}</a:t>
            </a:r>
          </a:p>
          <a:p>
            <a:endParaRPr lang="es-ES" dirty="0">
              <a:latin typeface="Neue Haas Grotesk Text Pro"/>
              <a:ea typeface="+mn-lt"/>
              <a:cs typeface="+mn-lt"/>
            </a:endParaRPr>
          </a:p>
          <a:p>
            <a:endParaRPr lang="es-ES" dirty="0">
              <a:latin typeface="Neue Haas Grotesk Text Pro"/>
              <a:ea typeface="+mn-lt"/>
              <a:cs typeface="+mn-lt"/>
            </a:endParaRPr>
          </a:p>
        </p:txBody>
      </p:sp>
    </p:spTree>
    <p:extLst>
      <p:ext uri="{BB962C8B-B14F-4D97-AF65-F5344CB8AC3E}">
        <p14:creationId xmlns:p14="http://schemas.microsoft.com/office/powerpoint/2010/main" val="18549678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F1AFAE-609C-7665-F8A7-FD23A533974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C475367-FF28-3439-E557-6233E2C94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1C1C749-D4BE-01B0-EF84-EEBB05C12897}"/>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B14A7430-A2AF-3ECB-EC54-F4556D9448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787C84-B830-B0E3-0131-4E06E74E33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1AB7E3C-11C2-77D6-70F2-8B65308057D0}"/>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Bandera (con una muesca)</a:t>
            </a:r>
            <a:endParaRPr lang="es-ES" dirty="0"/>
          </a:p>
          <a:p>
            <a:pPr marL="0" indent="0">
              <a:buNone/>
            </a:pPr>
            <a:r>
              <a:rPr lang="es-ES" b="1" dirty="0">
                <a:latin typeface="Consolas"/>
                <a:ea typeface="+mn-lt"/>
                <a:cs typeface="+mn-lt"/>
              </a:rPr>
              <a:t>.bandera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(0% 0%, 75% 0%, 100% 50%, 75% 100%, 0% 100%);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100px;</a:t>
            </a:r>
            <a:br>
              <a:rPr lang="es-ES" b="1" dirty="0">
                <a:latin typeface="Consolas"/>
                <a:ea typeface="+mn-lt"/>
                <a:cs typeface="+mn-lt"/>
              </a:rPr>
            </a:br>
            <a:r>
              <a:rPr lang="es-ES" b="1" dirty="0">
                <a:latin typeface="Consolas"/>
                <a:ea typeface="+mn-lt"/>
                <a:cs typeface="+mn-lt"/>
              </a:rPr>
              <a:t>}</a:t>
            </a:r>
          </a:p>
          <a:p>
            <a:r>
              <a:rPr lang="es-ES" dirty="0">
                <a:ea typeface="+mn-lt"/>
                <a:cs typeface="+mn-lt"/>
              </a:rPr>
              <a:t>Triángulo con corte diagonal</a:t>
            </a:r>
            <a:endParaRPr lang="es-ES" dirty="0"/>
          </a:p>
          <a:p>
            <a:pPr marL="0" indent="0">
              <a:buNone/>
            </a:pPr>
            <a:r>
              <a:rPr lang="es-ES" b="1" dirty="0">
                <a:latin typeface="Consolas"/>
                <a:ea typeface="+mn-lt"/>
                <a:cs typeface="+mn-lt"/>
              </a:rPr>
              <a:t>.corte-diagonal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(0% 0%, 100% 0%, 100% 100%, 0% 75%);</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100px;</a:t>
            </a:r>
            <a:br>
              <a:rPr lang="es-ES" b="1" dirty="0">
                <a:latin typeface="Consolas"/>
                <a:ea typeface="+mn-lt"/>
                <a:cs typeface="+mn-lt"/>
              </a:rPr>
            </a:br>
            <a:r>
              <a:rPr lang="es-ES" b="1" dirty="0">
                <a:latin typeface="Consolas"/>
                <a:ea typeface="+mn-lt"/>
                <a:cs typeface="+mn-lt"/>
              </a:rPr>
              <a:t>}</a:t>
            </a:r>
          </a:p>
          <a:p>
            <a:endParaRPr lang="es-ES" dirty="0">
              <a:latin typeface="Neue Haas Grotesk Text Pro"/>
              <a:ea typeface="+mn-lt"/>
              <a:cs typeface="+mn-lt"/>
            </a:endParaRPr>
          </a:p>
        </p:txBody>
      </p:sp>
    </p:spTree>
    <p:extLst>
      <p:ext uri="{BB962C8B-B14F-4D97-AF65-F5344CB8AC3E}">
        <p14:creationId xmlns:p14="http://schemas.microsoft.com/office/powerpoint/2010/main" val="16388653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A1AE9D-2F58-8F3F-4A77-4C163CEB3C1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6C72D3-A950-575F-9E87-64DF6A5B5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A7571F5-392E-FF97-C782-DFB6A249A53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30BBDD1B-E50E-92A2-686D-880B814D8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ACBCE28-A1FD-6392-5902-F9FD34757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278A0D7-FA33-BD84-10E5-BD24D5A36F14}"/>
              </a:ext>
            </a:extLst>
          </p:cNvPr>
          <p:cNvSpPr>
            <a:spLocks noGrp="1"/>
          </p:cNvSpPr>
          <p:nvPr>
            <p:ph idx="1"/>
          </p:nvPr>
        </p:nvSpPr>
        <p:spPr>
          <a:xfrm>
            <a:off x="1587710" y="2160016"/>
            <a:ext cx="9486690" cy="3926152"/>
          </a:xfrm>
        </p:spPr>
        <p:txBody>
          <a:bodyPr vert="horz" lIns="91440" tIns="45720" rIns="91440" bIns="45720" rtlCol="0" anchor="t">
            <a:normAutofit fontScale="62500" lnSpcReduction="20000"/>
          </a:bodyPr>
          <a:lstStyle/>
          <a:p>
            <a:r>
              <a:rPr lang="es-ES" dirty="0">
                <a:ea typeface="+mn-lt"/>
                <a:cs typeface="+mn-lt"/>
              </a:rPr>
              <a:t>Hojas de trébol</a:t>
            </a:r>
            <a:endParaRPr lang="es-ES" dirty="0"/>
          </a:p>
          <a:p>
            <a:pPr marL="0" indent="0">
              <a:buNone/>
            </a:pPr>
            <a:r>
              <a:rPr lang="es-ES" b="1" dirty="0">
                <a:latin typeface="Consolas"/>
                <a:ea typeface="+mn-lt"/>
                <a:cs typeface="+mn-lt"/>
              </a:rPr>
              <a:t>.</a:t>
            </a:r>
            <a:r>
              <a:rPr lang="es-ES" b="1" err="1">
                <a:latin typeface="Consolas"/>
                <a:ea typeface="+mn-lt"/>
                <a:cs typeface="+mn-lt"/>
              </a:rPr>
              <a:t>trebol</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25% 0%, 75% 0%, 100% 25%, 100% 75%, 75% 100%, 25% 100%, 0% 75%, 0% 25%</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a:t>
            </a:r>
          </a:p>
          <a:p>
            <a:r>
              <a:rPr lang="es-ES" dirty="0">
                <a:ea typeface="+mn-lt"/>
                <a:cs typeface="+mn-lt"/>
              </a:rPr>
              <a:t>Forma de Cruz</a:t>
            </a:r>
            <a:endParaRPr lang="es-ES" dirty="0"/>
          </a:p>
          <a:p>
            <a:pPr marL="0" indent="0">
              <a:buNone/>
            </a:pPr>
            <a:r>
              <a:rPr lang="es-ES" b="1" dirty="0">
                <a:latin typeface="Consolas"/>
                <a:ea typeface="+mn-lt"/>
                <a:cs typeface="+mn-lt"/>
              </a:rPr>
              <a:t>.cruz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30% 0%, 70% 0%, 70% 30%, 100% 30%, 100% 70%, 70% 70%, 70% 100%, 30% 100%,</a:t>
            </a:r>
            <a:br>
              <a:rPr lang="es-ES" b="1" dirty="0">
                <a:latin typeface="Consolas"/>
                <a:ea typeface="+mn-lt"/>
                <a:cs typeface="+mn-lt"/>
              </a:rPr>
            </a:br>
            <a:r>
              <a:rPr lang="es-ES" b="1" dirty="0">
                <a:latin typeface="Consolas"/>
                <a:ea typeface="+mn-lt"/>
                <a:cs typeface="+mn-lt"/>
              </a:rPr>
              <a:t>    30% 70%, 0% 70%, 0% 30%, 30% 30%</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a:t>
            </a:r>
          </a:p>
          <a:p>
            <a:endParaRPr lang="es-ES" dirty="0">
              <a:latin typeface="Neue Haas Grotesk Text Pro"/>
              <a:ea typeface="+mn-lt"/>
              <a:cs typeface="+mn-lt"/>
            </a:endParaRPr>
          </a:p>
          <a:p>
            <a:endParaRPr lang="es-ES" dirty="0">
              <a:latin typeface="Neue Haas Grotesk Text Pro"/>
              <a:ea typeface="+mn-lt"/>
              <a:cs typeface="+mn-lt"/>
            </a:endParaRPr>
          </a:p>
        </p:txBody>
      </p:sp>
    </p:spTree>
    <p:extLst>
      <p:ext uri="{BB962C8B-B14F-4D97-AF65-F5344CB8AC3E}">
        <p14:creationId xmlns:p14="http://schemas.microsoft.com/office/powerpoint/2010/main" val="14666879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7891CF-07A9-752B-4251-DA865D64411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2FF27C4-7303-C3D7-0F3C-3E6532FF41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18A10A9-A029-644E-6CD0-448718A461F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29F1DAE9-38CE-745F-1357-D8694508F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8FAC16-E7EF-90F5-24AD-3A3EACB609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822161D-03B7-ED7F-73DF-FAAF6185F721}"/>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Semicírculo</a:t>
            </a:r>
            <a:endParaRPr lang="es-ES" dirty="0"/>
          </a:p>
          <a:p>
            <a:pPr marL="0" indent="0">
              <a:buNone/>
            </a:pPr>
            <a:r>
              <a:rPr lang="es-ES" b="1" dirty="0">
                <a:latin typeface="Consolas"/>
                <a:ea typeface="+mn-lt"/>
                <a:cs typeface="+mn-lt"/>
              </a:rPr>
              <a:t>.</a:t>
            </a:r>
            <a:r>
              <a:rPr lang="es-ES" b="1" err="1">
                <a:latin typeface="Consolas"/>
                <a:ea typeface="+mn-lt"/>
                <a:cs typeface="+mn-lt"/>
              </a:rPr>
              <a:t>semicirculo</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(0% 0%, 100% 0%, 100% 50%, 0% 50%);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border-radius</a:t>
            </a:r>
            <a:r>
              <a:rPr lang="es-ES" b="1" dirty="0">
                <a:latin typeface="Consolas"/>
                <a:ea typeface="+mn-lt"/>
                <a:cs typeface="+mn-lt"/>
              </a:rPr>
              <a:t>: 50% / 100% 100% 0 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100px;</a:t>
            </a:r>
            <a:br>
              <a:rPr lang="es-ES" b="1" dirty="0">
                <a:latin typeface="Consolas"/>
                <a:ea typeface="+mn-lt"/>
                <a:cs typeface="+mn-lt"/>
              </a:rPr>
            </a:br>
            <a:r>
              <a:rPr lang="es-ES" b="1" dirty="0">
                <a:latin typeface="Consolas"/>
                <a:ea typeface="+mn-lt"/>
                <a:cs typeface="+mn-lt"/>
              </a:rPr>
              <a:t>}</a:t>
            </a:r>
          </a:p>
          <a:p>
            <a:r>
              <a:rPr lang="es-ES" dirty="0">
                <a:ea typeface="+mn-lt"/>
                <a:cs typeface="+mn-lt"/>
              </a:rPr>
              <a:t>Nube</a:t>
            </a:r>
            <a:endParaRPr lang="es-ES" dirty="0"/>
          </a:p>
          <a:p>
            <a:pPr marL="0" indent="0">
              <a:buNone/>
            </a:pPr>
            <a:r>
              <a:rPr lang="es-ES" b="1" dirty="0">
                <a:latin typeface="Consolas"/>
                <a:ea typeface="+mn-lt"/>
                <a:cs typeface="+mn-lt"/>
              </a:rPr>
              <a:t>.nube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0% 60%, 10% 20%, 30% 0%, 70% 0%, 90% 20%, 100% 60%, 80% 80%, 70% 100%,</a:t>
            </a:r>
            <a:br>
              <a:rPr lang="es-ES" b="1" dirty="0">
                <a:latin typeface="Consolas"/>
                <a:ea typeface="+mn-lt"/>
                <a:cs typeface="+mn-lt"/>
              </a:rPr>
            </a:br>
            <a:r>
              <a:rPr lang="es-ES" b="1" dirty="0">
                <a:latin typeface="Consolas"/>
                <a:ea typeface="+mn-lt"/>
                <a:cs typeface="+mn-lt"/>
              </a:rPr>
              <a:t>    30% 100%, 20% 80%</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100px;</a:t>
            </a:r>
            <a:br>
              <a:rPr lang="en-US" b="1" dirty="0">
                <a:latin typeface="Consolas"/>
              </a:rPr>
            </a:br>
            <a:r>
              <a:rPr lang="es-ES" b="1" dirty="0">
                <a:latin typeface="Consolas"/>
                <a:ea typeface="+mn-lt"/>
                <a:cs typeface="+mn-lt"/>
              </a:rPr>
              <a:t>}</a:t>
            </a:r>
          </a:p>
          <a:p>
            <a:endParaRPr lang="es-ES" dirty="0">
              <a:latin typeface="Neue Haas Grotesk Text Pro"/>
              <a:ea typeface="+mn-lt"/>
              <a:cs typeface="+mn-lt"/>
            </a:endParaRPr>
          </a:p>
          <a:p>
            <a:endParaRPr lang="es-ES" dirty="0">
              <a:latin typeface="Neue Haas Grotesk Text Pro"/>
              <a:ea typeface="+mn-lt"/>
              <a:cs typeface="+mn-lt"/>
            </a:endParaRPr>
          </a:p>
          <a:p>
            <a:endParaRPr lang="es-ES" dirty="0">
              <a:latin typeface="Neue Haas Grotesk Text Pro"/>
              <a:ea typeface="+mn-lt"/>
              <a:cs typeface="+mn-lt"/>
            </a:endParaRPr>
          </a:p>
        </p:txBody>
      </p:sp>
    </p:spTree>
    <p:extLst>
      <p:ext uri="{BB962C8B-B14F-4D97-AF65-F5344CB8AC3E}">
        <p14:creationId xmlns:p14="http://schemas.microsoft.com/office/powerpoint/2010/main" val="6322312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88FF9D-3E1C-446C-7EF2-CCCE233D9BD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ACC33-1921-A1F3-6F0C-8F030E0AF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F5469C2-F25C-9A9B-8871-9BBAC1BA622C}"/>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ABB74654-0D44-183D-848D-F6696D3C6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88AF6D-DC04-2686-833A-9CA3DB9C54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B1B187B-0B57-185E-F606-93CC0F6EBFB8}"/>
              </a:ext>
            </a:extLst>
          </p:cNvPr>
          <p:cNvSpPr>
            <a:spLocks noGrp="1"/>
          </p:cNvSpPr>
          <p:nvPr>
            <p:ph idx="1"/>
          </p:nvPr>
        </p:nvSpPr>
        <p:spPr>
          <a:xfrm>
            <a:off x="1587710" y="2160016"/>
            <a:ext cx="9486690" cy="3926152"/>
          </a:xfrm>
        </p:spPr>
        <p:txBody>
          <a:bodyPr vert="horz" lIns="91440" tIns="45720" rIns="91440" bIns="45720" rtlCol="0" anchor="t">
            <a:normAutofit fontScale="55000" lnSpcReduction="20000"/>
          </a:bodyPr>
          <a:lstStyle/>
          <a:p>
            <a:r>
              <a:rPr lang="es-ES" dirty="0">
                <a:ea typeface="+mn-lt"/>
                <a:cs typeface="+mn-lt"/>
              </a:rPr>
              <a:t>Cruz de Malta</a:t>
            </a:r>
            <a:endParaRPr lang="es-ES" dirty="0"/>
          </a:p>
          <a:p>
            <a:pPr marL="0" indent="0">
              <a:buNone/>
            </a:pPr>
            <a:r>
              <a:rPr lang="es-ES" b="1" dirty="0">
                <a:latin typeface="Consolas"/>
                <a:ea typeface="+mn-lt"/>
                <a:cs typeface="+mn-lt"/>
              </a:rPr>
              <a:t>.cruz-malta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30% 0%, 50% 20%, 70% 0%, 100% 30%, 80% 50%, 100% 70%, 70% 100%, 50% 80%,</a:t>
            </a:r>
            <a:br>
              <a:rPr lang="es-ES" b="1" dirty="0">
                <a:latin typeface="Consolas"/>
                <a:ea typeface="+mn-lt"/>
                <a:cs typeface="+mn-lt"/>
              </a:rPr>
            </a:br>
            <a:r>
              <a:rPr lang="es-ES" b="1" dirty="0">
                <a:latin typeface="Consolas"/>
                <a:ea typeface="+mn-lt"/>
                <a:cs typeface="+mn-lt"/>
              </a:rPr>
              <a:t>    30% 100%, 0% 70%, 20% 50%, 0% 30%</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a:t>
            </a:r>
          </a:p>
          <a:p>
            <a:r>
              <a:rPr lang="es-ES" dirty="0">
                <a:ea typeface="+mn-lt"/>
                <a:cs typeface="+mn-lt"/>
              </a:rPr>
              <a:t>Flecha hacia la derecha</a:t>
            </a:r>
            <a:endParaRPr lang="es-ES" dirty="0"/>
          </a:p>
          <a:p>
            <a:pPr marL="0" indent="0">
              <a:buNone/>
            </a:pPr>
            <a:r>
              <a:rPr lang="es-ES" b="1" dirty="0">
                <a:latin typeface="Consolas"/>
                <a:ea typeface="+mn-lt"/>
                <a:cs typeface="+mn-lt"/>
              </a:rPr>
              <a:t>.flecha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0% 20%, 60% 20%, 60% 0%, 100% 50%, 60% 100%, 60% 80%, 0% 80%</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-color: #16a085;</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100px;</a:t>
            </a:r>
            <a:br>
              <a:rPr lang="es-ES" b="1" dirty="0">
                <a:latin typeface="Consolas"/>
                <a:ea typeface="+mn-lt"/>
                <a:cs typeface="+mn-lt"/>
              </a:rPr>
            </a:br>
            <a:r>
              <a:rPr lang="es-ES" b="1" dirty="0">
                <a:latin typeface="Consolas"/>
                <a:ea typeface="+mn-lt"/>
                <a:cs typeface="+mn-lt"/>
              </a:rPr>
              <a:t>}</a:t>
            </a:r>
          </a:p>
          <a:p>
            <a:endParaRPr lang="es-ES" dirty="0">
              <a:latin typeface="Neue Haas Grotesk Text Pro"/>
              <a:ea typeface="+mn-lt"/>
              <a:cs typeface="+mn-lt"/>
            </a:endParaRPr>
          </a:p>
          <a:p>
            <a:endParaRPr lang="es-ES" dirty="0">
              <a:latin typeface="Neue Haas Grotesk Text Pro"/>
              <a:ea typeface="+mn-lt"/>
              <a:cs typeface="+mn-lt"/>
            </a:endParaRPr>
          </a:p>
          <a:p>
            <a:endParaRPr lang="es-ES" dirty="0">
              <a:latin typeface="Neue Haas Grotesk Text Pro"/>
              <a:ea typeface="+mn-lt"/>
              <a:cs typeface="+mn-lt"/>
            </a:endParaRPr>
          </a:p>
        </p:txBody>
      </p:sp>
    </p:spTree>
    <p:extLst>
      <p:ext uri="{BB962C8B-B14F-4D97-AF65-F5344CB8AC3E}">
        <p14:creationId xmlns:p14="http://schemas.microsoft.com/office/powerpoint/2010/main" val="38597098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BF54B8-DB68-8D1E-AF87-DEC48EC9D14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0D0E4A4-8888-0282-9785-286CBDA3E1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9E58843-48AD-271F-4313-F7563A95C2B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F679D93B-877E-2D76-9377-64AB9E330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766A20E-AFAC-3450-F172-52E76B420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E3BAD96-E300-642C-3D45-902788E00F53}"/>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Esquina superior doblada</a:t>
            </a:r>
            <a:endParaRPr lang="es-ES" dirty="0"/>
          </a:p>
          <a:p>
            <a:pPr marL="0" indent="0">
              <a:buNone/>
            </a:pPr>
            <a:r>
              <a:rPr lang="es-ES" b="1" dirty="0">
                <a:latin typeface="Consolas"/>
                <a:ea typeface="+mn-lt"/>
                <a:cs typeface="+mn-lt"/>
              </a:rPr>
              <a:t>.esquina-doblada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(0% 0%, 100% 0%, 100% 75%, 75% 100%, 0% 100%);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a:t>
            </a:r>
          </a:p>
          <a:p>
            <a:r>
              <a:rPr lang="es-ES" dirty="0">
                <a:ea typeface="+mn-lt"/>
                <a:cs typeface="+mn-lt"/>
              </a:rPr>
              <a:t>Bandera de lazo</a:t>
            </a:r>
            <a:endParaRPr lang="es-ES" dirty="0"/>
          </a:p>
          <a:p>
            <a:pPr marL="0" indent="0">
              <a:buNone/>
            </a:pPr>
            <a:r>
              <a:rPr lang="es-ES" b="1" dirty="0">
                <a:latin typeface="Consolas"/>
                <a:ea typeface="+mn-lt"/>
                <a:cs typeface="+mn-lt"/>
              </a:rPr>
              <a:t>.lazo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0% 20%, 30% 20%, 30% 0%, 70% 0%, 70% 20%, 100% 20%, 75% 50%, 100% 80%,</a:t>
            </a:r>
            <a:br>
              <a:rPr lang="es-ES" b="1" dirty="0">
                <a:latin typeface="Consolas"/>
                <a:ea typeface="+mn-lt"/>
                <a:cs typeface="+mn-lt"/>
              </a:rPr>
            </a:br>
            <a:r>
              <a:rPr lang="es-ES" b="1" dirty="0">
                <a:latin typeface="Consolas"/>
                <a:ea typeface="+mn-lt"/>
                <a:cs typeface="+mn-lt"/>
              </a:rPr>
              <a:t>    70% 80%, 70% 100%, 30% 100%, 30% 80%, 0% 80%</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100px;</a:t>
            </a:r>
            <a:br>
              <a:rPr lang="es-ES" b="1" dirty="0">
                <a:latin typeface="Consolas"/>
                <a:ea typeface="+mn-lt"/>
                <a:cs typeface="+mn-lt"/>
              </a:rPr>
            </a:br>
            <a:r>
              <a:rPr lang="es-ES" b="1" dirty="0">
                <a:latin typeface="Consolas"/>
                <a:ea typeface="+mn-lt"/>
                <a:cs typeface="+mn-lt"/>
              </a:rPr>
              <a:t>}</a:t>
            </a:r>
          </a:p>
          <a:p>
            <a:endParaRPr lang="es-ES" dirty="0">
              <a:latin typeface="Neue Haas Grotesk Text Pro"/>
              <a:ea typeface="+mn-lt"/>
              <a:cs typeface="+mn-lt"/>
            </a:endParaRPr>
          </a:p>
          <a:p>
            <a:endParaRPr lang="es-ES" dirty="0">
              <a:latin typeface="Neue Haas Grotesk Text Pro"/>
              <a:ea typeface="+mn-lt"/>
              <a:cs typeface="+mn-lt"/>
            </a:endParaRPr>
          </a:p>
          <a:p>
            <a:endParaRPr lang="es-ES" dirty="0">
              <a:latin typeface="Neue Haas Grotesk Text Pro"/>
              <a:ea typeface="+mn-lt"/>
              <a:cs typeface="+mn-lt"/>
            </a:endParaRPr>
          </a:p>
        </p:txBody>
      </p:sp>
    </p:spTree>
    <p:extLst>
      <p:ext uri="{BB962C8B-B14F-4D97-AF65-F5344CB8AC3E}">
        <p14:creationId xmlns:p14="http://schemas.microsoft.com/office/powerpoint/2010/main" val="26137615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55DFB4-0819-1399-70C8-BE7E63360AD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AE7CBFF-3882-8A51-153B-CA8529E066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2A45369-9E94-8DC3-3435-76B9A297336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5BB937A7-7009-1259-77CE-8215D48270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99A7E43-CCD5-F708-B946-581179CE6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FF2F203-B307-15AB-B9AE-98DEF564A086}"/>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Recorte en forma de hoja</a:t>
            </a:r>
            <a:endParaRPr lang="es-ES" dirty="0"/>
          </a:p>
          <a:p>
            <a:pPr marL="0" indent="0">
              <a:buNone/>
            </a:pPr>
            <a:r>
              <a:rPr lang="es-ES" b="1" dirty="0">
                <a:latin typeface="Consolas"/>
                <a:ea typeface="+mn-lt"/>
                <a:cs typeface="+mn-lt"/>
              </a:rPr>
              <a:t>.hoja {</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(50% 0%, 100% 20%, 100% 80%, 50% 100%, 0% 80%, 0% 20%);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a:t>
            </a:r>
          </a:p>
          <a:p>
            <a:r>
              <a:rPr lang="es-ES" dirty="0">
                <a:ea typeface="+mn-lt"/>
                <a:cs typeface="+mn-lt"/>
              </a:rPr>
              <a:t>Escudo</a:t>
            </a:r>
            <a:endParaRPr lang="es-ES" dirty="0"/>
          </a:p>
          <a:p>
            <a:pPr marL="0" indent="0">
              <a:buNone/>
            </a:pPr>
            <a:r>
              <a:rPr lang="es-ES" b="1" dirty="0">
                <a:latin typeface="Consolas"/>
                <a:ea typeface="+mn-lt"/>
                <a:cs typeface="+mn-lt"/>
              </a:rPr>
              <a:t>.escudo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50% 0%, 100% 10%, 100% 70%, 50% 100%, 0% 70%, 0% 10%</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a:t>
            </a:r>
          </a:p>
          <a:p>
            <a:endParaRPr lang="es-ES" dirty="0">
              <a:latin typeface="Neue Haas Grotesk Text Pro"/>
              <a:ea typeface="+mn-lt"/>
              <a:cs typeface="+mn-lt"/>
            </a:endParaRPr>
          </a:p>
          <a:p>
            <a:endParaRPr lang="es-ES" dirty="0">
              <a:latin typeface="Neue Haas Grotesk Text Pro"/>
              <a:ea typeface="+mn-lt"/>
              <a:cs typeface="+mn-lt"/>
            </a:endParaRPr>
          </a:p>
          <a:p>
            <a:endParaRPr lang="es-ES" dirty="0">
              <a:latin typeface="Neue Haas Grotesk Text Pro"/>
              <a:ea typeface="+mn-lt"/>
              <a:cs typeface="+mn-lt"/>
            </a:endParaRPr>
          </a:p>
        </p:txBody>
      </p:sp>
    </p:spTree>
    <p:extLst>
      <p:ext uri="{BB962C8B-B14F-4D97-AF65-F5344CB8AC3E}">
        <p14:creationId xmlns:p14="http://schemas.microsoft.com/office/powerpoint/2010/main" val="1471823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350B50-5A30-B967-5E5A-0F20B15D2E7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64FACA6-1B91-C073-B615-CBA460EE98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0057C9-22E5-D773-35E7-35563CCA23A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41752666-8DB6-4053-451D-510AFBE6F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81B297C-803E-E3F0-12F6-2B910E3FE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0A3DA36-8615-8C5A-DB27-C49437D80216}"/>
              </a:ext>
            </a:extLst>
          </p:cNvPr>
          <p:cNvSpPr>
            <a:spLocks noGrp="1"/>
          </p:cNvSpPr>
          <p:nvPr>
            <p:ph idx="1"/>
          </p:nvPr>
        </p:nvSpPr>
        <p:spPr>
          <a:xfrm>
            <a:off x="1587710" y="2160016"/>
            <a:ext cx="9486690" cy="3926152"/>
          </a:xfrm>
        </p:spPr>
        <p:txBody>
          <a:bodyPr vert="horz" lIns="91440" tIns="45720" rIns="91440" bIns="45720" rtlCol="0" anchor="t">
            <a:normAutofit fontScale="55000" lnSpcReduction="20000"/>
          </a:bodyPr>
          <a:lstStyle/>
          <a:p>
            <a:r>
              <a:rPr lang="es-ES" dirty="0">
                <a:ea typeface="+mn-lt"/>
                <a:cs typeface="+mn-lt"/>
              </a:rPr>
              <a:t>Escalera</a:t>
            </a:r>
            <a:endParaRPr lang="es-ES" dirty="0"/>
          </a:p>
          <a:p>
            <a:pPr marL="0" indent="0">
              <a:buNone/>
            </a:pPr>
            <a:r>
              <a:rPr lang="es-ES" b="1" dirty="0">
                <a:latin typeface="Consolas"/>
                <a:ea typeface="+mn-lt"/>
                <a:cs typeface="+mn-lt"/>
              </a:rPr>
              <a:t>.escalera {</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width</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clip-</a:t>
            </a:r>
            <a:r>
              <a:rPr lang="es-ES" b="1" dirty="0" err="1">
                <a:latin typeface="Consolas"/>
                <a:ea typeface="+mn-lt"/>
                <a:cs typeface="+mn-lt"/>
              </a:rPr>
              <a:t>path</a:t>
            </a:r>
            <a:r>
              <a:rPr lang="es-ES" b="1" dirty="0">
                <a:latin typeface="Consolas"/>
                <a:ea typeface="+mn-lt"/>
                <a:cs typeface="+mn-lt"/>
              </a:rPr>
              <a:t>: </a:t>
            </a:r>
            <a:r>
              <a:rPr lang="es-ES" b="1" dirty="0"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0% 0%, 20% 0%, 20% 20%, 40% 20%, 40% 40%, 60% 40%, 60% 60%, 80% 60%,</a:t>
            </a:r>
            <a:br>
              <a:rPr lang="es-ES" b="1" dirty="0">
                <a:latin typeface="Consolas"/>
                <a:ea typeface="+mn-lt"/>
                <a:cs typeface="+mn-lt"/>
              </a:rPr>
            </a:br>
            <a:r>
              <a:rPr lang="es-ES" b="1" dirty="0">
                <a:latin typeface="Consolas"/>
                <a:ea typeface="+mn-lt"/>
                <a:cs typeface="+mn-lt"/>
              </a:rPr>
              <a:t>    80% 80%, 100% 80%, 100% 100%, 0% 100%</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a:t>
            </a:r>
          </a:p>
          <a:p>
            <a:r>
              <a:rPr lang="es-ES" dirty="0" err="1">
                <a:ea typeface="+mn-lt"/>
                <a:cs typeface="+mn-lt"/>
              </a:rPr>
              <a:t>Pac</a:t>
            </a:r>
            <a:r>
              <a:rPr lang="es-ES" dirty="0">
                <a:ea typeface="+mn-lt"/>
                <a:cs typeface="+mn-lt"/>
              </a:rPr>
              <a:t>-Man</a:t>
            </a:r>
            <a:endParaRPr lang="es-ES" dirty="0"/>
          </a:p>
          <a:p>
            <a:pPr marL="0" indent="0">
              <a:buNone/>
            </a:pPr>
            <a:r>
              <a:rPr lang="es-ES" b="1" dirty="0">
                <a:latin typeface="Consolas"/>
                <a:ea typeface="+mn-lt"/>
                <a:cs typeface="+mn-lt"/>
              </a:rPr>
              <a:t>.</a:t>
            </a:r>
            <a:r>
              <a:rPr lang="es-ES" b="1" err="1">
                <a:latin typeface="Consolas"/>
                <a:ea typeface="+mn-lt"/>
                <a:cs typeface="+mn-lt"/>
              </a:rPr>
              <a:t>pacman</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border-radius</a:t>
            </a:r>
            <a:r>
              <a:rPr lang="es-ES" b="1" dirty="0">
                <a:latin typeface="Consolas"/>
                <a:ea typeface="+mn-lt"/>
                <a:cs typeface="+mn-lt"/>
              </a:rPr>
              <a:t>: 50%;</a:t>
            </a:r>
            <a:br>
              <a:rPr lang="es-ES" b="1" dirty="0">
                <a:latin typeface="Consolas"/>
                <a:ea typeface="+mn-lt"/>
                <a:cs typeface="+mn-lt"/>
              </a:rPr>
            </a:br>
            <a:r>
              <a:rPr lang="es-ES" b="1" dirty="0">
                <a:latin typeface="Consolas"/>
                <a:ea typeface="+mn-lt"/>
                <a:cs typeface="+mn-lt"/>
              </a:rPr>
              <a:t>  clip-</a:t>
            </a:r>
            <a:r>
              <a:rPr lang="es-ES" b="1" err="1">
                <a:latin typeface="Consolas"/>
                <a:ea typeface="+mn-lt"/>
                <a:cs typeface="+mn-lt"/>
              </a:rPr>
              <a:t>path</a:t>
            </a:r>
            <a:r>
              <a:rPr lang="es-ES" b="1" dirty="0">
                <a:latin typeface="Consolas"/>
                <a:ea typeface="+mn-lt"/>
                <a:cs typeface="+mn-lt"/>
              </a:rPr>
              <a:t>: </a:t>
            </a:r>
            <a:r>
              <a:rPr lang="es-ES" b="1" err="1">
                <a:latin typeface="Consolas"/>
                <a:ea typeface="+mn-lt"/>
                <a:cs typeface="+mn-lt"/>
              </a:rPr>
              <a:t>polygon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50% 50%, 100% 25%, 100% 75%, 75% 100%, 25% 100%, 0% 75%, 0% 25%, 25% 0%, 75% 0%</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a:t>
            </a:r>
          </a:p>
          <a:p>
            <a:endParaRPr lang="es-ES" dirty="0">
              <a:latin typeface="Neue Haas Grotesk Text Pro"/>
              <a:ea typeface="+mn-lt"/>
              <a:cs typeface="+mn-lt"/>
            </a:endParaRPr>
          </a:p>
          <a:p>
            <a:endParaRPr lang="es-ES" dirty="0">
              <a:latin typeface="Neue Haas Grotesk Text Pro"/>
              <a:ea typeface="+mn-lt"/>
              <a:cs typeface="+mn-lt"/>
            </a:endParaRPr>
          </a:p>
          <a:p>
            <a:endParaRPr lang="es-ES" dirty="0">
              <a:latin typeface="Neue Haas Grotesk Text Pro"/>
              <a:ea typeface="+mn-lt"/>
              <a:cs typeface="+mn-lt"/>
            </a:endParaRPr>
          </a:p>
        </p:txBody>
      </p:sp>
    </p:spTree>
    <p:extLst>
      <p:ext uri="{BB962C8B-B14F-4D97-AF65-F5344CB8AC3E}">
        <p14:creationId xmlns:p14="http://schemas.microsoft.com/office/powerpoint/2010/main" val="28068116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1DF9F8-CDA6-996B-A5F9-78029D1AC66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E8776FF-6C35-5720-51EB-C4A514DBE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F6548DC-908D-3AC1-6321-5FD51D7E7C5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31D744CF-377F-0842-5902-6E03B948B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71B39E-9C9B-ED54-83DA-0FD5079EB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43D2FCC-AB36-3203-4F33-FB4CAECC9FE7}"/>
              </a:ext>
            </a:extLst>
          </p:cNvPr>
          <p:cNvSpPr>
            <a:spLocks noGrp="1"/>
          </p:cNvSpPr>
          <p:nvPr>
            <p:ph idx="1"/>
          </p:nvPr>
        </p:nvSpPr>
        <p:spPr>
          <a:xfrm>
            <a:off x="1587710" y="2160016"/>
            <a:ext cx="9486690" cy="3926152"/>
          </a:xfrm>
        </p:spPr>
        <p:txBody>
          <a:bodyPr vert="horz" lIns="91440" tIns="45720" rIns="91440" bIns="45720" rtlCol="0" anchor="t">
            <a:normAutofit fontScale="62500" lnSpcReduction="20000"/>
          </a:bodyPr>
          <a:lstStyle/>
          <a:p>
            <a:r>
              <a:rPr lang="es-ES" dirty="0">
                <a:ea typeface="+mn-lt"/>
                <a:cs typeface="+mn-lt"/>
              </a:rPr>
              <a:t>Lupa</a:t>
            </a:r>
            <a:endParaRPr lang="es-ES" dirty="0"/>
          </a:p>
          <a:p>
            <a:pPr marL="0" indent="0">
              <a:buNone/>
            </a:pPr>
            <a:r>
              <a:rPr lang="es-ES" b="1" dirty="0">
                <a:latin typeface="Consolas"/>
                <a:ea typeface="+mn-lt"/>
                <a:cs typeface="+mn-lt"/>
              </a:rPr>
              <a:t>.lupa {</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width</a:t>
            </a:r>
            <a:r>
              <a:rPr lang="es-ES" b="1" dirty="0">
                <a:latin typeface="Consolas"/>
                <a:ea typeface="+mn-lt"/>
                <a:cs typeface="+mn-lt"/>
              </a:rPr>
              <a:t>: 100px;</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height</a:t>
            </a:r>
            <a:r>
              <a:rPr lang="es-ES" b="1" dirty="0">
                <a:latin typeface="Consolas"/>
                <a:ea typeface="+mn-lt"/>
                <a:cs typeface="+mn-lt"/>
              </a:rPr>
              <a:t>: 100px;</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border-radius</a:t>
            </a:r>
            <a:r>
              <a:rPr lang="es-ES" b="1" dirty="0">
                <a:latin typeface="Consolas"/>
                <a:ea typeface="+mn-lt"/>
                <a:cs typeface="+mn-lt"/>
              </a:rPr>
              <a:t>: 50%;</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border</a:t>
            </a:r>
            <a:r>
              <a:rPr lang="es-ES" b="1" dirty="0">
                <a:latin typeface="Consolas"/>
                <a:ea typeface="+mn-lt"/>
                <a:cs typeface="+mn-lt"/>
              </a:rPr>
              <a:t>: 10px </a:t>
            </a:r>
            <a:r>
              <a:rPr lang="es-ES" b="1" dirty="0" err="1">
                <a:latin typeface="Consolas"/>
                <a:ea typeface="+mn-lt"/>
                <a:cs typeface="+mn-lt"/>
              </a:rPr>
              <a:t>solid</a:t>
            </a:r>
            <a:r>
              <a:rPr lang="es-ES" b="1" dirty="0">
                <a:latin typeface="Consolas"/>
                <a:ea typeface="+mn-lt"/>
                <a:cs typeface="+mn-lt"/>
              </a:rPr>
              <a:t> #2c3e50;</a:t>
            </a:r>
            <a:br>
              <a:rPr lang="es-ES" b="1" dirty="0">
                <a:latin typeface="Consolas"/>
                <a:ea typeface="+mn-lt"/>
                <a:cs typeface="+mn-lt"/>
              </a:rPr>
            </a:br>
            <a:r>
              <a:rPr lang="es-ES" b="1" dirty="0">
                <a:latin typeface="Consolas"/>
                <a:ea typeface="+mn-lt"/>
                <a:cs typeface="+mn-lt"/>
              </a:rPr>
              <a:t>  position: relative;</a:t>
            </a:r>
            <a:br>
              <a:rPr lang="es-ES" b="1" dirty="0">
                <a:latin typeface="Consolas"/>
                <a:ea typeface="+mn-lt"/>
                <a:cs typeface="+mn-lt"/>
              </a:rPr>
            </a:b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.lupa::after {</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content</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position: absolute;</a:t>
            </a:r>
            <a:br>
              <a:rPr lang="es-ES" b="1" dirty="0">
                <a:latin typeface="Consolas"/>
                <a:ea typeface="+mn-lt"/>
                <a:cs typeface="+mn-lt"/>
              </a:rPr>
            </a:br>
            <a:r>
              <a:rPr lang="es-ES" b="1" dirty="0">
                <a:latin typeface="Consolas"/>
                <a:ea typeface="+mn-lt"/>
                <a:cs typeface="+mn-lt"/>
              </a:rPr>
              <a:t>  top: 90px;</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left</a:t>
            </a:r>
            <a:r>
              <a:rPr lang="es-ES" b="1" dirty="0">
                <a:latin typeface="Consolas"/>
                <a:ea typeface="+mn-lt"/>
                <a:cs typeface="+mn-lt"/>
              </a:rPr>
              <a:t>: 90px;</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width</a:t>
            </a:r>
            <a:r>
              <a:rPr lang="es-ES" b="1" dirty="0">
                <a:latin typeface="Consolas"/>
                <a:ea typeface="+mn-lt"/>
                <a:cs typeface="+mn-lt"/>
              </a:rPr>
              <a:t>: 50px;</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height</a:t>
            </a:r>
            <a:r>
              <a:rPr lang="es-ES" b="1" dirty="0">
                <a:latin typeface="Consolas"/>
                <a:ea typeface="+mn-lt"/>
                <a:cs typeface="+mn-lt"/>
              </a:rPr>
              <a:t>: 10px;</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background</a:t>
            </a:r>
            <a:r>
              <a:rPr lang="es-ES" b="1" dirty="0">
                <a:latin typeface="Consolas"/>
                <a:ea typeface="+mn-lt"/>
                <a:cs typeface="+mn-lt"/>
              </a:rPr>
              <a:t>-color: #2c3e50;</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transform</a:t>
            </a:r>
            <a:r>
              <a:rPr lang="es-ES" b="1" dirty="0">
                <a:latin typeface="Consolas"/>
                <a:ea typeface="+mn-lt"/>
                <a:cs typeface="+mn-lt"/>
              </a:rPr>
              <a:t>: </a:t>
            </a:r>
            <a:r>
              <a:rPr lang="es-ES" b="1" dirty="0" err="1">
                <a:latin typeface="Consolas"/>
                <a:ea typeface="+mn-lt"/>
                <a:cs typeface="+mn-lt"/>
              </a:rPr>
              <a:t>rotate</a:t>
            </a:r>
            <a:r>
              <a:rPr lang="es-ES" b="1" dirty="0">
                <a:latin typeface="Consolas"/>
                <a:ea typeface="+mn-lt"/>
                <a:cs typeface="+mn-lt"/>
              </a:rPr>
              <a:t>(45deg);</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transform-origin</a:t>
            </a:r>
            <a:r>
              <a:rPr lang="es-ES" b="1" dirty="0">
                <a:latin typeface="Consolas"/>
                <a:ea typeface="+mn-lt"/>
                <a:cs typeface="+mn-lt"/>
              </a:rPr>
              <a:t>: 0 0;</a:t>
            </a:r>
            <a:br>
              <a:rPr lang="es-ES" b="1" dirty="0">
                <a:latin typeface="Consolas"/>
                <a:ea typeface="+mn-lt"/>
                <a:cs typeface="+mn-lt"/>
              </a:rPr>
            </a:br>
            <a:r>
              <a:rPr lang="es-ES" b="1" dirty="0">
                <a:latin typeface="Consolas"/>
                <a:ea typeface="+mn-lt"/>
                <a:cs typeface="+mn-lt"/>
              </a:rPr>
              <a:t>}</a:t>
            </a:r>
            <a:endParaRPr lang="es-ES" b="1" dirty="0">
              <a:latin typeface="Consolas"/>
            </a:endParaRPr>
          </a:p>
          <a:p>
            <a:endParaRPr lang="es-ES" dirty="0">
              <a:latin typeface="Neue Haas Grotesk Text Pro"/>
              <a:ea typeface="+mn-lt"/>
              <a:cs typeface="+mn-lt"/>
            </a:endParaRPr>
          </a:p>
          <a:p>
            <a:endParaRPr lang="es-ES" dirty="0">
              <a:latin typeface="Neue Haas Grotesk Text Pro"/>
              <a:ea typeface="+mn-lt"/>
              <a:cs typeface="+mn-lt"/>
            </a:endParaRPr>
          </a:p>
        </p:txBody>
      </p:sp>
    </p:spTree>
    <p:extLst>
      <p:ext uri="{BB962C8B-B14F-4D97-AF65-F5344CB8AC3E}">
        <p14:creationId xmlns:p14="http://schemas.microsoft.com/office/powerpoint/2010/main" val="14725987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03C259-08D6-3772-0F7A-E6CE0B50F49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302E69-BC26-2CBC-BF6C-2CDDD3AB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C22BF56-9980-E80D-AB02-419F39D673B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10" name="Rectangle 9">
            <a:extLst>
              <a:ext uri="{FF2B5EF4-FFF2-40B4-BE49-F238E27FC236}">
                <a16:creationId xmlns:a16="http://schemas.microsoft.com/office/drawing/2014/main" id="{A6FA593E-365E-13D8-B835-F47F2CE1B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5EF84E0-9683-807C-63A4-1E516AA8F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46FE54F-2AD9-4A99-7A08-7FD96998F612}"/>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Para crear la forma del símbolo del Yin y Yang con CSS, se utilizará una combinación de clip-</a:t>
            </a:r>
            <a:r>
              <a:rPr lang="es-ES" dirty="0" err="1">
                <a:ea typeface="+mn-lt"/>
                <a:cs typeface="+mn-lt"/>
              </a:rPr>
              <a:t>path</a:t>
            </a:r>
            <a:r>
              <a:rPr lang="es-ES" dirty="0">
                <a:ea typeface="+mn-lt"/>
                <a:cs typeface="+mn-lt"/>
              </a:rPr>
              <a:t>, </a:t>
            </a:r>
            <a:r>
              <a:rPr lang="es-ES" dirty="0" err="1">
                <a:ea typeface="+mn-lt"/>
                <a:cs typeface="+mn-lt"/>
              </a:rPr>
              <a:t>pseudo-elementos</a:t>
            </a:r>
            <a:r>
              <a:rPr lang="es-ES" dirty="0">
                <a:ea typeface="+mn-lt"/>
                <a:cs typeface="+mn-lt"/>
              </a:rPr>
              <a:t> (::</a:t>
            </a:r>
            <a:r>
              <a:rPr lang="es-ES" dirty="0" err="1">
                <a:ea typeface="+mn-lt"/>
                <a:cs typeface="+mn-lt"/>
              </a:rPr>
              <a:t>before</a:t>
            </a:r>
            <a:r>
              <a:rPr lang="es-ES" dirty="0">
                <a:ea typeface="+mn-lt"/>
                <a:cs typeface="+mn-lt"/>
              </a:rPr>
              <a:t> y ::after), </a:t>
            </a:r>
            <a:r>
              <a:rPr lang="es-ES" dirty="0" err="1">
                <a:ea typeface="+mn-lt"/>
                <a:cs typeface="+mn-lt"/>
              </a:rPr>
              <a:t>border-radius</a:t>
            </a:r>
            <a:r>
              <a:rPr lang="es-ES" dirty="0">
                <a:ea typeface="+mn-lt"/>
                <a:cs typeface="+mn-lt"/>
              </a:rPr>
              <a:t> y degradados.</a:t>
            </a:r>
          </a:p>
          <a:p>
            <a:r>
              <a:rPr lang="es-ES" dirty="0">
                <a:ea typeface="+mn-lt"/>
                <a:cs typeface="+mn-lt"/>
              </a:rPr>
              <a:t>Este es un ejemplo avanzado de cómo varias propiedades CSS se pueden combinar para crear una forma compleja sin recurrir a imágenes.</a:t>
            </a:r>
            <a:endParaRPr lang="es-ES" dirty="0"/>
          </a:p>
          <a:p>
            <a:r>
              <a:rPr lang="es-ES" dirty="0">
                <a:ea typeface="+mn-lt"/>
                <a:cs typeface="+mn-lt"/>
              </a:rPr>
              <a:t>La clave para crear el Yin y Yang es utilizar un contenedor principal con forma de círculo y luego los </a:t>
            </a:r>
            <a:r>
              <a:rPr lang="es-ES" dirty="0" err="1">
                <a:ea typeface="+mn-lt"/>
                <a:cs typeface="+mn-lt"/>
              </a:rPr>
              <a:t>pseudo-elementos</a:t>
            </a:r>
            <a:r>
              <a:rPr lang="es-ES" dirty="0">
                <a:ea typeface="+mn-lt"/>
                <a:cs typeface="+mn-lt"/>
              </a:rPr>
              <a:t> ::</a:t>
            </a:r>
            <a:r>
              <a:rPr lang="es-ES" dirty="0" err="1">
                <a:ea typeface="+mn-lt"/>
                <a:cs typeface="+mn-lt"/>
              </a:rPr>
              <a:t>before</a:t>
            </a:r>
            <a:r>
              <a:rPr lang="es-ES" dirty="0">
                <a:ea typeface="+mn-lt"/>
                <a:cs typeface="+mn-lt"/>
              </a:rPr>
              <a:t> y ::after para dibujar las dos partes (el Yin y el Yang) y los dos puntos.</a:t>
            </a:r>
          </a:p>
          <a:p>
            <a:r>
              <a:rPr lang="es-ES" dirty="0">
                <a:ea typeface="+mn-lt"/>
                <a:cs typeface="+mn-lt"/>
              </a:rPr>
              <a:t>El código se divide en tres partes:</a:t>
            </a:r>
          </a:p>
          <a:p>
            <a:pPr lvl="1">
              <a:buFont typeface="Courier New" panose="020B0604020202020204" pitchFamily="34" charset="0"/>
              <a:buChar char="o"/>
            </a:pPr>
            <a:r>
              <a:rPr lang="es-ES" dirty="0">
                <a:ea typeface="+mn-lt"/>
                <a:cs typeface="+mn-lt"/>
              </a:rPr>
              <a:t>El contenedor principal: Un </a:t>
            </a:r>
            <a:r>
              <a:rPr lang="es-ES" dirty="0" err="1">
                <a:ea typeface="+mn-lt"/>
                <a:cs typeface="+mn-lt"/>
              </a:rPr>
              <a:t>div</a:t>
            </a:r>
            <a:r>
              <a:rPr lang="es-ES" dirty="0">
                <a:ea typeface="+mn-lt"/>
                <a:cs typeface="+mn-lt"/>
              </a:rPr>
              <a:t> que es un círculo con la mitad del color Yin y la otra mitad con el color Yang. Esto se consigue con un linear-</a:t>
            </a:r>
            <a:r>
              <a:rPr lang="es-ES" dirty="0" err="1">
                <a:ea typeface="+mn-lt"/>
                <a:cs typeface="+mn-lt"/>
              </a:rPr>
              <a:t>gradient</a:t>
            </a:r>
            <a:r>
              <a:rPr lang="es-ES" dirty="0">
                <a:ea typeface="+mn-lt"/>
                <a:cs typeface="+mn-lt"/>
              </a:rPr>
              <a:t> y </a:t>
            </a:r>
            <a:r>
              <a:rPr lang="es-ES" dirty="0" err="1">
                <a:ea typeface="+mn-lt"/>
                <a:cs typeface="+mn-lt"/>
              </a:rPr>
              <a:t>border-radius</a:t>
            </a:r>
            <a:r>
              <a:rPr lang="es-ES" dirty="0">
                <a:ea typeface="+mn-lt"/>
                <a:cs typeface="+mn-lt"/>
              </a:rPr>
              <a:t>: 50%.</a:t>
            </a:r>
            <a:endParaRPr lang="es-ES"/>
          </a:p>
          <a:p>
            <a:pPr lvl="1">
              <a:buFont typeface="Courier New" panose="020B0604020202020204" pitchFamily="34" charset="0"/>
              <a:buChar char="o"/>
            </a:pPr>
            <a:r>
              <a:rPr lang="es-ES" dirty="0">
                <a:ea typeface="+mn-lt"/>
                <a:cs typeface="+mn-lt"/>
              </a:rPr>
              <a:t>El Yin (la parte oscura): El </a:t>
            </a:r>
            <a:r>
              <a:rPr lang="es-ES" dirty="0" err="1">
                <a:ea typeface="+mn-lt"/>
                <a:cs typeface="+mn-lt"/>
              </a:rPr>
              <a:t>pseudo-elemento</a:t>
            </a:r>
            <a:r>
              <a:rPr lang="es-ES" dirty="0">
                <a:ea typeface="+mn-lt"/>
                <a:cs typeface="+mn-lt"/>
              </a:rPr>
              <a:t> ::</a:t>
            </a:r>
            <a:r>
              <a:rPr lang="es-ES" dirty="0" err="1">
                <a:ea typeface="+mn-lt"/>
                <a:cs typeface="+mn-lt"/>
              </a:rPr>
              <a:t>before</a:t>
            </a:r>
            <a:r>
              <a:rPr lang="es-ES" dirty="0">
                <a:ea typeface="+mn-lt"/>
                <a:cs typeface="+mn-lt"/>
              </a:rPr>
              <a:t> se usa para crear la mitad superior de la "S" del símbolo.</a:t>
            </a:r>
          </a:p>
          <a:p>
            <a:pPr lvl="1">
              <a:buFont typeface="Courier New" panose="020B0604020202020204" pitchFamily="34" charset="0"/>
              <a:buChar char="o"/>
            </a:pPr>
            <a:r>
              <a:rPr lang="es-ES" dirty="0">
                <a:ea typeface="+mn-lt"/>
                <a:cs typeface="+mn-lt"/>
              </a:rPr>
              <a:t>El Yang (la parte clara): El </a:t>
            </a:r>
            <a:r>
              <a:rPr lang="es-ES" dirty="0" err="1">
                <a:ea typeface="+mn-lt"/>
                <a:cs typeface="+mn-lt"/>
              </a:rPr>
              <a:t>pseudo-elemento</a:t>
            </a:r>
            <a:r>
              <a:rPr lang="es-ES" dirty="0">
                <a:ea typeface="+mn-lt"/>
                <a:cs typeface="+mn-lt"/>
              </a:rPr>
              <a:t> ::after se usa para crear la mitad inferior de la "S".</a:t>
            </a:r>
            <a:endParaRPr lang="es-ES"/>
          </a:p>
          <a:p>
            <a:pPr marL="0" indent="0">
              <a:buNone/>
            </a:pPr>
            <a:r>
              <a:rPr lang="es-ES" b="1" dirty="0">
                <a:latin typeface="Consolas"/>
                <a:ea typeface="+mn-lt"/>
                <a:cs typeface="+mn-lt"/>
              </a:rPr>
              <a:t>&lt;</a:t>
            </a:r>
            <a:r>
              <a:rPr lang="es-ES" b="1" err="1">
                <a:latin typeface="Consolas"/>
                <a:ea typeface="+mn-lt"/>
                <a:cs typeface="+mn-lt"/>
              </a:rPr>
              <a:t>div</a:t>
            </a:r>
            <a:r>
              <a:rPr lang="es-ES" b="1" dirty="0">
                <a:latin typeface="Consolas"/>
                <a:ea typeface="+mn-lt"/>
                <a:cs typeface="+mn-lt"/>
              </a:rPr>
              <a:t> </a:t>
            </a:r>
            <a:r>
              <a:rPr lang="es-ES" b="1" err="1">
                <a:latin typeface="Consolas"/>
                <a:ea typeface="+mn-lt"/>
                <a:cs typeface="+mn-lt"/>
              </a:rPr>
              <a:t>class</a:t>
            </a:r>
            <a:r>
              <a:rPr lang="es-ES" b="1" dirty="0">
                <a:latin typeface="Consolas"/>
                <a:ea typeface="+mn-lt"/>
                <a:cs typeface="+mn-lt"/>
              </a:rPr>
              <a:t>="yin-yang-container"&gt;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div</a:t>
            </a:r>
            <a:r>
              <a:rPr lang="es-ES" b="1" dirty="0">
                <a:latin typeface="Consolas"/>
                <a:ea typeface="+mn-lt"/>
                <a:cs typeface="+mn-lt"/>
              </a:rPr>
              <a:t> </a:t>
            </a:r>
            <a:r>
              <a:rPr lang="es-ES" b="1" err="1">
                <a:latin typeface="Consolas"/>
                <a:ea typeface="+mn-lt"/>
                <a:cs typeface="+mn-lt"/>
              </a:rPr>
              <a:t>class</a:t>
            </a:r>
            <a:r>
              <a:rPr lang="es-ES" b="1" dirty="0">
                <a:latin typeface="Consolas"/>
                <a:ea typeface="+mn-lt"/>
                <a:cs typeface="+mn-lt"/>
              </a:rPr>
              <a:t>="yin-yang"&gt;&lt;/</a:t>
            </a:r>
            <a:r>
              <a:rPr lang="es-ES" b="1" err="1">
                <a:latin typeface="Consolas"/>
                <a:ea typeface="+mn-lt"/>
                <a:cs typeface="+mn-lt"/>
              </a:rPr>
              <a:t>div</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div</a:t>
            </a:r>
            <a:r>
              <a:rPr lang="es-ES" b="1" dirty="0">
                <a:latin typeface="Consolas"/>
                <a:ea typeface="+mn-lt"/>
                <a:cs typeface="+mn-lt"/>
              </a:rPr>
              <a:t>&gt;</a:t>
            </a:r>
            <a:endParaRPr lang="es-ES" b="1" dirty="0">
              <a:latin typeface="Consolas"/>
            </a:endParaRPr>
          </a:p>
          <a:p>
            <a:endParaRPr lang="es-ES" dirty="0">
              <a:latin typeface="Neue Haas Grotesk Text Pro"/>
              <a:ea typeface="+mn-lt"/>
              <a:cs typeface="+mn-lt"/>
            </a:endParaRPr>
          </a:p>
        </p:txBody>
      </p:sp>
    </p:spTree>
    <p:extLst>
      <p:ext uri="{BB962C8B-B14F-4D97-AF65-F5344CB8AC3E}">
        <p14:creationId xmlns:p14="http://schemas.microsoft.com/office/powerpoint/2010/main" val="333360711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8E079C-A8D8-DC77-C895-E842227477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84865D-5CB2-646F-28A2-DCEFA613F8D8}"/>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3" name="Marcador de contenido 2">
            <a:extLst>
              <a:ext uri="{FF2B5EF4-FFF2-40B4-BE49-F238E27FC236}">
                <a16:creationId xmlns:a16="http://schemas.microsoft.com/office/drawing/2014/main" id="{9C498E0C-EB76-6C2E-A40B-1BCE6B0E39D7}"/>
              </a:ext>
            </a:extLst>
          </p:cNvPr>
          <p:cNvSpPr>
            <a:spLocks noGrp="1"/>
          </p:cNvSpPr>
          <p:nvPr>
            <p:ph idx="1"/>
          </p:nvPr>
        </p:nvSpPr>
        <p:spPr>
          <a:xfrm>
            <a:off x="1587710" y="2160016"/>
            <a:ext cx="9486690" cy="3926152"/>
          </a:xfrm>
        </p:spPr>
        <p:txBody>
          <a:bodyPr vert="horz" lIns="91440" tIns="45720" rIns="91440" bIns="45720" rtlCol="0" anchor="t">
            <a:normAutofit fontScale="47500" lnSpcReduction="20000"/>
          </a:bodyPr>
          <a:lstStyle/>
          <a:p>
            <a:pPr marL="0" indent="0">
              <a:buNone/>
            </a:pPr>
            <a:r>
              <a:rPr lang="es-ES" b="1" dirty="0">
                <a:latin typeface="Consolas"/>
                <a:ea typeface="+mn-lt"/>
                <a:cs typeface="+mn-lt"/>
              </a:rPr>
              <a:t>.yin-yang-container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200px;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display</a:t>
            </a:r>
            <a:r>
              <a:rPr lang="es-ES" b="1" dirty="0">
                <a:latin typeface="Consolas"/>
                <a:ea typeface="+mn-lt"/>
                <a:cs typeface="+mn-lt"/>
              </a:rPr>
              <a:t>: </a:t>
            </a:r>
            <a:r>
              <a:rPr lang="es-ES" b="1" err="1">
                <a:latin typeface="Consolas"/>
                <a:ea typeface="+mn-lt"/>
                <a:cs typeface="+mn-lt"/>
              </a:rPr>
              <a:t>flex</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justify-content</a:t>
            </a:r>
            <a:r>
              <a:rPr lang="es-ES" b="1" dirty="0">
                <a:latin typeface="Consolas"/>
                <a:ea typeface="+mn-lt"/>
                <a:cs typeface="+mn-lt"/>
              </a:rPr>
              <a:t>: center;</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align-items</a:t>
            </a:r>
            <a:r>
              <a:rPr lang="es-ES" b="1" dirty="0">
                <a:latin typeface="Consolas"/>
                <a:ea typeface="+mn-lt"/>
                <a:cs typeface="+mn-lt"/>
              </a:rPr>
              <a:t>: center;</a:t>
            </a:r>
            <a:br>
              <a:rPr lang="es-ES" b="1" dirty="0">
                <a:latin typeface="Consolas"/>
                <a:ea typeface="+mn-lt"/>
                <a:cs typeface="+mn-lt"/>
              </a:rPr>
            </a:b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.yin-yang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 linear-</a:t>
            </a:r>
            <a:r>
              <a:rPr lang="es-ES" b="1" err="1">
                <a:latin typeface="Consolas"/>
                <a:ea typeface="+mn-lt"/>
                <a:cs typeface="+mn-lt"/>
              </a:rPr>
              <a:t>gradient</a:t>
            </a:r>
            <a:r>
              <a:rPr lang="es-ES" b="1" dirty="0">
                <a:latin typeface="Consolas"/>
                <a:ea typeface="+mn-lt"/>
                <a:cs typeface="+mn-lt"/>
              </a:rPr>
              <a:t>( </a:t>
            </a:r>
            <a:r>
              <a:rPr lang="es-ES" b="1" err="1">
                <a:latin typeface="Consolas"/>
                <a:ea typeface="+mn-lt"/>
                <a:cs typeface="+mn-lt"/>
              </a:rPr>
              <a:t>to</a:t>
            </a:r>
            <a:r>
              <a:rPr lang="es-ES" b="1" dirty="0">
                <a:latin typeface="Consolas"/>
                <a:ea typeface="+mn-lt"/>
                <a:cs typeface="+mn-lt"/>
              </a:rPr>
              <a:t> bottom, #fff 0%, #fff 50%, #000 50%, #000 100%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border-radius</a:t>
            </a:r>
            <a:r>
              <a:rPr lang="es-ES" b="1" dirty="0">
                <a:latin typeface="Consolas"/>
                <a:ea typeface="+mn-lt"/>
                <a:cs typeface="+mn-lt"/>
              </a:rPr>
              <a:t>: 50%;</a:t>
            </a:r>
            <a:br>
              <a:rPr lang="es-ES" b="1" dirty="0">
                <a:latin typeface="Consolas"/>
                <a:ea typeface="+mn-lt"/>
                <a:cs typeface="+mn-lt"/>
              </a:rPr>
            </a:br>
            <a:r>
              <a:rPr lang="es-ES" b="1" dirty="0">
                <a:latin typeface="Consolas"/>
                <a:ea typeface="+mn-lt"/>
                <a:cs typeface="+mn-lt"/>
              </a:rPr>
              <a:t>  position: relative;</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border</a:t>
            </a:r>
            <a:r>
              <a:rPr lang="es-ES" b="1" dirty="0">
                <a:latin typeface="Consolas"/>
                <a:ea typeface="+mn-lt"/>
                <a:cs typeface="+mn-lt"/>
              </a:rPr>
              <a:t>: 1px </a:t>
            </a:r>
            <a:r>
              <a:rPr lang="es-ES" b="1" err="1">
                <a:latin typeface="Consolas"/>
                <a:ea typeface="+mn-lt"/>
                <a:cs typeface="+mn-lt"/>
              </a:rPr>
              <a:t>solid</a:t>
            </a:r>
            <a:r>
              <a:rPr lang="es-ES" b="1" dirty="0">
                <a:latin typeface="Consolas"/>
                <a:ea typeface="+mn-lt"/>
                <a:cs typeface="+mn-lt"/>
              </a:rPr>
              <a:t> </a:t>
            </a:r>
            <a:r>
              <a:rPr lang="es-ES" b="1" err="1">
                <a:latin typeface="Consolas"/>
                <a:ea typeface="+mn-lt"/>
                <a:cs typeface="+mn-lt"/>
              </a:rPr>
              <a:t>black</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.yin-yang::</a:t>
            </a:r>
            <a:r>
              <a:rPr lang="es-ES" b="1" err="1">
                <a:latin typeface="Consolas"/>
                <a:ea typeface="+mn-lt"/>
                <a:cs typeface="+mn-lt"/>
              </a:rPr>
              <a:t>before</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top: 50%;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-color: #000;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transform</a:t>
            </a:r>
            <a:r>
              <a:rPr lang="es-ES" b="1" dirty="0">
                <a:latin typeface="Consolas"/>
                <a:ea typeface="+mn-lt"/>
                <a:cs typeface="+mn-lt"/>
              </a:rPr>
              <a:t>: </a:t>
            </a:r>
            <a:r>
              <a:rPr lang="es-ES" b="1" err="1">
                <a:latin typeface="Consolas"/>
                <a:ea typeface="+mn-lt"/>
                <a:cs typeface="+mn-lt"/>
              </a:rPr>
              <a:t>translate</a:t>
            </a:r>
            <a:r>
              <a:rPr lang="es-ES" b="1" dirty="0">
                <a:latin typeface="Consolas"/>
                <a:ea typeface="+mn-lt"/>
                <a:cs typeface="+mn-lt"/>
              </a:rPr>
              <a:t>(-50%, -100%);</a:t>
            </a:r>
            <a:br>
              <a:rPr lang="es-ES" b="1" dirty="0">
                <a:latin typeface="Consolas"/>
                <a:ea typeface="+mn-lt"/>
                <a:cs typeface="+mn-lt"/>
              </a:rPr>
            </a:b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.yin-yang::after {</a:t>
            </a:r>
            <a:br>
              <a:rPr lang="es-ES" b="1" dirty="0">
                <a:latin typeface="Consolas"/>
                <a:ea typeface="+mn-lt"/>
                <a:cs typeface="+mn-lt"/>
              </a:rPr>
            </a:br>
            <a:r>
              <a:rPr lang="es-ES" b="1" dirty="0">
                <a:latin typeface="Consolas"/>
                <a:ea typeface="+mn-lt"/>
                <a:cs typeface="+mn-lt"/>
              </a:rPr>
              <a:t>  bottom: 50%;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-color: #fff;</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transform</a:t>
            </a:r>
            <a:r>
              <a:rPr lang="es-ES" b="1" dirty="0">
                <a:latin typeface="Consolas"/>
                <a:ea typeface="+mn-lt"/>
                <a:cs typeface="+mn-lt"/>
              </a:rPr>
              <a:t>: </a:t>
            </a:r>
            <a:r>
              <a:rPr lang="es-ES" b="1" err="1">
                <a:latin typeface="Consolas"/>
                <a:ea typeface="+mn-lt"/>
                <a:cs typeface="+mn-lt"/>
              </a:rPr>
              <a:t>translate</a:t>
            </a:r>
            <a:r>
              <a:rPr lang="es-ES" b="1" dirty="0">
                <a:latin typeface="Consolas"/>
                <a:ea typeface="+mn-lt"/>
                <a:cs typeface="+mn-lt"/>
              </a:rPr>
              <a:t>(-50%, 100%);</a:t>
            </a:r>
            <a:br>
              <a:rPr lang="es-ES" b="1" dirty="0">
                <a:latin typeface="Consolas"/>
                <a:ea typeface="+mn-lt"/>
                <a:cs typeface="+mn-lt"/>
              </a:rPr>
            </a:br>
            <a:r>
              <a:rPr lang="es-ES" b="1" dirty="0">
                <a:latin typeface="Consolas"/>
                <a:ea typeface="+mn-lt"/>
                <a:cs typeface="+mn-lt"/>
              </a:rPr>
              <a:t>}</a:t>
            </a:r>
            <a:endParaRPr lang="es-ES" dirty="0">
              <a:latin typeface="Neue Haas Grotesk Text Pro"/>
            </a:endParaRPr>
          </a:p>
          <a:p>
            <a:pPr marL="0" indent="0">
              <a:buNone/>
            </a:pPr>
            <a:endParaRPr lang="es-ES" dirty="0">
              <a:latin typeface="Neue Haas Grotesk Text Pro"/>
              <a:ea typeface="+mn-lt"/>
              <a:cs typeface="+mn-lt"/>
            </a:endParaRPr>
          </a:p>
        </p:txBody>
      </p:sp>
    </p:spTree>
    <p:extLst>
      <p:ext uri="{BB962C8B-B14F-4D97-AF65-F5344CB8AC3E}">
        <p14:creationId xmlns:p14="http://schemas.microsoft.com/office/powerpoint/2010/main" val="18364321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8E079C-A8D8-DC77-C895-E842227477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84865D-5CB2-646F-28A2-DCEFA613F8D8}"/>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3.2.3.3. Creación de formas complejas con CSS</a:t>
            </a:r>
            <a:endParaRPr lang="es-ES" dirty="0"/>
          </a:p>
        </p:txBody>
      </p:sp>
      <p:sp>
        <p:nvSpPr>
          <p:cNvPr id="3" name="Marcador de contenido 2">
            <a:extLst>
              <a:ext uri="{FF2B5EF4-FFF2-40B4-BE49-F238E27FC236}">
                <a16:creationId xmlns:a16="http://schemas.microsoft.com/office/drawing/2014/main" id="{9C498E0C-EB76-6C2E-A40B-1BCE6B0E39D7}"/>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pPr marL="0" indent="0">
              <a:buNone/>
            </a:pPr>
            <a:r>
              <a:rPr lang="es-ES" b="1" dirty="0">
                <a:latin typeface="Consolas"/>
                <a:ea typeface="+mn-lt"/>
                <a:cs typeface="+mn-lt"/>
              </a:rPr>
              <a:t>.yin-yang::</a:t>
            </a:r>
            <a:r>
              <a:rPr lang="es-ES" b="1" dirty="0" err="1">
                <a:latin typeface="Consolas"/>
                <a:ea typeface="+mn-lt"/>
                <a:cs typeface="+mn-lt"/>
              </a:rPr>
              <a:t>before</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.yin-yang::after {</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content</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display</a:t>
            </a:r>
            <a:r>
              <a:rPr lang="es-ES" b="1" dirty="0">
                <a:latin typeface="Consolas"/>
                <a:ea typeface="+mn-lt"/>
                <a:cs typeface="+mn-lt"/>
              </a:rPr>
              <a:t>: block;</a:t>
            </a:r>
            <a:br>
              <a:rPr lang="es-ES" b="1" dirty="0">
                <a:latin typeface="Consolas"/>
                <a:ea typeface="+mn-lt"/>
                <a:cs typeface="+mn-lt"/>
              </a:rPr>
            </a:br>
            <a:r>
              <a:rPr lang="es-ES" b="1" dirty="0">
                <a:latin typeface="Consolas"/>
                <a:ea typeface="+mn-lt"/>
                <a:cs typeface="+mn-lt"/>
              </a:rPr>
              <a:t>  position: absolute;</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left</a:t>
            </a:r>
            <a:r>
              <a:rPr lang="es-ES" b="1" dirty="0">
                <a:latin typeface="Consolas"/>
                <a:ea typeface="+mn-lt"/>
                <a:cs typeface="+mn-lt"/>
              </a:rPr>
              <a:t>: 50%;</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transform</a:t>
            </a:r>
            <a:r>
              <a:rPr lang="es-ES" b="1" dirty="0">
                <a:latin typeface="Consolas"/>
                <a:ea typeface="+mn-lt"/>
                <a:cs typeface="+mn-lt"/>
              </a:rPr>
              <a:t>: </a:t>
            </a:r>
            <a:r>
              <a:rPr lang="es-ES" b="1" dirty="0" err="1">
                <a:latin typeface="Consolas"/>
                <a:ea typeface="+mn-lt"/>
                <a:cs typeface="+mn-lt"/>
              </a:rPr>
              <a:t>translateX</a:t>
            </a:r>
            <a:r>
              <a:rPr lang="es-ES" b="1" dirty="0">
                <a:latin typeface="Consolas"/>
                <a:ea typeface="+mn-lt"/>
                <a:cs typeface="+mn-lt"/>
              </a:rPr>
              <a:t>(-50%);</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width</a:t>
            </a:r>
            <a:r>
              <a:rPr lang="es-ES" b="1" dirty="0">
                <a:latin typeface="Consolas"/>
                <a:ea typeface="+mn-lt"/>
                <a:cs typeface="+mn-lt"/>
              </a:rPr>
              <a:t>: 60px;</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height</a:t>
            </a:r>
            <a:r>
              <a:rPr lang="es-ES" b="1" dirty="0">
                <a:latin typeface="Consolas"/>
                <a:ea typeface="+mn-lt"/>
                <a:cs typeface="+mn-lt"/>
              </a:rPr>
              <a:t>: 60px;</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border-radius</a:t>
            </a:r>
            <a:r>
              <a:rPr lang="es-ES" b="1" dirty="0">
                <a:latin typeface="Consolas"/>
                <a:ea typeface="+mn-lt"/>
                <a:cs typeface="+mn-lt"/>
              </a:rPr>
              <a:t>: 50%;</a:t>
            </a:r>
            <a:br>
              <a:rPr lang="es-ES" b="1" dirty="0">
                <a:latin typeface="Consolas"/>
                <a:ea typeface="+mn-lt"/>
                <a:cs typeface="+mn-lt"/>
              </a:rPr>
            </a:br>
            <a:r>
              <a:rPr lang="es-ES" b="1" dirty="0">
                <a:latin typeface="Consolas"/>
                <a:ea typeface="+mn-lt"/>
                <a:cs typeface="+mn-lt"/>
              </a:rPr>
              <a:t>}</a:t>
            </a:r>
            <a:endParaRPr lang="es-ES" dirty="0"/>
          </a:p>
          <a:p>
            <a:r>
              <a:rPr lang="es-ES" dirty="0">
                <a:ea typeface="+mn-lt"/>
                <a:cs typeface="+mn-lt"/>
              </a:rPr>
              <a:t>Explicación del código:</a:t>
            </a:r>
          </a:p>
          <a:p>
            <a:pPr lvl="1">
              <a:buFont typeface="Courier New" panose="020B0604020202020204" pitchFamily="34" charset="0"/>
              <a:buChar char="o"/>
            </a:pPr>
            <a:r>
              <a:rPr lang="es-ES" dirty="0">
                <a:ea typeface="+mn-lt"/>
                <a:cs typeface="+mn-lt"/>
              </a:rPr>
              <a:t>.yin-yang: El contenedor principal tiene un fondo de degradado (linear-</a:t>
            </a:r>
            <a:r>
              <a:rPr lang="es-ES" dirty="0" err="1">
                <a:ea typeface="+mn-lt"/>
                <a:cs typeface="+mn-lt"/>
              </a:rPr>
              <a:t>gradient</a:t>
            </a:r>
            <a:r>
              <a:rPr lang="es-ES" dirty="0">
                <a:ea typeface="+mn-lt"/>
                <a:cs typeface="+mn-lt"/>
              </a:rPr>
              <a:t>) para crear la división horizontal blanco/negro. </a:t>
            </a:r>
            <a:r>
              <a:rPr lang="es-ES" dirty="0" err="1">
                <a:ea typeface="+mn-lt"/>
                <a:cs typeface="+mn-lt"/>
              </a:rPr>
              <a:t>border-radius</a:t>
            </a:r>
            <a:r>
              <a:rPr lang="es-ES" dirty="0">
                <a:ea typeface="+mn-lt"/>
                <a:cs typeface="+mn-lt"/>
              </a:rPr>
              <a:t>: 50% lo convierte en un círculo.</a:t>
            </a:r>
          </a:p>
          <a:p>
            <a:pPr lvl="1">
              <a:buFont typeface="Courier New" panose="020B0604020202020204" pitchFamily="34" charset="0"/>
              <a:buChar char="o"/>
            </a:pPr>
            <a:r>
              <a:rPr lang="es-ES" dirty="0">
                <a:ea typeface="+mn-lt"/>
                <a:cs typeface="+mn-lt"/>
              </a:rPr>
              <a:t>::</a:t>
            </a:r>
            <a:r>
              <a:rPr lang="es-ES" dirty="0" err="1">
                <a:ea typeface="+mn-lt"/>
                <a:cs typeface="+mn-lt"/>
              </a:rPr>
              <a:t>before</a:t>
            </a:r>
            <a:r>
              <a:rPr lang="es-ES" dirty="0">
                <a:ea typeface="+mn-lt"/>
                <a:cs typeface="+mn-lt"/>
              </a:rPr>
              <a:t> y ::after: Estos </a:t>
            </a:r>
            <a:r>
              <a:rPr lang="es-ES" dirty="0" err="1">
                <a:ea typeface="+mn-lt"/>
                <a:cs typeface="+mn-lt"/>
              </a:rPr>
              <a:t>pseudo-elementos</a:t>
            </a:r>
            <a:r>
              <a:rPr lang="es-ES" dirty="0">
                <a:ea typeface="+mn-lt"/>
                <a:cs typeface="+mn-lt"/>
              </a:rPr>
              <a:t> crean los dos puntos centrales. Se posicionan de forma absoluta y se les da un </a:t>
            </a:r>
            <a:r>
              <a:rPr lang="es-ES" dirty="0" err="1">
                <a:ea typeface="+mn-lt"/>
                <a:cs typeface="+mn-lt"/>
              </a:rPr>
              <a:t>width</a:t>
            </a:r>
            <a:r>
              <a:rPr lang="es-ES" dirty="0">
                <a:ea typeface="+mn-lt"/>
                <a:cs typeface="+mn-lt"/>
              </a:rPr>
              <a:t> y </a:t>
            </a:r>
            <a:r>
              <a:rPr lang="es-ES" dirty="0" err="1">
                <a:ea typeface="+mn-lt"/>
                <a:cs typeface="+mn-lt"/>
              </a:rPr>
              <a:t>height</a:t>
            </a:r>
            <a:r>
              <a:rPr lang="es-ES" dirty="0">
                <a:ea typeface="+mn-lt"/>
                <a:cs typeface="+mn-lt"/>
              </a:rPr>
              <a:t> más pequeño. La clave está en usar </a:t>
            </a:r>
            <a:r>
              <a:rPr lang="es-ES" dirty="0" err="1">
                <a:ea typeface="+mn-lt"/>
                <a:cs typeface="+mn-lt"/>
              </a:rPr>
              <a:t>transform</a:t>
            </a:r>
            <a:r>
              <a:rPr lang="es-ES" dirty="0">
                <a:ea typeface="+mn-lt"/>
                <a:cs typeface="+mn-lt"/>
              </a:rPr>
              <a:t>: </a:t>
            </a:r>
            <a:r>
              <a:rPr lang="es-ES" dirty="0" err="1">
                <a:ea typeface="+mn-lt"/>
                <a:cs typeface="+mn-lt"/>
              </a:rPr>
              <a:t>translate</a:t>
            </a:r>
            <a:r>
              <a:rPr lang="es-ES" dirty="0">
                <a:ea typeface="+mn-lt"/>
                <a:cs typeface="+mn-lt"/>
              </a:rPr>
              <a:t>() para moverlos y centrarlos correctamente en la mitad superior e inferior.</a:t>
            </a:r>
            <a:endParaRPr lang="es-ES"/>
          </a:p>
        </p:txBody>
      </p:sp>
    </p:spTree>
    <p:extLst>
      <p:ext uri="{BB962C8B-B14F-4D97-AF65-F5344CB8AC3E}">
        <p14:creationId xmlns:p14="http://schemas.microsoft.com/office/powerpoint/2010/main" val="37257978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463E53-056A-4BDE-8BB6-68B7EC5F39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906FB9B-BC71-6460-A56C-F9BDD5C12D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DD6EF05-E9D0-E451-10DE-1246E0DC8B5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 Optimización y manipulación de imágenes en la web</a:t>
            </a:r>
            <a:endParaRPr lang="es-ES" dirty="0"/>
          </a:p>
        </p:txBody>
      </p:sp>
      <p:sp>
        <p:nvSpPr>
          <p:cNvPr id="10" name="Rectangle 9">
            <a:extLst>
              <a:ext uri="{FF2B5EF4-FFF2-40B4-BE49-F238E27FC236}">
                <a16:creationId xmlns:a16="http://schemas.microsoft.com/office/drawing/2014/main" id="{987BC75F-C276-072A-2FE6-2D73724A23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5DB0747-C293-9B38-B1DC-D10F00E2D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4476E72-5ACC-38F5-9770-D60BC9307A53}"/>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La optimización de imágenes es un aspecto crítico para el rendimiento de cualquier sitio web. Imágenes demasiado grandes pueden ralentizar la carga de la página, afectando negativamente la experiencia del usuario y el posicionamiento en los motores de búsqueda (SEO). La manipulación, por su parte, se refiere a las técnicas para ajustar la apariencia y las propiedades de las imágenes, ya sea antes de subirlas o directamente en el navegador.</a:t>
            </a:r>
            <a:endParaRPr lang="es-ES" dirty="0"/>
          </a:p>
          <a:p>
            <a:r>
              <a:rPr lang="es-ES" dirty="0">
                <a:ea typeface="+mn-lt"/>
                <a:cs typeface="+mn-lt"/>
              </a:rPr>
              <a:t>Las principales técnicas de optimización y manipulación son:</a:t>
            </a:r>
            <a:endParaRPr lang="es-ES"/>
          </a:p>
          <a:p>
            <a:pPr lvl="1">
              <a:buFont typeface="Courier New" panose="020B0604020202020204" pitchFamily="34" charset="0"/>
              <a:buChar char="o"/>
            </a:pPr>
            <a:r>
              <a:rPr lang="es-ES" dirty="0">
                <a:ea typeface="+mn-lt"/>
                <a:cs typeface="+mn-lt"/>
              </a:rPr>
              <a:t>Compresión: Reducir el tamaño del archivo de la imagen. La compresión sin pérdida elimina datos no esenciales sin afectar la calidad (ideal para gráficos como PNG), mientras que la compresión con pérdida reduce drásticamente el tamaño a costa de una mínima degradación de la calidad (perfecta para fotografías como JPEG).</a:t>
            </a:r>
            <a:endParaRPr lang="es-ES"/>
          </a:p>
          <a:p>
            <a:pPr lvl="1">
              <a:buFont typeface="Courier New" panose="020B0604020202020204" pitchFamily="34" charset="0"/>
              <a:buChar char="o"/>
            </a:pPr>
            <a:r>
              <a:rPr lang="es-ES" dirty="0">
                <a:ea typeface="+mn-lt"/>
                <a:cs typeface="+mn-lt"/>
              </a:rPr>
              <a:t>Redimensionado: Ajustar las dimensiones físicas de la imagen (ancho y alto). Servir una imagen del tamaño exacto que se va a mostrar en la pantalla evita que el navegador tenga que procesar una imagen sobredimensionada, ahorrando ancho de banda y tiempo de carga.</a:t>
            </a:r>
            <a:endParaRPr lang="es-ES" dirty="0"/>
          </a:p>
        </p:txBody>
      </p:sp>
    </p:spTree>
    <p:extLst>
      <p:ext uri="{BB962C8B-B14F-4D97-AF65-F5344CB8AC3E}">
        <p14:creationId xmlns:p14="http://schemas.microsoft.com/office/powerpoint/2010/main" val="41655065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185285-4B9D-074E-D842-F9106C64EC4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0B88A81-7F92-5DF8-652B-A0C0CB9AB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C95F00A-0249-BB99-00D3-B55F680B303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 Optimización y manipulación de imágenes en la web</a:t>
            </a:r>
            <a:endParaRPr lang="es-ES" dirty="0"/>
          </a:p>
        </p:txBody>
      </p:sp>
      <p:sp>
        <p:nvSpPr>
          <p:cNvPr id="10" name="Rectangle 9">
            <a:extLst>
              <a:ext uri="{FF2B5EF4-FFF2-40B4-BE49-F238E27FC236}">
                <a16:creationId xmlns:a16="http://schemas.microsoft.com/office/drawing/2014/main" id="{DA0070EC-9945-0CF2-E238-40094599E9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31E1A2-4E41-4108-D281-582B3F26E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43B2B8F-CAC8-25E9-76EC-8F42829DB118}"/>
              </a:ext>
            </a:extLst>
          </p:cNvPr>
          <p:cNvSpPr>
            <a:spLocks noGrp="1"/>
          </p:cNvSpPr>
          <p:nvPr>
            <p:ph idx="1"/>
          </p:nvPr>
        </p:nvSpPr>
        <p:spPr>
          <a:xfrm>
            <a:off x="1587710" y="2160016"/>
            <a:ext cx="9486690" cy="3926152"/>
          </a:xfrm>
        </p:spPr>
        <p:txBody>
          <a:bodyPr vert="horz" lIns="91440" tIns="45720" rIns="91440" bIns="45720" rtlCol="0" anchor="t">
            <a:normAutofit/>
          </a:bodyPr>
          <a:lstStyle/>
          <a:p>
            <a:pPr lvl="1">
              <a:buFont typeface="Courier New" panose="020B0604020202020204" pitchFamily="34" charset="0"/>
              <a:buChar char="o"/>
            </a:pPr>
            <a:r>
              <a:rPr lang="es-ES" dirty="0">
                <a:ea typeface="+mn-lt"/>
                <a:cs typeface="+mn-lt"/>
              </a:rPr>
              <a:t>Manipulación con código: Aplicar cambios a las imágenes usando tecnologías web. Esto puede ser con el elemento &lt;canvas&gt; de HTML5 y JavaScript para procesar imágenes en el navegador, o con librerías del lado del servidor (como Pillow en Python) para tareas automatizadas como la creación de miniaturas o marcas de agua.</a:t>
            </a:r>
          </a:p>
          <a:p>
            <a:pPr lvl="1">
              <a:buFont typeface="Courier New" panose="020B0604020202020204" pitchFamily="34" charset="0"/>
              <a:buChar char="o"/>
            </a:pPr>
            <a:r>
              <a:rPr lang="es-ES" dirty="0">
                <a:ea typeface="+mn-lt"/>
                <a:cs typeface="+mn-lt"/>
              </a:rPr>
              <a:t>Herramientas de automatización: Programas y servicios que simplifican el proceso de optimización, como </a:t>
            </a:r>
            <a:r>
              <a:rPr lang="es-ES" dirty="0" err="1">
                <a:ea typeface="+mn-lt"/>
                <a:cs typeface="+mn-lt"/>
              </a:rPr>
              <a:t>Squoosh</a:t>
            </a:r>
            <a:r>
              <a:rPr lang="es-ES" dirty="0">
                <a:ea typeface="+mn-lt"/>
                <a:cs typeface="+mn-lt"/>
              </a:rPr>
              <a:t>, </a:t>
            </a:r>
            <a:r>
              <a:rPr lang="es-ES" dirty="0" err="1">
                <a:ea typeface="+mn-lt"/>
                <a:cs typeface="+mn-lt"/>
              </a:rPr>
              <a:t>ImageOptim</a:t>
            </a:r>
            <a:r>
              <a:rPr lang="es-ES" dirty="0">
                <a:ea typeface="+mn-lt"/>
                <a:cs typeface="+mn-lt"/>
              </a:rPr>
              <a:t> o </a:t>
            </a:r>
            <a:r>
              <a:rPr lang="es-ES" dirty="0" err="1">
                <a:ea typeface="+mn-lt"/>
                <a:cs typeface="+mn-lt"/>
              </a:rPr>
              <a:t>TinyPNG</a:t>
            </a:r>
            <a:r>
              <a:rPr lang="es-ES" dirty="0">
                <a:ea typeface="+mn-lt"/>
                <a:cs typeface="+mn-lt"/>
              </a:rPr>
              <a:t>, que comprimen y convierten imágenes de forma eficiente.</a:t>
            </a:r>
            <a:endParaRPr lang="es-ES" dirty="0"/>
          </a:p>
        </p:txBody>
      </p:sp>
    </p:spTree>
    <p:extLst>
      <p:ext uri="{BB962C8B-B14F-4D97-AF65-F5344CB8AC3E}">
        <p14:creationId xmlns:p14="http://schemas.microsoft.com/office/powerpoint/2010/main" val="39985997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02ED1F-4786-A4C4-6EEA-F81B5D72180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01340F1-33F4-18B7-0F85-5E7341099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1B9E3DF-E91B-92F1-5CF1-4EB8A7E9C03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3.2.4.1. Técnicas de compresión.</a:t>
            </a:r>
            <a:endParaRPr lang="es-ES" dirty="0"/>
          </a:p>
        </p:txBody>
      </p:sp>
      <p:sp>
        <p:nvSpPr>
          <p:cNvPr id="10" name="Rectangle 9">
            <a:extLst>
              <a:ext uri="{FF2B5EF4-FFF2-40B4-BE49-F238E27FC236}">
                <a16:creationId xmlns:a16="http://schemas.microsoft.com/office/drawing/2014/main" id="{5AD46D76-4019-8883-1235-7093F52AD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8D84FF-D3E9-7090-6D99-2DC6CB8162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6B68E3B-EC18-724C-F6F3-3B1D3178ED55}"/>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Las técnicas de compresión son esenciales para reducir el tamaño de los archivos de imagen sin sacrificar la calidad visual de forma significativa. Esto mejora la velocidad de carga de la página, lo que es crucial para la experiencia de usuario y el SEO. Existen dos tipos principales de compresión:</a:t>
            </a:r>
            <a:endParaRPr lang="es-ES" dirty="0"/>
          </a:p>
          <a:p>
            <a:pPr lvl="1">
              <a:buFont typeface="Courier New" panose="020B0604020202020204" pitchFamily="34" charset="0"/>
              <a:buChar char="o"/>
            </a:pPr>
            <a:r>
              <a:rPr lang="es-ES" dirty="0">
                <a:ea typeface="+mn-lt"/>
                <a:cs typeface="+mn-lt"/>
              </a:rPr>
              <a:t>Compresión con pérdida (</a:t>
            </a:r>
            <a:r>
              <a:rPr lang="es-ES" err="1">
                <a:ea typeface="+mn-lt"/>
                <a:cs typeface="+mn-lt"/>
              </a:rPr>
              <a:t>Lossy</a:t>
            </a:r>
            <a:r>
              <a:rPr lang="es-ES" dirty="0">
                <a:ea typeface="+mn-lt"/>
                <a:cs typeface="+mn-lt"/>
              </a:rPr>
              <a:t>): Esta técnica reduce el tamaño del archivo eliminando datos de la imagen que el ojo humano no percibe fácilmente. Aunque la calidad se degrada ligeramente, la reducción del tamaño del archivo es muy considerable, a menudo de más de un 80%. Es la técnica ideal para fotografías, imágenes con muchos colores y degradados complejos. El formato de imagen más común que utiliza este método es JPEG.</a:t>
            </a:r>
            <a:endParaRPr lang="es-ES" dirty="0"/>
          </a:p>
        </p:txBody>
      </p:sp>
    </p:spTree>
    <p:extLst>
      <p:ext uri="{BB962C8B-B14F-4D97-AF65-F5344CB8AC3E}">
        <p14:creationId xmlns:p14="http://schemas.microsoft.com/office/powerpoint/2010/main" val="191343832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FEE8C9-3B67-BBB7-AF60-EF7D2B76FDB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7934079-1510-7594-41AE-D58FA4E8D8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AE6FCD3-B77D-DDDC-85C9-A46E601DD58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3.2.4.1. Técnicas de compresión.</a:t>
            </a:r>
            <a:endParaRPr lang="es-ES" dirty="0"/>
          </a:p>
        </p:txBody>
      </p:sp>
      <p:sp>
        <p:nvSpPr>
          <p:cNvPr id="10" name="Rectangle 9">
            <a:extLst>
              <a:ext uri="{FF2B5EF4-FFF2-40B4-BE49-F238E27FC236}">
                <a16:creationId xmlns:a16="http://schemas.microsoft.com/office/drawing/2014/main" id="{D8C448B1-BF3F-96A7-84CC-75B09BC55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7D4EBD6-C1CF-46A7-7687-F37440490C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08A62E1-27DF-18AE-1901-19D147FFBD83}"/>
              </a:ext>
            </a:extLst>
          </p:cNvPr>
          <p:cNvSpPr>
            <a:spLocks noGrp="1"/>
          </p:cNvSpPr>
          <p:nvPr>
            <p:ph idx="1"/>
          </p:nvPr>
        </p:nvSpPr>
        <p:spPr>
          <a:xfrm>
            <a:off x="1587710" y="2160016"/>
            <a:ext cx="9486690" cy="3926152"/>
          </a:xfrm>
        </p:spPr>
        <p:txBody>
          <a:bodyPr vert="horz" lIns="91440" tIns="45720" rIns="91440" bIns="45720" rtlCol="0" anchor="t">
            <a:normAutofit fontScale="92500"/>
          </a:bodyPr>
          <a:lstStyle/>
          <a:p>
            <a:pPr lvl="1">
              <a:buFont typeface="Courier New" panose="020B0604020202020204" pitchFamily="34" charset="0"/>
              <a:buChar char="o"/>
            </a:pPr>
            <a:r>
              <a:rPr lang="es-ES" dirty="0">
                <a:ea typeface="+mn-lt"/>
                <a:cs typeface="+mn-lt"/>
              </a:rPr>
              <a:t>Compresión sin pérdida (</a:t>
            </a:r>
            <a:r>
              <a:rPr lang="es-ES" err="1">
                <a:ea typeface="+mn-lt"/>
                <a:cs typeface="+mn-lt"/>
              </a:rPr>
              <a:t>Lossless</a:t>
            </a:r>
            <a:r>
              <a:rPr lang="es-ES" dirty="0">
                <a:ea typeface="+mn-lt"/>
                <a:cs typeface="+mn-lt"/>
              </a:rPr>
              <a:t>): Este método de compresión reduce el tamaño del archivo sin eliminar ningún dato de la imagen. La calidad visual se mantiene intacta, pero la reducción de tamaño es menos drástica que con la compresión con pérdida. Es la opción perfecta para logotipos, ilustraciones, gráficos o cualquier imagen que contenga áreas de color plano y transparencias, ya que la fidelidad es crítica. El formato PNG es un ejemplo clave de compresión sin pérdida.</a:t>
            </a:r>
            <a:endParaRPr lang="es-ES" dirty="0"/>
          </a:p>
          <a:p>
            <a:r>
              <a:rPr lang="es-ES" dirty="0">
                <a:ea typeface="+mn-lt"/>
                <a:cs typeface="+mn-lt"/>
              </a:rPr>
              <a:t>Para elegir la técnica adecuada, debemos considerar el tipo de imagen que vamos a utilizar:</a:t>
            </a:r>
            <a:endParaRPr lang="es-ES" dirty="0"/>
          </a:p>
          <a:p>
            <a:pPr lvl="1">
              <a:buFont typeface="Courier New" panose="020B0604020202020204" pitchFamily="34" charset="0"/>
              <a:buChar char="o"/>
            </a:pPr>
            <a:r>
              <a:rPr lang="es-ES" dirty="0">
                <a:ea typeface="+mn-lt"/>
                <a:cs typeface="+mn-lt"/>
              </a:rPr>
              <a:t>Fotografía: Usa compresión con pérdida y guárdala como JPEG.</a:t>
            </a:r>
            <a:endParaRPr lang="es-ES" dirty="0"/>
          </a:p>
          <a:p>
            <a:pPr lvl="1">
              <a:buFont typeface="Courier New" panose="020B0604020202020204" pitchFamily="34" charset="0"/>
              <a:buChar char="o"/>
            </a:pPr>
            <a:r>
              <a:rPr lang="es-ES" dirty="0">
                <a:ea typeface="+mn-lt"/>
                <a:cs typeface="+mn-lt"/>
              </a:rPr>
              <a:t>Logotipo o icono con transparencias: Usa compresión sin pérdida y guárdalo como PNG o SVG.</a:t>
            </a:r>
            <a:endParaRPr lang="es-ES" dirty="0"/>
          </a:p>
        </p:txBody>
      </p:sp>
    </p:spTree>
    <p:extLst>
      <p:ext uri="{BB962C8B-B14F-4D97-AF65-F5344CB8AC3E}">
        <p14:creationId xmlns:p14="http://schemas.microsoft.com/office/powerpoint/2010/main" val="14525682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330441-C054-DDAA-495F-0BEB26EC1C9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DA9986-13A2-2FDC-2580-B21DA44A6A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69F8615-9E1C-BEBF-FD7C-F8BDC657DAEE}"/>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3.2.4.2. Redimensionado y escalado.</a:t>
            </a:r>
            <a:endParaRPr lang="es-ES" dirty="0"/>
          </a:p>
        </p:txBody>
      </p:sp>
      <p:sp>
        <p:nvSpPr>
          <p:cNvPr id="10" name="Rectangle 9">
            <a:extLst>
              <a:ext uri="{FF2B5EF4-FFF2-40B4-BE49-F238E27FC236}">
                <a16:creationId xmlns:a16="http://schemas.microsoft.com/office/drawing/2014/main" id="{21FCCF51-0A8A-C46F-4670-252C04162A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E1DA7D5-538E-5CE2-3F14-D50E8D688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CB2410A-F6D1-9512-7A04-7873863FC08A}"/>
              </a:ext>
            </a:extLst>
          </p:cNvPr>
          <p:cNvSpPr>
            <a:spLocks noGrp="1"/>
          </p:cNvSpPr>
          <p:nvPr>
            <p:ph idx="1"/>
          </p:nvPr>
        </p:nvSpPr>
        <p:spPr>
          <a:xfrm>
            <a:off x="1587710" y="2160016"/>
            <a:ext cx="9486690" cy="3926152"/>
          </a:xfrm>
        </p:spPr>
        <p:txBody>
          <a:bodyPr vert="horz" lIns="91440" tIns="45720" rIns="91440" bIns="45720" rtlCol="0" anchor="t">
            <a:normAutofit fontScale="85000" lnSpcReduction="10000"/>
          </a:bodyPr>
          <a:lstStyle/>
          <a:p>
            <a:r>
              <a:rPr lang="es-ES" dirty="0">
                <a:ea typeface="+mn-lt"/>
                <a:cs typeface="+mn-lt"/>
              </a:rPr>
              <a:t>El redimensionado y el escalado son procesos fundamentales para la optimización de imágenes en la web. La principal meta es asegurar que el navegador cargue una imagen que tenga el tamaño adecuado para el espacio en el que se va a mostrar, sin desperdiciar recursos.</a:t>
            </a:r>
            <a:endParaRPr lang="es-ES" dirty="0"/>
          </a:p>
          <a:p>
            <a:pPr lvl="1">
              <a:buFont typeface="Courier New" panose="020B0604020202020204" pitchFamily="34" charset="0"/>
              <a:buChar char="o"/>
            </a:pPr>
            <a:r>
              <a:rPr lang="es-ES" dirty="0">
                <a:ea typeface="+mn-lt"/>
                <a:cs typeface="+mn-lt"/>
              </a:rPr>
              <a:t>Redimensionado: Se refiere a cambiar las dimensiones físicas de una imagen (ancho y alto) a nivel de píxeles. La mejor práctica es redimensionar una imagen a su tamaño final antes de subirla a la web. Por ejemplo, si una imagen se va a mostrar en una tarjeta de 400x300 píxeles, la imagen original subida no debería ser de 4000x3000 píxeles. Subir un archivo de gran tamaño y luego reducirlo con CSS es ineficiente, ya que el navegador tiene que descargar y procesar datos innecesarios.</a:t>
            </a:r>
          </a:p>
          <a:p>
            <a:pPr lvl="1">
              <a:buFont typeface="Courier New" panose="020B0604020202020204" pitchFamily="34" charset="0"/>
              <a:buChar char="o"/>
            </a:pPr>
            <a:r>
              <a:rPr lang="es-ES" dirty="0">
                <a:ea typeface="+mn-lt"/>
                <a:cs typeface="+mn-lt"/>
              </a:rPr>
              <a:t>Escalado: Este término se refiere a cómo la imagen se adapta a diferentes tamaños de pantalla o contenedores. El escalado se gestiona principalmente con CSS. Por ejemplo, usando la propiedad </a:t>
            </a:r>
            <a:r>
              <a:rPr lang="es-ES" dirty="0" err="1">
                <a:ea typeface="+mn-lt"/>
                <a:cs typeface="+mn-lt"/>
              </a:rPr>
              <a:t>max-width</a:t>
            </a:r>
            <a:r>
              <a:rPr lang="es-ES" dirty="0">
                <a:ea typeface="+mn-lt"/>
                <a:cs typeface="+mn-lt"/>
              </a:rPr>
              <a:t>: 100%, una imagen se ajustará al ancho de su contenedor sin desbordarse.</a:t>
            </a:r>
            <a:endParaRPr lang="es-ES" dirty="0"/>
          </a:p>
        </p:txBody>
      </p:sp>
    </p:spTree>
    <p:extLst>
      <p:ext uri="{BB962C8B-B14F-4D97-AF65-F5344CB8AC3E}">
        <p14:creationId xmlns:p14="http://schemas.microsoft.com/office/powerpoint/2010/main" val="40952640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65AF4A-58CE-FC95-1D1D-6503D10CD4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7C63A39-0053-164B-CB85-AC532B7E1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9FC0916-B9BD-40AA-81A2-7B32A9C6405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3.2.4.2. Redimensionado y escalado.</a:t>
            </a:r>
            <a:endParaRPr lang="es-ES" dirty="0"/>
          </a:p>
        </p:txBody>
      </p:sp>
      <p:sp>
        <p:nvSpPr>
          <p:cNvPr id="10" name="Rectangle 9">
            <a:extLst>
              <a:ext uri="{FF2B5EF4-FFF2-40B4-BE49-F238E27FC236}">
                <a16:creationId xmlns:a16="http://schemas.microsoft.com/office/drawing/2014/main" id="{2BD0D243-4443-949E-BA13-8FE00FB3AE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3966380-66E4-A416-C96F-62969F36E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B754441-83B4-DA11-A192-54D92006D9DC}"/>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Ejemplo: Imagina que tienes una imagen de 2000x1500 píxeles que quieres mostrar en una sección de tu web que solo tiene 800 píxeles de ancho.</a:t>
            </a:r>
            <a:endParaRPr lang="es-ES" dirty="0"/>
          </a:p>
          <a:p>
            <a:pPr lvl="1">
              <a:buFont typeface="Courier New" panose="020B0604020202020204" pitchFamily="34" charset="0"/>
              <a:buChar char="o"/>
            </a:pPr>
            <a:r>
              <a:rPr lang="es-ES" dirty="0">
                <a:ea typeface="+mn-lt"/>
                <a:cs typeface="+mn-lt"/>
              </a:rPr>
              <a:t>Redimensionado (Método Correcto): Usas un editor de imágenes (como GIMP, Photoshop o una herramienta online) para cambiar el tamaño de la imagen a 800x600 píxeles. El tamaño del archivo se reducirá drásticamente y la imagen se cargará mucho más rápido.</a:t>
            </a:r>
          </a:p>
          <a:p>
            <a:pPr lvl="1">
              <a:buFont typeface="Courier New" panose="020B0604020202020204" pitchFamily="34" charset="0"/>
              <a:buChar char="o"/>
            </a:pPr>
            <a:r>
              <a:rPr lang="es-ES" dirty="0">
                <a:ea typeface="+mn-lt"/>
                <a:cs typeface="+mn-lt"/>
              </a:rPr>
              <a:t>Escalado (Con CSS): En tu archivo CSS, añades una regla para que la imagen se adapte al contenedor:</a:t>
            </a:r>
            <a:endParaRPr lang="es-ES" dirty="0"/>
          </a:p>
          <a:p>
            <a:r>
              <a:rPr lang="es-ES" b="1" dirty="0">
                <a:latin typeface="Consolas"/>
                <a:ea typeface="+mn-lt"/>
                <a:cs typeface="+mn-lt"/>
              </a:rPr>
              <a:t>.contenedor-imagen </a:t>
            </a:r>
            <a:r>
              <a:rPr lang="es-ES" b="1" err="1">
                <a:latin typeface="Consolas"/>
                <a:ea typeface="+mn-lt"/>
                <a:cs typeface="+mn-lt"/>
              </a:rPr>
              <a:t>img</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100%;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auto;</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display</a:t>
            </a:r>
            <a:r>
              <a:rPr lang="es-ES" b="1" dirty="0">
                <a:latin typeface="Consolas"/>
                <a:ea typeface="+mn-lt"/>
                <a:cs typeface="+mn-lt"/>
              </a:rPr>
              <a:t>: block;</a:t>
            </a:r>
            <a:br>
              <a:rPr lang="es-ES" b="1" dirty="0">
                <a:latin typeface="Consolas"/>
                <a:ea typeface="+mn-lt"/>
                <a:cs typeface="+mn-lt"/>
              </a:rPr>
            </a:br>
            <a:r>
              <a:rPr lang="es-ES" b="1" dirty="0">
                <a:latin typeface="Consolas"/>
                <a:ea typeface="+mn-lt"/>
                <a:cs typeface="+mn-lt"/>
              </a:rPr>
              <a:t>}</a:t>
            </a:r>
            <a:endParaRPr lang="es-ES" b="1" dirty="0">
              <a:latin typeface="Consolas"/>
            </a:endParaRPr>
          </a:p>
          <a:p>
            <a:r>
              <a:rPr lang="es-ES" dirty="0">
                <a:ea typeface="+mn-lt"/>
                <a:cs typeface="+mn-lt"/>
              </a:rPr>
              <a:t>Esto asegura que la imagen redimensionada se ajuste perfectamente a cualquier tamaño de contenedor, manteniendo su relación de aspecto.</a:t>
            </a:r>
          </a:p>
        </p:txBody>
      </p:sp>
    </p:spTree>
    <p:extLst>
      <p:ext uri="{BB962C8B-B14F-4D97-AF65-F5344CB8AC3E}">
        <p14:creationId xmlns:p14="http://schemas.microsoft.com/office/powerpoint/2010/main" val="31246336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A3E0A7-2CE0-4AB6-5739-543B2019F96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252EAF-EE15-6C0F-C167-85527D497C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6DA0BDC-6109-7419-01D2-EEE1E4C17EE9}"/>
              </a:ext>
            </a:extLst>
          </p:cNvPr>
          <p:cNvSpPr>
            <a:spLocks noGrp="1"/>
          </p:cNvSpPr>
          <p:nvPr>
            <p:ph type="title"/>
          </p:nvPr>
        </p:nvSpPr>
        <p:spPr>
          <a:xfrm>
            <a:off x="1587710" y="455362"/>
            <a:ext cx="9486690" cy="1550419"/>
          </a:xfrm>
        </p:spPr>
        <p:txBody>
          <a:bodyPr>
            <a:normAutofit fontScale="90000"/>
          </a:bodyPr>
          <a:lstStyle/>
          <a:p>
            <a:r>
              <a:rPr lang="es-ES" b="0" dirty="0">
                <a:ea typeface="+mj-lt"/>
                <a:cs typeface="+mj-lt"/>
              </a:rPr>
              <a:t>3.2.4.3. Uso de la API de </a:t>
            </a:r>
            <a:r>
              <a:rPr lang="es-ES" b="0" dirty="0" err="1">
                <a:ea typeface="+mj-lt"/>
                <a:cs typeface="+mj-lt"/>
              </a:rPr>
              <a:t>Canvas</a:t>
            </a:r>
            <a:r>
              <a:rPr lang="es-ES" b="0" dirty="0">
                <a:ea typeface="+mj-lt"/>
                <a:cs typeface="+mj-lt"/>
              </a:rPr>
              <a:t> para manipulación de imágenes en el navegador</a:t>
            </a:r>
            <a:endParaRPr lang="es-ES" dirty="0"/>
          </a:p>
        </p:txBody>
      </p:sp>
      <p:sp>
        <p:nvSpPr>
          <p:cNvPr id="10" name="Rectangle 9">
            <a:extLst>
              <a:ext uri="{FF2B5EF4-FFF2-40B4-BE49-F238E27FC236}">
                <a16:creationId xmlns:a16="http://schemas.microsoft.com/office/drawing/2014/main" id="{D9E69E5E-BAC5-E9A8-847A-286B9F65D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C121B0B-2292-C519-F254-284FA74712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10362C7-F03B-7A92-5A4A-945FEC6443A0}"/>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La API de </a:t>
            </a:r>
            <a:r>
              <a:rPr lang="es-ES" dirty="0" err="1">
                <a:ea typeface="+mn-lt"/>
                <a:cs typeface="+mn-lt"/>
              </a:rPr>
              <a:t>Canvas</a:t>
            </a:r>
            <a:r>
              <a:rPr lang="es-ES" dirty="0">
                <a:ea typeface="+mn-lt"/>
                <a:cs typeface="+mn-lt"/>
              </a:rPr>
              <a:t> es una herramienta poderosa de HTML5 que permite dibujar gráficos, animar elementos y, de manera crucial, manipular imágenes directamente en el navegador utilizando JavaScript. Con &lt;</a:t>
            </a:r>
            <a:r>
              <a:rPr lang="es-ES" dirty="0" err="1">
                <a:ea typeface="+mn-lt"/>
                <a:cs typeface="+mn-lt"/>
              </a:rPr>
              <a:t>canvas</a:t>
            </a:r>
            <a:r>
              <a:rPr lang="es-ES" dirty="0">
                <a:ea typeface="+mn-lt"/>
                <a:cs typeface="+mn-lt"/>
              </a:rPr>
              <a:t>&gt;, se puede leer una imagen, modificar sus píxeles, redimensionarla, aplicar filtros e incluso exportarla en un nuevo formato, todo sin necesidad de enviar la imagen a un servidor.</a:t>
            </a:r>
            <a:endParaRPr lang="es-ES" dirty="0"/>
          </a:p>
          <a:p>
            <a:r>
              <a:rPr lang="es-ES" dirty="0">
                <a:ea typeface="+mn-lt"/>
                <a:cs typeface="+mn-lt"/>
              </a:rPr>
              <a:t>El proceso general para manipular una imagen con </a:t>
            </a:r>
            <a:r>
              <a:rPr lang="es-ES" dirty="0" err="1">
                <a:ea typeface="+mn-lt"/>
                <a:cs typeface="+mn-lt"/>
              </a:rPr>
              <a:t>Canvas</a:t>
            </a:r>
            <a:r>
              <a:rPr lang="es-ES" dirty="0">
                <a:ea typeface="+mn-lt"/>
                <a:cs typeface="+mn-lt"/>
              </a:rPr>
              <a:t> es el siguiente:</a:t>
            </a:r>
            <a:endParaRPr lang="es-ES" dirty="0"/>
          </a:p>
          <a:p>
            <a:pPr lvl="1">
              <a:buFont typeface="Courier New" panose="020B0604020202020204" pitchFamily="34" charset="0"/>
              <a:buChar char="o"/>
            </a:pPr>
            <a:r>
              <a:rPr lang="es-ES" dirty="0">
                <a:ea typeface="+mn-lt"/>
                <a:cs typeface="+mn-lt"/>
              </a:rPr>
              <a:t>Crear el </a:t>
            </a:r>
            <a:r>
              <a:rPr lang="es-ES" dirty="0" err="1">
                <a:ea typeface="+mn-lt"/>
                <a:cs typeface="+mn-lt"/>
              </a:rPr>
              <a:t>Canvas</a:t>
            </a:r>
            <a:r>
              <a:rPr lang="es-ES" dirty="0">
                <a:ea typeface="+mn-lt"/>
                <a:cs typeface="+mn-lt"/>
              </a:rPr>
              <a:t>: Se define un elemento &lt;</a:t>
            </a:r>
            <a:r>
              <a:rPr lang="es-ES" dirty="0" err="1">
                <a:ea typeface="+mn-lt"/>
                <a:cs typeface="+mn-lt"/>
              </a:rPr>
              <a:t>canvas</a:t>
            </a:r>
            <a:r>
              <a:rPr lang="es-ES" dirty="0">
                <a:ea typeface="+mn-lt"/>
                <a:cs typeface="+mn-lt"/>
              </a:rPr>
              <a:t>&gt; en el HTML.</a:t>
            </a:r>
            <a:endParaRPr lang="es-ES"/>
          </a:p>
          <a:p>
            <a:pPr lvl="1">
              <a:buFont typeface="Courier New" panose="020B0604020202020204" pitchFamily="34" charset="0"/>
              <a:buChar char="o"/>
            </a:pPr>
            <a:r>
              <a:rPr lang="es-ES" dirty="0">
                <a:ea typeface="+mn-lt"/>
                <a:cs typeface="+mn-lt"/>
              </a:rPr>
              <a:t>Cargar la Imagen: Se crea un objeto </a:t>
            </a:r>
            <a:r>
              <a:rPr lang="es-ES" dirty="0" err="1">
                <a:ea typeface="+mn-lt"/>
                <a:cs typeface="+mn-lt"/>
              </a:rPr>
              <a:t>Image</a:t>
            </a:r>
            <a:r>
              <a:rPr lang="es-ES" dirty="0">
                <a:ea typeface="+mn-lt"/>
                <a:cs typeface="+mn-lt"/>
              </a:rPr>
              <a:t> de JavaScript y se carga la imagen que se desea manipular.</a:t>
            </a:r>
            <a:endParaRPr lang="es-ES"/>
          </a:p>
          <a:p>
            <a:pPr lvl="1">
              <a:buFont typeface="Courier New" panose="020B0604020202020204" pitchFamily="34" charset="0"/>
              <a:buChar char="o"/>
            </a:pPr>
            <a:r>
              <a:rPr lang="es-ES" dirty="0">
                <a:ea typeface="+mn-lt"/>
                <a:cs typeface="+mn-lt"/>
              </a:rPr>
              <a:t>Dibujar en el </a:t>
            </a:r>
            <a:r>
              <a:rPr lang="es-ES" dirty="0" err="1">
                <a:ea typeface="+mn-lt"/>
                <a:cs typeface="+mn-lt"/>
              </a:rPr>
              <a:t>Canvas</a:t>
            </a:r>
            <a:r>
              <a:rPr lang="es-ES" dirty="0">
                <a:ea typeface="+mn-lt"/>
                <a:cs typeface="+mn-lt"/>
              </a:rPr>
              <a:t>: Cuando la imagen está completamente cargada (usando el evento </a:t>
            </a:r>
            <a:r>
              <a:rPr lang="es-ES" dirty="0" err="1">
                <a:ea typeface="+mn-lt"/>
                <a:cs typeface="+mn-lt"/>
              </a:rPr>
              <a:t>onload</a:t>
            </a:r>
            <a:r>
              <a:rPr lang="es-ES" dirty="0">
                <a:ea typeface="+mn-lt"/>
                <a:cs typeface="+mn-lt"/>
              </a:rPr>
              <a:t>), se dibuja en el contexto del </a:t>
            </a:r>
            <a:r>
              <a:rPr lang="es-ES" dirty="0" err="1">
                <a:ea typeface="+mn-lt"/>
                <a:cs typeface="+mn-lt"/>
              </a:rPr>
              <a:t>Canvas</a:t>
            </a:r>
            <a:r>
              <a:rPr lang="es-ES" dirty="0">
                <a:ea typeface="+mn-lt"/>
                <a:cs typeface="+mn-lt"/>
              </a:rPr>
              <a:t> con el método </a:t>
            </a:r>
            <a:r>
              <a:rPr lang="es-ES" dirty="0" err="1">
                <a:ea typeface="+mn-lt"/>
                <a:cs typeface="+mn-lt"/>
              </a:rPr>
              <a:t>drawImage</a:t>
            </a:r>
            <a:r>
              <a:rPr lang="es-ES" dirty="0">
                <a:ea typeface="+mn-lt"/>
                <a:cs typeface="+mn-lt"/>
              </a:rPr>
              <a:t>().</a:t>
            </a:r>
            <a:endParaRPr lang="es-ES"/>
          </a:p>
          <a:p>
            <a:pPr lvl="1">
              <a:buFont typeface="Courier New" panose="020B0604020202020204" pitchFamily="34" charset="0"/>
              <a:buChar char="o"/>
            </a:pPr>
            <a:r>
              <a:rPr lang="es-ES" dirty="0">
                <a:ea typeface="+mn-lt"/>
                <a:cs typeface="+mn-lt"/>
              </a:rPr>
              <a:t>Manipular la Imagen: Una vez en el </a:t>
            </a:r>
            <a:r>
              <a:rPr lang="es-ES" dirty="0" err="1">
                <a:ea typeface="+mn-lt"/>
                <a:cs typeface="+mn-lt"/>
              </a:rPr>
              <a:t>Canvas</a:t>
            </a:r>
            <a:r>
              <a:rPr lang="es-ES" dirty="0">
                <a:ea typeface="+mn-lt"/>
                <a:cs typeface="+mn-lt"/>
              </a:rPr>
              <a:t>, se pueden realizar diversas operaciones (redimensionar, recortar, aplicar filtros).</a:t>
            </a:r>
            <a:endParaRPr lang="es-ES"/>
          </a:p>
          <a:p>
            <a:pPr lvl="1">
              <a:buFont typeface="Courier New" panose="020B0604020202020204" pitchFamily="34" charset="0"/>
              <a:buChar char="o"/>
            </a:pPr>
            <a:r>
              <a:rPr lang="es-ES" dirty="0">
                <a:ea typeface="+mn-lt"/>
                <a:cs typeface="+mn-lt"/>
              </a:rPr>
              <a:t>Exportar la Imagen: El método </a:t>
            </a:r>
            <a:r>
              <a:rPr lang="es-ES" dirty="0" err="1">
                <a:ea typeface="+mn-lt"/>
                <a:cs typeface="+mn-lt"/>
              </a:rPr>
              <a:t>toDataURL</a:t>
            </a:r>
            <a:r>
              <a:rPr lang="es-ES" dirty="0">
                <a:ea typeface="+mn-lt"/>
                <a:cs typeface="+mn-lt"/>
              </a:rPr>
              <a:t>() permite exportar el contenido del </a:t>
            </a:r>
            <a:r>
              <a:rPr lang="es-ES" dirty="0" err="1">
                <a:ea typeface="+mn-lt"/>
                <a:cs typeface="+mn-lt"/>
              </a:rPr>
              <a:t>Canvas</a:t>
            </a:r>
            <a:r>
              <a:rPr lang="es-ES" dirty="0">
                <a:ea typeface="+mn-lt"/>
                <a:cs typeface="+mn-lt"/>
              </a:rPr>
              <a:t> como una cadena de datos (URL) en un formato como PNG o JPEG.</a:t>
            </a:r>
            <a:endParaRPr lang="es-ES"/>
          </a:p>
          <a:p>
            <a:endParaRPr lang="es-ES" dirty="0"/>
          </a:p>
        </p:txBody>
      </p:sp>
    </p:spTree>
    <p:extLst>
      <p:ext uri="{BB962C8B-B14F-4D97-AF65-F5344CB8AC3E}">
        <p14:creationId xmlns:p14="http://schemas.microsoft.com/office/powerpoint/2010/main" val="27688901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C62253-EEFE-F6AC-F143-2C62D403DD9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0018B9-67F9-7A4C-D6AD-0F0375196E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4BA1522-4670-EF7B-A9D9-7F2F09A8E998}"/>
              </a:ext>
            </a:extLst>
          </p:cNvPr>
          <p:cNvSpPr>
            <a:spLocks noGrp="1"/>
          </p:cNvSpPr>
          <p:nvPr>
            <p:ph type="title"/>
          </p:nvPr>
        </p:nvSpPr>
        <p:spPr>
          <a:xfrm>
            <a:off x="1587710" y="455362"/>
            <a:ext cx="9486690" cy="1550419"/>
          </a:xfrm>
        </p:spPr>
        <p:txBody>
          <a:bodyPr>
            <a:normAutofit fontScale="90000"/>
          </a:bodyPr>
          <a:lstStyle/>
          <a:p>
            <a:r>
              <a:rPr lang="es-ES" b="0" dirty="0">
                <a:ea typeface="+mj-lt"/>
                <a:cs typeface="+mj-lt"/>
              </a:rPr>
              <a:t>3.2.4.3. Uso de la API de </a:t>
            </a:r>
            <a:r>
              <a:rPr lang="es-ES" b="0" dirty="0" err="1">
                <a:ea typeface="+mj-lt"/>
                <a:cs typeface="+mj-lt"/>
              </a:rPr>
              <a:t>Canvas</a:t>
            </a:r>
            <a:r>
              <a:rPr lang="es-ES" b="0" dirty="0">
                <a:ea typeface="+mj-lt"/>
                <a:cs typeface="+mj-lt"/>
              </a:rPr>
              <a:t> para manipulación de imágenes en el navegador</a:t>
            </a:r>
            <a:endParaRPr lang="es-ES" dirty="0"/>
          </a:p>
        </p:txBody>
      </p:sp>
      <p:sp>
        <p:nvSpPr>
          <p:cNvPr id="10" name="Rectangle 9">
            <a:extLst>
              <a:ext uri="{FF2B5EF4-FFF2-40B4-BE49-F238E27FC236}">
                <a16:creationId xmlns:a16="http://schemas.microsoft.com/office/drawing/2014/main" id="{B741F23E-D405-C7E4-2CB8-62AED520C7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8298D0A-6843-7ADB-EF4F-487234CAD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FE95124-081E-C514-0762-0FADAB30A838}"/>
              </a:ext>
            </a:extLst>
          </p:cNvPr>
          <p:cNvSpPr>
            <a:spLocks noGrp="1"/>
          </p:cNvSpPr>
          <p:nvPr>
            <p:ph idx="1"/>
          </p:nvPr>
        </p:nvSpPr>
        <p:spPr>
          <a:xfrm>
            <a:off x="1587710" y="2160016"/>
            <a:ext cx="9486690" cy="3926152"/>
          </a:xfrm>
        </p:spPr>
        <p:txBody>
          <a:bodyPr vert="horz" lIns="91440" tIns="45720" rIns="91440" bIns="45720" rtlCol="0" anchor="t">
            <a:normAutofit fontScale="55000" lnSpcReduction="20000"/>
          </a:bodyPr>
          <a:lstStyle/>
          <a:p>
            <a:r>
              <a:rPr lang="es-ES" dirty="0">
                <a:ea typeface="+mn-lt"/>
                <a:cs typeface="+mn-lt"/>
              </a:rPr>
              <a:t>Ejemplo: Redimensionar una imagen con </a:t>
            </a:r>
            <a:r>
              <a:rPr lang="es-ES" dirty="0" err="1">
                <a:ea typeface="+mn-lt"/>
                <a:cs typeface="+mn-lt"/>
              </a:rPr>
              <a:t>Canvas</a:t>
            </a:r>
            <a:r>
              <a:rPr lang="es-ES" dirty="0">
                <a:ea typeface="+mn-lt"/>
                <a:cs typeface="+mn-lt"/>
              </a:rPr>
              <a:t>. Este ejemplo muestra cómo cargar una imagen grande y redimensionarla a un tamaño más pequeño y optimizado para la web, todo en el navegador. En este código, la imagen original no se muestra directamente, sino que se carga en un objeto JavaScript </a:t>
            </a:r>
            <a:r>
              <a:rPr lang="es-ES" dirty="0" err="1">
                <a:ea typeface="+mn-lt"/>
                <a:cs typeface="+mn-lt"/>
              </a:rPr>
              <a:t>Image</a:t>
            </a:r>
            <a:r>
              <a:rPr lang="es-ES" dirty="0">
                <a:ea typeface="+mn-lt"/>
                <a:cs typeface="+mn-lt"/>
              </a:rPr>
              <a:t>. Luego, se dibuja en el </a:t>
            </a:r>
            <a:r>
              <a:rPr lang="es-ES" dirty="0" err="1">
                <a:ea typeface="+mn-lt"/>
                <a:cs typeface="+mn-lt"/>
              </a:rPr>
              <a:t>Canvas</a:t>
            </a:r>
            <a:r>
              <a:rPr lang="es-ES" dirty="0">
                <a:ea typeface="+mn-lt"/>
                <a:cs typeface="+mn-lt"/>
              </a:rPr>
              <a:t> con un nuevo tamaño, creando una versión más pequeña y optimizada.</a:t>
            </a:r>
          </a:p>
          <a:p>
            <a:r>
              <a:rPr lang="es-ES" b="1" dirty="0">
                <a:latin typeface="Consolas"/>
                <a:ea typeface="+mn-lt"/>
                <a:cs typeface="+mn-lt"/>
              </a:rPr>
              <a:t>&lt;</a:t>
            </a:r>
            <a:r>
              <a:rPr lang="es-ES" b="1" err="1">
                <a:latin typeface="Consolas"/>
                <a:ea typeface="+mn-lt"/>
                <a:cs typeface="+mn-lt"/>
              </a:rPr>
              <a:t>img</a:t>
            </a:r>
            <a:r>
              <a:rPr lang="es-ES" b="1" dirty="0">
                <a:latin typeface="Consolas"/>
                <a:ea typeface="+mn-lt"/>
                <a:cs typeface="+mn-lt"/>
              </a:rPr>
              <a:t> id="</a:t>
            </a:r>
            <a:r>
              <a:rPr lang="es-ES" b="1" err="1">
                <a:latin typeface="Consolas"/>
                <a:ea typeface="+mn-lt"/>
                <a:cs typeface="+mn-lt"/>
              </a:rPr>
              <a:t>imagenOriginal</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="imagen-grande.jpg" </a:t>
            </a:r>
            <a:r>
              <a:rPr lang="es-ES" b="1" err="1">
                <a:latin typeface="Consolas"/>
                <a:ea typeface="+mn-lt"/>
                <a:cs typeface="+mn-lt"/>
              </a:rPr>
              <a:t>alt</a:t>
            </a:r>
            <a:r>
              <a:rPr lang="es-ES" b="1" dirty="0">
                <a:latin typeface="Consolas"/>
                <a:ea typeface="+mn-lt"/>
                <a:cs typeface="+mn-lt"/>
              </a:rPr>
              <a:t>="Imagen original de alta resolución" </a:t>
            </a:r>
            <a:r>
              <a:rPr lang="es-ES" b="1" err="1">
                <a:latin typeface="Consolas"/>
                <a:ea typeface="+mn-lt"/>
                <a:cs typeface="+mn-lt"/>
              </a:rPr>
              <a:t>style</a:t>
            </a:r>
            <a:r>
              <a:rPr lang="es-ES" b="1" dirty="0">
                <a:latin typeface="Consolas"/>
                <a:ea typeface="+mn-lt"/>
                <a:cs typeface="+mn-lt"/>
              </a:rPr>
              <a:t>="</a:t>
            </a:r>
            <a:r>
              <a:rPr lang="es-ES" b="1" err="1">
                <a:latin typeface="Consolas"/>
                <a:ea typeface="+mn-lt"/>
                <a:cs typeface="+mn-lt"/>
              </a:rPr>
              <a:t>display</a:t>
            </a:r>
            <a:r>
              <a:rPr lang="es-ES" b="1" dirty="0">
                <a:latin typeface="Consolas"/>
                <a:ea typeface="+mn-lt"/>
                <a:cs typeface="+mn-lt"/>
              </a:rPr>
              <a:t>: </a:t>
            </a:r>
            <a:r>
              <a:rPr lang="es-ES" b="1" err="1">
                <a:latin typeface="Consolas"/>
                <a:ea typeface="+mn-lt"/>
                <a:cs typeface="+mn-lt"/>
              </a:rPr>
              <a:t>none</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canvas</a:t>
            </a:r>
            <a:r>
              <a:rPr lang="es-ES" b="1" dirty="0">
                <a:latin typeface="Consolas"/>
                <a:ea typeface="+mn-lt"/>
                <a:cs typeface="+mn-lt"/>
              </a:rPr>
              <a:t> id="</a:t>
            </a:r>
            <a:r>
              <a:rPr lang="es-ES" b="1" err="1">
                <a:latin typeface="Consolas"/>
                <a:ea typeface="+mn-lt"/>
                <a:cs typeface="+mn-lt"/>
              </a:rPr>
              <a:t>canvasRedimensionado</a:t>
            </a:r>
            <a:r>
              <a:rPr lang="es-ES" b="1" dirty="0">
                <a:latin typeface="Consolas"/>
                <a:ea typeface="+mn-lt"/>
                <a:cs typeface="+mn-lt"/>
              </a:rPr>
              <a:t>"&gt;&lt;/</a:t>
            </a:r>
            <a:r>
              <a:rPr lang="es-ES" b="1" err="1">
                <a:latin typeface="Consolas"/>
                <a:ea typeface="+mn-lt"/>
                <a:cs typeface="+mn-lt"/>
              </a:rPr>
              <a:t>canvas</a:t>
            </a:r>
            <a:r>
              <a:rPr lang="es-ES" b="1" dirty="0">
                <a:latin typeface="Consolas"/>
                <a:ea typeface="+mn-lt"/>
                <a:cs typeface="+mn-lt"/>
              </a:rPr>
              <a:t>&gt;</a:t>
            </a:r>
            <a:br>
              <a:rPr lang="es-ES" b="1" dirty="0">
                <a:latin typeface="Consolas"/>
                <a:ea typeface="+mn-lt"/>
                <a:cs typeface="+mn-lt"/>
              </a:rPr>
            </a:b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imagenOriginal</a:t>
            </a:r>
            <a:r>
              <a:rPr lang="es-ES" b="1" dirty="0">
                <a:latin typeface="Consolas"/>
                <a:ea typeface="+mn-lt"/>
                <a:cs typeface="+mn-lt"/>
              </a:rPr>
              <a:t> = </a:t>
            </a:r>
            <a:r>
              <a:rPr lang="es-ES" b="1" err="1">
                <a:latin typeface="Consolas"/>
                <a:ea typeface="+mn-lt"/>
                <a:cs typeface="+mn-lt"/>
              </a:rPr>
              <a:t>document.getElementById</a:t>
            </a:r>
            <a:r>
              <a:rPr lang="es-ES" b="1" dirty="0">
                <a:latin typeface="Consolas"/>
                <a:ea typeface="+mn-lt"/>
                <a:cs typeface="+mn-lt"/>
              </a:rPr>
              <a:t>('</a:t>
            </a:r>
            <a:r>
              <a:rPr lang="es-ES" b="1" err="1">
                <a:latin typeface="Consolas"/>
                <a:ea typeface="+mn-lt"/>
                <a:cs typeface="+mn-lt"/>
              </a:rPr>
              <a:t>imagenOriginal</a:t>
            </a:r>
            <a:r>
              <a:rPr lang="es-ES" b="1" dirty="0">
                <a:latin typeface="Consolas"/>
                <a:ea typeface="+mn-lt"/>
                <a:cs typeface="+mn-lt"/>
              </a:rPr>
              <a:t>');</a:t>
            </a:r>
            <a:br>
              <a:rPr lang="es-ES" b="1" dirty="0">
                <a:latin typeface="Consolas"/>
                <a:ea typeface="+mn-lt"/>
                <a:cs typeface="+mn-lt"/>
              </a:rPr>
            </a:b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canvas</a:t>
            </a:r>
            <a:r>
              <a:rPr lang="es-ES" b="1" dirty="0">
                <a:latin typeface="Consolas"/>
                <a:ea typeface="+mn-lt"/>
                <a:cs typeface="+mn-lt"/>
              </a:rPr>
              <a:t> = </a:t>
            </a:r>
            <a:r>
              <a:rPr lang="es-ES" b="1" err="1">
                <a:latin typeface="Consolas"/>
                <a:ea typeface="+mn-lt"/>
                <a:cs typeface="+mn-lt"/>
              </a:rPr>
              <a:t>document.getElementById</a:t>
            </a:r>
            <a:r>
              <a:rPr lang="es-ES" b="1" dirty="0">
                <a:latin typeface="Consolas"/>
                <a:ea typeface="+mn-lt"/>
                <a:cs typeface="+mn-lt"/>
              </a:rPr>
              <a:t>('</a:t>
            </a:r>
            <a:r>
              <a:rPr lang="es-ES" b="1" err="1">
                <a:latin typeface="Consolas"/>
                <a:ea typeface="+mn-lt"/>
                <a:cs typeface="+mn-lt"/>
              </a:rPr>
              <a:t>canvasRedimensionado</a:t>
            </a:r>
            <a:r>
              <a:rPr lang="es-ES" b="1" dirty="0">
                <a:latin typeface="Consolas"/>
                <a:ea typeface="+mn-lt"/>
                <a:cs typeface="+mn-lt"/>
              </a:rPr>
              <a:t>');</a:t>
            </a:r>
            <a:br>
              <a:rPr lang="es-ES" b="1" dirty="0">
                <a:latin typeface="Consolas"/>
                <a:ea typeface="+mn-lt"/>
                <a:cs typeface="+mn-lt"/>
              </a:rPr>
            </a:b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ctx</a:t>
            </a:r>
            <a:r>
              <a:rPr lang="es-ES" b="1" dirty="0">
                <a:latin typeface="Consolas"/>
                <a:ea typeface="+mn-lt"/>
                <a:cs typeface="+mn-lt"/>
              </a:rPr>
              <a:t> = </a:t>
            </a:r>
            <a:r>
              <a:rPr lang="es-ES" b="1" err="1">
                <a:latin typeface="Consolas"/>
                <a:ea typeface="+mn-lt"/>
                <a:cs typeface="+mn-lt"/>
              </a:rPr>
              <a:t>canvas.getContext</a:t>
            </a:r>
            <a:r>
              <a:rPr lang="es-ES" b="1" dirty="0">
                <a:latin typeface="Consolas"/>
                <a:ea typeface="+mn-lt"/>
                <a:cs typeface="+mn-lt"/>
              </a:rPr>
              <a:t>('2d');</a:t>
            </a:r>
            <a:br>
              <a:rPr lang="es-ES" b="1" dirty="0">
                <a:latin typeface="Consolas"/>
                <a:ea typeface="+mn-lt"/>
                <a:cs typeface="+mn-lt"/>
              </a:rPr>
            </a:br>
            <a:r>
              <a:rPr lang="es-ES" b="1" dirty="0">
                <a:latin typeface="Consolas"/>
                <a:ea typeface="+mn-lt"/>
                <a:cs typeface="+mn-lt"/>
              </a:rPr>
              <a:t>// Definir las nuevas dimensiones</a:t>
            </a:r>
            <a:br>
              <a:rPr lang="es-ES" b="1" dirty="0">
                <a:latin typeface="Consolas"/>
                <a:ea typeface="+mn-lt"/>
                <a:cs typeface="+mn-lt"/>
              </a:rPr>
            </a:b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nuevoAncho</a:t>
            </a:r>
            <a:r>
              <a:rPr lang="es-ES" b="1" dirty="0">
                <a:latin typeface="Consolas"/>
                <a:ea typeface="+mn-lt"/>
                <a:cs typeface="+mn-lt"/>
              </a:rPr>
              <a:t> = 400;</a:t>
            </a:r>
            <a:br>
              <a:rPr lang="es-ES" b="1" dirty="0">
                <a:latin typeface="Consolas"/>
                <a:ea typeface="+mn-lt"/>
                <a:cs typeface="+mn-lt"/>
              </a:rPr>
            </a:br>
            <a:r>
              <a:rPr lang="es-ES" b="1" err="1">
                <a:latin typeface="Consolas"/>
                <a:ea typeface="+mn-lt"/>
                <a:cs typeface="+mn-lt"/>
              </a:rPr>
              <a:t>imagenOriginal.onload</a:t>
            </a:r>
            <a:r>
              <a:rPr lang="es-ES" b="1" dirty="0">
                <a:latin typeface="Consolas"/>
                <a:ea typeface="+mn-lt"/>
                <a:cs typeface="+mn-lt"/>
              </a:rPr>
              <a:t> = </a:t>
            </a:r>
            <a:r>
              <a:rPr lang="es-ES" b="1" err="1">
                <a:latin typeface="Consolas"/>
                <a:ea typeface="+mn-lt"/>
                <a:cs typeface="+mn-lt"/>
              </a:rPr>
              <a:t>function</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 Calcular el nuevo alto para mantener la relación de aspecto</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proporcion</a:t>
            </a:r>
            <a:r>
              <a:rPr lang="es-ES" b="1" dirty="0">
                <a:latin typeface="Consolas"/>
                <a:ea typeface="+mn-lt"/>
                <a:cs typeface="+mn-lt"/>
              </a:rPr>
              <a:t> = </a:t>
            </a:r>
            <a:r>
              <a:rPr lang="es-ES" b="1" err="1">
                <a:latin typeface="Consolas"/>
                <a:ea typeface="+mn-lt"/>
                <a:cs typeface="+mn-lt"/>
              </a:rPr>
              <a:t>imagenOriginal.width</a:t>
            </a:r>
            <a:r>
              <a:rPr lang="es-ES" b="1" dirty="0">
                <a:latin typeface="Consolas"/>
                <a:ea typeface="+mn-lt"/>
                <a:cs typeface="+mn-lt"/>
              </a:rPr>
              <a:t> / </a:t>
            </a:r>
            <a:r>
              <a:rPr lang="es-ES" b="1" err="1">
                <a:latin typeface="Consolas"/>
                <a:ea typeface="+mn-lt"/>
                <a:cs typeface="+mn-lt"/>
              </a:rPr>
              <a:t>imagenOriginal.height</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nuevoAlto</a:t>
            </a:r>
            <a:r>
              <a:rPr lang="es-ES" b="1" dirty="0">
                <a:latin typeface="Consolas"/>
                <a:ea typeface="+mn-lt"/>
                <a:cs typeface="+mn-lt"/>
              </a:rPr>
              <a:t> = </a:t>
            </a:r>
            <a:r>
              <a:rPr lang="es-ES" b="1" err="1">
                <a:latin typeface="Consolas"/>
                <a:ea typeface="+mn-lt"/>
                <a:cs typeface="+mn-lt"/>
              </a:rPr>
              <a:t>nuevoAncho</a:t>
            </a:r>
            <a:r>
              <a:rPr lang="es-ES" b="1" dirty="0">
                <a:latin typeface="Consolas"/>
                <a:ea typeface="+mn-lt"/>
                <a:cs typeface="+mn-lt"/>
              </a:rPr>
              <a:t> / </a:t>
            </a:r>
            <a:r>
              <a:rPr lang="es-ES" b="1" err="1">
                <a:latin typeface="Consolas"/>
                <a:ea typeface="+mn-lt"/>
                <a:cs typeface="+mn-lt"/>
              </a:rPr>
              <a:t>proporcion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 Establecer las dimensiones del </a:t>
            </a:r>
            <a:r>
              <a:rPr lang="es-ES" b="1" err="1">
                <a:latin typeface="Consolas"/>
                <a:ea typeface="+mn-lt"/>
                <a:cs typeface="+mn-lt"/>
              </a:rPr>
              <a:t>canvas</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canvas.width</a:t>
            </a:r>
            <a:r>
              <a:rPr lang="es-ES" b="1" dirty="0">
                <a:latin typeface="Consolas"/>
                <a:ea typeface="+mn-lt"/>
                <a:cs typeface="+mn-lt"/>
              </a:rPr>
              <a:t> = </a:t>
            </a:r>
            <a:r>
              <a:rPr lang="es-ES" b="1" err="1">
                <a:latin typeface="Consolas"/>
                <a:ea typeface="+mn-lt"/>
                <a:cs typeface="+mn-lt"/>
              </a:rPr>
              <a:t>nuevoAncho</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canvas.height</a:t>
            </a:r>
            <a:r>
              <a:rPr lang="es-ES" b="1" dirty="0">
                <a:latin typeface="Consolas"/>
                <a:ea typeface="+mn-lt"/>
                <a:cs typeface="+mn-lt"/>
              </a:rPr>
              <a:t> = </a:t>
            </a:r>
            <a:r>
              <a:rPr lang="es-ES" b="1" err="1">
                <a:latin typeface="Consolas"/>
                <a:ea typeface="+mn-lt"/>
                <a:cs typeface="+mn-lt"/>
              </a:rPr>
              <a:t>nuevoAlto</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 Dibujar la imagen original en el </a:t>
            </a:r>
            <a:r>
              <a:rPr lang="es-ES" b="1" err="1">
                <a:latin typeface="Consolas"/>
                <a:ea typeface="+mn-lt"/>
                <a:cs typeface="+mn-lt"/>
              </a:rPr>
              <a:t>canvas</a:t>
            </a:r>
            <a:r>
              <a:rPr lang="es-ES" b="1" dirty="0">
                <a:latin typeface="Consolas"/>
                <a:ea typeface="+mn-lt"/>
                <a:cs typeface="+mn-lt"/>
              </a:rPr>
              <a:t> con las nuevas dimensiones</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ctx.drawImage</a:t>
            </a:r>
            <a:r>
              <a:rPr lang="es-ES" b="1" dirty="0">
                <a:latin typeface="Consolas"/>
                <a:ea typeface="+mn-lt"/>
                <a:cs typeface="+mn-lt"/>
              </a:rPr>
              <a:t>(</a:t>
            </a:r>
            <a:r>
              <a:rPr lang="es-ES" b="1" err="1">
                <a:latin typeface="Consolas"/>
                <a:ea typeface="+mn-lt"/>
                <a:cs typeface="+mn-lt"/>
              </a:rPr>
              <a:t>imagenOriginal</a:t>
            </a:r>
            <a:r>
              <a:rPr lang="es-ES" b="1" dirty="0">
                <a:latin typeface="Consolas"/>
                <a:ea typeface="+mn-lt"/>
                <a:cs typeface="+mn-lt"/>
              </a:rPr>
              <a:t>, 0, 0, </a:t>
            </a:r>
            <a:r>
              <a:rPr lang="es-ES" b="1" err="1">
                <a:latin typeface="Consolas"/>
                <a:ea typeface="+mn-lt"/>
                <a:cs typeface="+mn-lt"/>
              </a:rPr>
              <a:t>nuevoAncho</a:t>
            </a:r>
            <a:r>
              <a:rPr lang="es-ES" b="1" dirty="0">
                <a:latin typeface="Consolas"/>
                <a:ea typeface="+mn-lt"/>
                <a:cs typeface="+mn-lt"/>
              </a:rPr>
              <a:t>, </a:t>
            </a:r>
            <a:r>
              <a:rPr lang="es-ES" b="1" err="1">
                <a:latin typeface="Consolas"/>
                <a:ea typeface="+mn-lt"/>
                <a:cs typeface="+mn-lt"/>
              </a:rPr>
              <a:t>nuevoAlto</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a:t>
            </a:r>
            <a:endParaRPr lang="es-ES" b="1" dirty="0">
              <a:latin typeface="Consolas"/>
            </a:endParaRPr>
          </a:p>
          <a:p>
            <a:endParaRPr lang="es-ES" dirty="0"/>
          </a:p>
        </p:txBody>
      </p:sp>
    </p:spTree>
    <p:extLst>
      <p:ext uri="{BB962C8B-B14F-4D97-AF65-F5344CB8AC3E}">
        <p14:creationId xmlns:p14="http://schemas.microsoft.com/office/powerpoint/2010/main" val="40061273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020FDE-C27C-1EB5-6357-220657B6D27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596DBE1-44A9-CD2F-F5EE-040935ACC3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77B09A2-8B26-A491-C224-05F0901EE89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3.2.4.4. Librerías de servidor para manipulación de imágenes</a:t>
            </a:r>
            <a:endParaRPr lang="es-ES" dirty="0"/>
          </a:p>
        </p:txBody>
      </p:sp>
      <p:sp>
        <p:nvSpPr>
          <p:cNvPr id="10" name="Rectangle 9">
            <a:extLst>
              <a:ext uri="{FF2B5EF4-FFF2-40B4-BE49-F238E27FC236}">
                <a16:creationId xmlns:a16="http://schemas.microsoft.com/office/drawing/2014/main" id="{35E93DFE-8C46-8AE2-A00F-D53DAED143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395B9E4-D347-FAA3-34A1-EDE11AB298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124DCE7-421A-1943-9D8E-27309C366F65}"/>
              </a:ext>
            </a:extLst>
          </p:cNvPr>
          <p:cNvSpPr>
            <a:spLocks noGrp="1"/>
          </p:cNvSpPr>
          <p:nvPr>
            <p:ph idx="1"/>
          </p:nvPr>
        </p:nvSpPr>
        <p:spPr>
          <a:xfrm>
            <a:off x="1587710" y="2160016"/>
            <a:ext cx="9486690" cy="3926152"/>
          </a:xfrm>
        </p:spPr>
        <p:txBody>
          <a:bodyPr vert="horz" lIns="91440" tIns="45720" rIns="91440" bIns="45720" rtlCol="0" anchor="t">
            <a:normAutofit fontScale="92500"/>
          </a:bodyPr>
          <a:lstStyle/>
          <a:p>
            <a:r>
              <a:rPr lang="es-ES" dirty="0">
                <a:ea typeface="+mn-lt"/>
                <a:cs typeface="+mn-lt"/>
              </a:rPr>
              <a:t>Para la manipulación de imágenes a gran escala, como en una aplicación web con alto volumen de subidas de usuarios, es más eficiente procesar las imágenes en el servidor. Esto libera al cliente de una carga de trabajo intensiva y asegura la consistencia en el procesamiento de todas las imágenes. Se utilizan librerías de servidor para automatizar tareas como:</a:t>
            </a:r>
            <a:endParaRPr lang="es-ES" dirty="0"/>
          </a:p>
          <a:p>
            <a:pPr lvl="1">
              <a:buFont typeface="Courier New" panose="020B0604020202020204" pitchFamily="34" charset="0"/>
              <a:buChar char="o"/>
            </a:pPr>
            <a:r>
              <a:rPr lang="es-ES" dirty="0">
                <a:ea typeface="+mn-lt"/>
                <a:cs typeface="+mn-lt"/>
              </a:rPr>
              <a:t>Creación de miniaturas: Generar versiones más pequeñas para listados o galerías.</a:t>
            </a:r>
            <a:endParaRPr lang="es-ES"/>
          </a:p>
          <a:p>
            <a:pPr lvl="1">
              <a:buFont typeface="Courier New" panose="020B0604020202020204" pitchFamily="34" charset="0"/>
              <a:buChar char="o"/>
            </a:pPr>
            <a:r>
              <a:rPr lang="es-ES" dirty="0">
                <a:ea typeface="+mn-lt"/>
                <a:cs typeface="+mn-lt"/>
              </a:rPr>
              <a:t>Optimización automática: Comprimir imágenes para reducir su peso.</a:t>
            </a:r>
            <a:endParaRPr lang="es-ES" dirty="0"/>
          </a:p>
          <a:p>
            <a:pPr lvl="1">
              <a:buFont typeface="Courier New" panose="020B0604020202020204" pitchFamily="34" charset="0"/>
              <a:buChar char="o"/>
            </a:pPr>
            <a:r>
              <a:rPr lang="es-ES" dirty="0">
                <a:ea typeface="+mn-lt"/>
                <a:cs typeface="+mn-lt"/>
              </a:rPr>
              <a:t>Marcas de agua: Añadir logotipos o texto para proteger los derechos de autor.</a:t>
            </a:r>
            <a:endParaRPr lang="es-ES"/>
          </a:p>
          <a:p>
            <a:pPr lvl="1">
              <a:buFont typeface="Courier New" panose="020B0604020202020204" pitchFamily="34" charset="0"/>
              <a:buChar char="o"/>
            </a:pPr>
            <a:r>
              <a:rPr lang="es-ES" dirty="0">
                <a:ea typeface="+mn-lt"/>
                <a:cs typeface="+mn-lt"/>
              </a:rPr>
              <a:t>Conversión de formato: Transformar imágenes a formatos más modernos como </a:t>
            </a:r>
            <a:r>
              <a:rPr lang="es-ES" dirty="0" err="1">
                <a:ea typeface="+mn-lt"/>
                <a:cs typeface="+mn-lt"/>
              </a:rPr>
              <a:t>WebP</a:t>
            </a:r>
            <a:r>
              <a:rPr lang="es-ES" dirty="0">
                <a:ea typeface="+mn-lt"/>
                <a:cs typeface="+mn-lt"/>
              </a:rPr>
              <a:t>.</a:t>
            </a:r>
            <a:endParaRPr lang="es-ES"/>
          </a:p>
        </p:txBody>
      </p:sp>
    </p:spTree>
    <p:extLst>
      <p:ext uri="{BB962C8B-B14F-4D97-AF65-F5344CB8AC3E}">
        <p14:creationId xmlns:p14="http://schemas.microsoft.com/office/powerpoint/2010/main" val="8881442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138C49-E38B-95C7-469D-C10218D9593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1F87620-F2B7-A974-36D6-C1BB738D5D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D5F6AD9-D4AB-16B2-9C61-B870C050B070}"/>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3.2.4.4. Librerías de servidor para manipulación de imágenes</a:t>
            </a:r>
            <a:endParaRPr lang="es-ES" dirty="0"/>
          </a:p>
        </p:txBody>
      </p:sp>
      <p:sp>
        <p:nvSpPr>
          <p:cNvPr id="10" name="Rectangle 9">
            <a:extLst>
              <a:ext uri="{FF2B5EF4-FFF2-40B4-BE49-F238E27FC236}">
                <a16:creationId xmlns:a16="http://schemas.microsoft.com/office/drawing/2014/main" id="{5327967A-4751-F454-286B-EED28D0DF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C33F035-A2A1-06A1-468D-8A9D28398C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13817B1-9C09-B89A-A35B-9A854256AC98}"/>
              </a:ext>
            </a:extLst>
          </p:cNvPr>
          <p:cNvSpPr>
            <a:spLocks noGrp="1"/>
          </p:cNvSpPr>
          <p:nvPr>
            <p:ph idx="1"/>
          </p:nvPr>
        </p:nvSpPr>
        <p:spPr>
          <a:xfrm>
            <a:off x="1587710" y="2160016"/>
            <a:ext cx="9486690" cy="3926152"/>
          </a:xfrm>
        </p:spPr>
        <p:txBody>
          <a:bodyPr vert="horz" lIns="91440" tIns="45720" rIns="91440" bIns="45720" rtlCol="0" anchor="t">
            <a:normAutofit fontScale="92500"/>
          </a:bodyPr>
          <a:lstStyle/>
          <a:p>
            <a:r>
              <a:rPr lang="es-ES" dirty="0">
                <a:ea typeface="+mn-lt"/>
                <a:cs typeface="+mn-lt"/>
              </a:rPr>
              <a:t>Ejemplo de un flujo de trabajo con JavaScript y PHP. Este ejemplo muestra cómo un usuario sube una imagen (.</a:t>
            </a:r>
            <a:r>
              <a:rPr lang="es-ES" dirty="0" err="1">
                <a:ea typeface="+mn-lt"/>
                <a:cs typeface="+mn-lt"/>
              </a:rPr>
              <a:t>jpg</a:t>
            </a:r>
            <a:r>
              <a:rPr lang="es-ES" dirty="0">
                <a:ea typeface="+mn-lt"/>
                <a:cs typeface="+mn-lt"/>
              </a:rPr>
              <a:t>) desde un formulario en el cliente y el servidor la recibe, la redimensiona a una miniatura y la guarda.</a:t>
            </a:r>
          </a:p>
          <a:p>
            <a:r>
              <a:rPr lang="es-ES" dirty="0">
                <a:ea typeface="+mn-lt"/>
                <a:cs typeface="+mn-lt"/>
              </a:rPr>
              <a:t>Código HTML: El formulario permite al usuario seleccionar una imagen.</a:t>
            </a:r>
          </a:p>
          <a:p>
            <a:pPr marL="0" indent="0">
              <a:buNone/>
            </a:pPr>
            <a:r>
              <a:rPr lang="es-ES" b="1" dirty="0">
                <a:latin typeface="Consolas"/>
                <a:ea typeface="+mn-lt"/>
                <a:cs typeface="+mn-lt"/>
              </a:rPr>
              <a:t>&lt;</a:t>
            </a:r>
            <a:r>
              <a:rPr lang="es-ES" b="1" err="1">
                <a:latin typeface="Consolas"/>
                <a:ea typeface="+mn-lt"/>
                <a:cs typeface="+mn-lt"/>
              </a:rPr>
              <a:t>form</a:t>
            </a:r>
            <a:r>
              <a:rPr lang="es-ES" b="1" dirty="0">
                <a:latin typeface="Consolas"/>
                <a:ea typeface="+mn-lt"/>
                <a:cs typeface="+mn-lt"/>
              </a:rPr>
              <a:t> id="</a:t>
            </a:r>
            <a:r>
              <a:rPr lang="es-ES" b="1" err="1">
                <a:latin typeface="Consolas"/>
                <a:ea typeface="+mn-lt"/>
                <a:cs typeface="+mn-lt"/>
              </a:rPr>
              <a:t>formularioSubida</a:t>
            </a:r>
            <a:r>
              <a:rPr lang="es-ES" b="1" dirty="0">
                <a:latin typeface="Consolas"/>
                <a:ea typeface="+mn-lt"/>
                <a:cs typeface="+mn-lt"/>
              </a:rPr>
              <a:t>" </a:t>
            </a:r>
            <a:r>
              <a:rPr lang="es-ES" b="1" err="1">
                <a:latin typeface="Consolas"/>
                <a:ea typeface="+mn-lt"/>
                <a:cs typeface="+mn-lt"/>
              </a:rPr>
              <a:t>enctype</a:t>
            </a:r>
            <a:r>
              <a:rPr lang="es-ES" b="1" dirty="0">
                <a:latin typeface="Consolas"/>
                <a:ea typeface="+mn-lt"/>
                <a:cs typeface="+mn-lt"/>
              </a:rPr>
              <a:t>="</a:t>
            </a:r>
            <a:r>
              <a:rPr lang="es-ES" b="1" err="1">
                <a:latin typeface="Consolas"/>
                <a:ea typeface="+mn-lt"/>
                <a:cs typeface="+mn-lt"/>
              </a:rPr>
              <a:t>multipart</a:t>
            </a:r>
            <a:r>
              <a:rPr lang="es-ES" b="1" dirty="0">
                <a:latin typeface="Consolas"/>
                <a:ea typeface="+mn-lt"/>
                <a:cs typeface="+mn-lt"/>
              </a:rPr>
              <a:t>/</a:t>
            </a:r>
            <a:r>
              <a:rPr lang="es-ES" b="1" err="1">
                <a:latin typeface="Consolas"/>
                <a:ea typeface="+mn-lt"/>
                <a:cs typeface="+mn-lt"/>
              </a:rPr>
              <a:t>form</a:t>
            </a:r>
            <a:r>
              <a:rPr lang="es-ES" b="1" dirty="0">
                <a:latin typeface="Consolas"/>
                <a:ea typeface="+mn-lt"/>
                <a:cs typeface="+mn-lt"/>
              </a:rPr>
              <a:t>-data"&gt;</a:t>
            </a:r>
            <a:br>
              <a:rPr lang="es-ES" b="1" dirty="0">
                <a:latin typeface="Consolas"/>
                <a:ea typeface="+mn-lt"/>
                <a:cs typeface="+mn-lt"/>
              </a:rPr>
            </a:br>
            <a:r>
              <a:rPr lang="es-ES" b="1" dirty="0">
                <a:latin typeface="Consolas"/>
                <a:ea typeface="+mn-lt"/>
                <a:cs typeface="+mn-lt"/>
              </a:rPr>
              <a:t>  &lt;input </a:t>
            </a:r>
            <a:r>
              <a:rPr lang="es-ES" b="1" err="1">
                <a:latin typeface="Consolas"/>
                <a:ea typeface="+mn-lt"/>
                <a:cs typeface="+mn-lt"/>
              </a:rPr>
              <a:t>type</a:t>
            </a:r>
            <a:r>
              <a:rPr lang="es-ES" b="1" dirty="0">
                <a:latin typeface="Consolas"/>
                <a:ea typeface="+mn-lt"/>
                <a:cs typeface="+mn-lt"/>
              </a:rPr>
              <a:t>="file" </a:t>
            </a:r>
            <a:r>
              <a:rPr lang="es-ES" b="1" err="1">
                <a:latin typeface="Consolas"/>
                <a:ea typeface="+mn-lt"/>
                <a:cs typeface="+mn-lt"/>
              </a:rPr>
              <a:t>name</a:t>
            </a:r>
            <a:r>
              <a:rPr lang="es-ES" b="1" dirty="0">
                <a:latin typeface="Consolas"/>
                <a:ea typeface="+mn-lt"/>
                <a:cs typeface="+mn-lt"/>
              </a:rPr>
              <a:t>="imagen" </a:t>
            </a:r>
            <a:r>
              <a:rPr lang="es-ES" b="1" err="1">
                <a:latin typeface="Consolas"/>
                <a:ea typeface="+mn-lt"/>
                <a:cs typeface="+mn-lt"/>
              </a:rPr>
              <a:t>accept</a:t>
            </a:r>
            <a:r>
              <a:rPr lang="es-ES" b="1" dirty="0">
                <a:latin typeface="Consolas"/>
                <a:ea typeface="+mn-lt"/>
                <a:cs typeface="+mn-lt"/>
              </a:rPr>
              <a:t>="</a:t>
            </a:r>
            <a:r>
              <a:rPr lang="es-ES" b="1" err="1">
                <a:latin typeface="Consolas"/>
                <a:ea typeface="+mn-lt"/>
                <a:cs typeface="+mn-lt"/>
              </a:rPr>
              <a:t>image</a:t>
            </a:r>
            <a:r>
              <a:rPr lang="es-ES" b="1" dirty="0">
                <a:latin typeface="Consolas"/>
                <a:ea typeface="+mn-lt"/>
                <a:cs typeface="+mn-lt"/>
              </a:rPr>
              <a:t>/*" </a:t>
            </a:r>
            <a:r>
              <a:rPr lang="es-ES" b="1" err="1">
                <a:latin typeface="Consolas"/>
                <a:ea typeface="+mn-lt"/>
                <a:cs typeface="+mn-lt"/>
              </a:rPr>
              <a:t>required</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button</a:t>
            </a:r>
            <a:r>
              <a:rPr lang="es-ES" b="1" dirty="0">
                <a:latin typeface="Consolas"/>
                <a:ea typeface="+mn-lt"/>
                <a:cs typeface="+mn-lt"/>
              </a:rPr>
              <a:t> </a:t>
            </a:r>
            <a:r>
              <a:rPr lang="es-ES" b="1" err="1">
                <a:latin typeface="Consolas"/>
                <a:ea typeface="+mn-lt"/>
                <a:cs typeface="+mn-lt"/>
              </a:rPr>
              <a:t>type</a:t>
            </a:r>
            <a:r>
              <a:rPr lang="es-ES" b="1" dirty="0">
                <a:latin typeface="Consolas"/>
                <a:ea typeface="+mn-lt"/>
                <a:cs typeface="+mn-lt"/>
              </a:rPr>
              <a:t>="</a:t>
            </a:r>
            <a:r>
              <a:rPr lang="es-ES" b="1" err="1">
                <a:latin typeface="Consolas"/>
                <a:ea typeface="+mn-lt"/>
                <a:cs typeface="+mn-lt"/>
              </a:rPr>
              <a:t>submit</a:t>
            </a:r>
            <a:r>
              <a:rPr lang="es-ES" b="1" dirty="0">
                <a:latin typeface="Consolas"/>
                <a:ea typeface="+mn-lt"/>
                <a:cs typeface="+mn-lt"/>
              </a:rPr>
              <a:t>"&gt;Subir Imagen&lt;/</a:t>
            </a:r>
            <a:r>
              <a:rPr lang="es-ES" b="1" err="1">
                <a:latin typeface="Consolas"/>
                <a:ea typeface="+mn-lt"/>
                <a:cs typeface="+mn-lt"/>
              </a:rPr>
              <a:t>button</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form</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div</a:t>
            </a:r>
            <a:r>
              <a:rPr lang="es-ES" b="1" dirty="0">
                <a:latin typeface="Consolas"/>
                <a:ea typeface="+mn-lt"/>
                <a:cs typeface="+mn-lt"/>
              </a:rPr>
              <a:t> id="mensaje"&gt;&lt;/</a:t>
            </a:r>
            <a:r>
              <a:rPr lang="es-ES" b="1" err="1">
                <a:latin typeface="Consolas"/>
                <a:ea typeface="+mn-lt"/>
                <a:cs typeface="+mn-lt"/>
              </a:rPr>
              <a:t>div</a:t>
            </a:r>
            <a:r>
              <a:rPr lang="es-ES" b="1" dirty="0">
                <a:latin typeface="Consolas"/>
                <a:ea typeface="+mn-lt"/>
                <a:cs typeface="+mn-lt"/>
              </a:rPr>
              <a:t>&gt;</a:t>
            </a:r>
            <a:endParaRPr lang="es-ES" b="1" dirty="0">
              <a:latin typeface="Consolas"/>
            </a:endParaRPr>
          </a:p>
        </p:txBody>
      </p:sp>
    </p:spTree>
    <p:extLst>
      <p:ext uri="{BB962C8B-B14F-4D97-AF65-F5344CB8AC3E}">
        <p14:creationId xmlns:p14="http://schemas.microsoft.com/office/powerpoint/2010/main" val="4174884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E49EEE-CF8A-9812-1844-99ABD723B1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97EC9E0-582E-0DD9-8086-3DD1B75A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AA92B62-45A5-745A-B202-A9D250E918BE}"/>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3.2.4.4. Librerías de servidor para manipulación de imágenes</a:t>
            </a:r>
            <a:endParaRPr lang="es-ES" dirty="0"/>
          </a:p>
        </p:txBody>
      </p:sp>
      <p:sp>
        <p:nvSpPr>
          <p:cNvPr id="10" name="Rectangle 9">
            <a:extLst>
              <a:ext uri="{FF2B5EF4-FFF2-40B4-BE49-F238E27FC236}">
                <a16:creationId xmlns:a16="http://schemas.microsoft.com/office/drawing/2014/main" id="{93B8B2AE-4126-FB73-748A-D01206F2F4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3BABF99-A00F-B870-7D7A-91F24512B9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315073A-5EEB-FECF-5F5F-7FC0F5D5D43F}"/>
              </a:ext>
            </a:extLst>
          </p:cNvPr>
          <p:cNvSpPr>
            <a:spLocks noGrp="1"/>
          </p:cNvSpPr>
          <p:nvPr>
            <p:ph idx="1"/>
          </p:nvPr>
        </p:nvSpPr>
        <p:spPr>
          <a:xfrm>
            <a:off x="1587710" y="2160016"/>
            <a:ext cx="9486690" cy="3926152"/>
          </a:xfrm>
        </p:spPr>
        <p:txBody>
          <a:bodyPr vert="horz" lIns="91440" tIns="45720" rIns="91440" bIns="45720" rtlCol="0" anchor="t">
            <a:normAutofit fontScale="62500" lnSpcReduction="20000"/>
          </a:bodyPr>
          <a:lstStyle/>
          <a:p>
            <a:r>
              <a:rPr lang="es-ES" dirty="0">
                <a:ea typeface="+mn-lt"/>
                <a:cs typeface="+mn-lt"/>
              </a:rPr>
              <a:t>Código JavaScript: Este script gestiona el evento de subida, envía el archivo al servidor mediante </a:t>
            </a:r>
            <a:r>
              <a:rPr lang="es-ES" dirty="0" err="1">
                <a:ea typeface="+mn-lt"/>
                <a:cs typeface="+mn-lt"/>
              </a:rPr>
              <a:t>FormData</a:t>
            </a:r>
            <a:r>
              <a:rPr lang="es-ES" dirty="0">
                <a:ea typeface="+mn-lt"/>
                <a:cs typeface="+mn-lt"/>
              </a:rPr>
              <a:t> y muestra el resultado.</a:t>
            </a:r>
          </a:p>
          <a:p>
            <a:pPr marL="0" indent="0">
              <a:buNone/>
            </a:pPr>
            <a:r>
              <a:rPr lang="es-ES" b="1" err="1">
                <a:latin typeface="Consolas"/>
                <a:ea typeface="+mn-lt"/>
                <a:cs typeface="+mn-lt"/>
              </a:rPr>
              <a:t>document.getElementById</a:t>
            </a:r>
            <a:r>
              <a:rPr lang="es-ES" b="1" dirty="0">
                <a:latin typeface="Consolas"/>
                <a:ea typeface="+mn-lt"/>
                <a:cs typeface="+mn-lt"/>
              </a:rPr>
              <a:t>('</a:t>
            </a:r>
            <a:r>
              <a:rPr lang="es-ES" b="1" err="1">
                <a:latin typeface="Consolas"/>
                <a:ea typeface="+mn-lt"/>
                <a:cs typeface="+mn-lt"/>
              </a:rPr>
              <a:t>formularioSubida</a:t>
            </a:r>
            <a:r>
              <a:rPr lang="es-ES" b="1" dirty="0">
                <a:latin typeface="Consolas"/>
                <a:ea typeface="+mn-lt"/>
                <a:cs typeface="+mn-lt"/>
              </a:rPr>
              <a:t>').</a:t>
            </a:r>
            <a:r>
              <a:rPr lang="es-ES" b="1" err="1">
                <a:latin typeface="Consolas"/>
                <a:ea typeface="+mn-lt"/>
                <a:cs typeface="+mn-lt"/>
              </a:rPr>
              <a:t>addEventListener</a:t>
            </a:r>
            <a:r>
              <a:rPr lang="es-ES" b="1" dirty="0">
                <a:latin typeface="Consolas"/>
                <a:ea typeface="+mn-lt"/>
                <a:cs typeface="+mn-lt"/>
              </a:rPr>
              <a:t>('</a:t>
            </a:r>
            <a:r>
              <a:rPr lang="es-ES" b="1" err="1">
                <a:latin typeface="Consolas"/>
                <a:ea typeface="+mn-lt"/>
                <a:cs typeface="+mn-lt"/>
              </a:rPr>
              <a:t>submit</a:t>
            </a:r>
            <a:r>
              <a:rPr lang="es-ES" b="1" dirty="0">
                <a:latin typeface="Consolas"/>
                <a:ea typeface="+mn-lt"/>
                <a:cs typeface="+mn-lt"/>
              </a:rPr>
              <a:t>', </a:t>
            </a:r>
            <a:r>
              <a:rPr lang="es-ES" b="1" err="1">
                <a:latin typeface="Consolas"/>
                <a:ea typeface="+mn-lt"/>
                <a:cs typeface="+mn-lt"/>
              </a:rPr>
              <a:t>function</a:t>
            </a:r>
            <a:r>
              <a:rPr lang="es-ES" b="1" dirty="0">
                <a:latin typeface="Consolas"/>
                <a:ea typeface="+mn-lt"/>
                <a:cs typeface="+mn-lt"/>
              </a:rPr>
              <a:t>(e)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e.preventDefault</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form</a:t>
            </a:r>
            <a:r>
              <a:rPr lang="es-ES" b="1" dirty="0">
                <a:latin typeface="Consolas"/>
                <a:ea typeface="+mn-lt"/>
                <a:cs typeface="+mn-lt"/>
              </a:rPr>
              <a:t> = </a:t>
            </a:r>
            <a:r>
              <a:rPr lang="es-ES" b="1" err="1">
                <a:latin typeface="Consolas"/>
                <a:ea typeface="+mn-lt"/>
                <a:cs typeface="+mn-lt"/>
              </a:rPr>
              <a:t>e.target</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formData</a:t>
            </a:r>
            <a:r>
              <a:rPr lang="es-ES" b="1" dirty="0">
                <a:latin typeface="Consolas"/>
                <a:ea typeface="+mn-lt"/>
                <a:cs typeface="+mn-lt"/>
              </a:rPr>
              <a:t> = new </a:t>
            </a:r>
            <a:r>
              <a:rPr lang="es-ES" b="1" err="1">
                <a:latin typeface="Consolas"/>
                <a:ea typeface="+mn-lt"/>
                <a:cs typeface="+mn-lt"/>
              </a:rPr>
              <a:t>FormData</a:t>
            </a:r>
            <a:r>
              <a:rPr lang="es-ES" b="1" dirty="0">
                <a:latin typeface="Consolas"/>
                <a:ea typeface="+mn-lt"/>
                <a:cs typeface="+mn-lt"/>
              </a:rPr>
              <a:t>(</a:t>
            </a:r>
            <a:r>
              <a:rPr lang="es-ES" b="1" err="1">
                <a:latin typeface="Consolas"/>
                <a:ea typeface="+mn-lt"/>
                <a:cs typeface="+mn-lt"/>
              </a:rPr>
              <a:t>form</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fetch</a:t>
            </a:r>
            <a:r>
              <a:rPr lang="es-ES" b="1" dirty="0">
                <a:latin typeface="Consolas"/>
                <a:ea typeface="+mn-lt"/>
                <a:cs typeface="+mn-lt"/>
              </a:rPr>
              <a:t>('</a:t>
            </a:r>
            <a:r>
              <a:rPr lang="es-ES" b="1" err="1">
                <a:latin typeface="Consolas"/>
                <a:ea typeface="+mn-lt"/>
                <a:cs typeface="+mn-lt"/>
              </a:rPr>
              <a:t>procesar_imagen.php</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method</a:t>
            </a:r>
            <a:r>
              <a:rPr lang="es-ES" b="1" dirty="0">
                <a:latin typeface="Consolas"/>
                <a:ea typeface="+mn-lt"/>
                <a:cs typeface="+mn-lt"/>
              </a:rPr>
              <a:t>: 'POST',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body</a:t>
            </a:r>
            <a:r>
              <a:rPr lang="es-ES" b="1" dirty="0">
                <a:latin typeface="Consolas"/>
                <a:ea typeface="+mn-lt"/>
                <a:cs typeface="+mn-lt"/>
              </a:rPr>
              <a:t>: </a:t>
            </a:r>
            <a:r>
              <a:rPr lang="es-ES" b="1" err="1">
                <a:latin typeface="Consolas"/>
                <a:ea typeface="+mn-lt"/>
                <a:cs typeface="+mn-lt"/>
              </a:rPr>
              <a:t>formData</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then</a:t>
            </a:r>
            <a:r>
              <a:rPr lang="es-ES" b="1" dirty="0">
                <a:latin typeface="Consolas"/>
                <a:ea typeface="+mn-lt"/>
                <a:cs typeface="+mn-lt"/>
              </a:rPr>
              <a:t>(response =&gt; </a:t>
            </a:r>
            <a:r>
              <a:rPr lang="es-ES" b="1" err="1">
                <a:latin typeface="Consolas"/>
                <a:ea typeface="+mn-lt"/>
                <a:cs typeface="+mn-lt"/>
              </a:rPr>
              <a:t>response.text</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then</a:t>
            </a:r>
            <a:r>
              <a:rPr lang="es-ES" b="1" dirty="0">
                <a:latin typeface="Consolas"/>
                <a:ea typeface="+mn-lt"/>
                <a:cs typeface="+mn-lt"/>
              </a:rPr>
              <a:t>(</a:t>
            </a:r>
            <a:r>
              <a:rPr lang="es-ES" b="1" err="1">
                <a:latin typeface="Consolas"/>
                <a:ea typeface="+mn-lt"/>
                <a:cs typeface="+mn-lt"/>
              </a:rPr>
              <a:t>result</a:t>
            </a:r>
            <a:r>
              <a:rPr lang="es-ES" b="1" dirty="0">
                <a:latin typeface="Consolas"/>
                <a:ea typeface="+mn-lt"/>
                <a:cs typeface="+mn-lt"/>
              </a:rPr>
              <a:t> =&gt;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document.getElementById</a:t>
            </a:r>
            <a:r>
              <a:rPr lang="es-ES" b="1" dirty="0">
                <a:latin typeface="Consolas"/>
                <a:ea typeface="+mn-lt"/>
                <a:cs typeface="+mn-lt"/>
              </a:rPr>
              <a:t>('mensaje').</a:t>
            </a:r>
            <a:r>
              <a:rPr lang="es-ES" b="1" err="1">
                <a:latin typeface="Consolas"/>
                <a:ea typeface="+mn-lt"/>
                <a:cs typeface="+mn-lt"/>
              </a:rPr>
              <a:t>innerText</a:t>
            </a:r>
            <a:r>
              <a:rPr lang="es-ES" b="1" dirty="0">
                <a:latin typeface="Consolas"/>
                <a:ea typeface="+mn-lt"/>
                <a:cs typeface="+mn-lt"/>
              </a:rPr>
              <a:t> = </a:t>
            </a:r>
            <a:r>
              <a:rPr lang="es-ES" b="1" err="1">
                <a:latin typeface="Consolas"/>
                <a:ea typeface="+mn-lt"/>
                <a:cs typeface="+mn-lt"/>
              </a:rPr>
              <a:t>result</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.catch(error =&gt;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console.error</a:t>
            </a:r>
            <a:r>
              <a:rPr lang="es-ES" b="1" dirty="0">
                <a:latin typeface="Consolas"/>
                <a:ea typeface="+mn-lt"/>
                <a:cs typeface="+mn-lt"/>
              </a:rPr>
              <a:t>('Error:', error);</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document.getElementById</a:t>
            </a:r>
            <a:r>
              <a:rPr lang="es-ES" b="1" dirty="0">
                <a:latin typeface="Consolas"/>
                <a:ea typeface="+mn-lt"/>
                <a:cs typeface="+mn-lt"/>
              </a:rPr>
              <a:t>('mensaje').</a:t>
            </a:r>
            <a:r>
              <a:rPr lang="es-ES" b="1" err="1">
                <a:latin typeface="Consolas"/>
                <a:ea typeface="+mn-lt"/>
                <a:cs typeface="+mn-lt"/>
              </a:rPr>
              <a:t>innerText</a:t>
            </a:r>
            <a:r>
              <a:rPr lang="es-ES" b="1" dirty="0">
                <a:latin typeface="Consolas"/>
                <a:ea typeface="+mn-lt"/>
                <a:cs typeface="+mn-lt"/>
              </a:rPr>
              <a:t> = 'Hubo un error al subir la imagen.';</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a:t>
            </a:r>
            <a:endParaRPr lang="es-ES" b="1" dirty="0">
              <a:latin typeface="Consolas"/>
            </a:endParaRPr>
          </a:p>
        </p:txBody>
      </p:sp>
    </p:spTree>
    <p:extLst>
      <p:ext uri="{BB962C8B-B14F-4D97-AF65-F5344CB8AC3E}">
        <p14:creationId xmlns:p14="http://schemas.microsoft.com/office/powerpoint/2010/main" val="25530873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F49669-D774-079F-AA70-75ADF0D6219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F47A6D2-7E54-2AA4-56B7-7C0FC407E3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469C288-7160-1038-E6A1-8B2B449DEB0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3.2.4.4. Librerías de servidor para manipulación de imágenes</a:t>
            </a:r>
            <a:endParaRPr lang="es-ES" dirty="0"/>
          </a:p>
        </p:txBody>
      </p:sp>
      <p:sp>
        <p:nvSpPr>
          <p:cNvPr id="10" name="Rectangle 9">
            <a:extLst>
              <a:ext uri="{FF2B5EF4-FFF2-40B4-BE49-F238E27FC236}">
                <a16:creationId xmlns:a16="http://schemas.microsoft.com/office/drawing/2014/main" id="{E3465375-4F72-369E-F26A-FD13A87DEB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C5828B6-25E7-1ACC-82BD-941DE0343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EB94969-4C68-E000-B459-5C1849BA8502}"/>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Código PHP: En el servidor, se utiliza la librería integrada GD Library de PHP para manipular la imagen. Este script recibe la imagen, crea una miniatura y la guarda.</a:t>
            </a:r>
          </a:p>
          <a:p>
            <a:pPr marL="0" indent="0">
              <a:buNone/>
            </a:pPr>
            <a:r>
              <a:rPr lang="es-ES" b="1" dirty="0">
                <a:latin typeface="Consolas"/>
                <a:ea typeface="+mn-lt"/>
                <a:cs typeface="+mn-lt"/>
              </a:rPr>
              <a:t>&lt;?</a:t>
            </a:r>
            <a:r>
              <a:rPr lang="es-ES" b="1" err="1">
                <a:latin typeface="Consolas"/>
                <a:ea typeface="+mn-lt"/>
                <a:cs typeface="+mn-lt"/>
              </a:rPr>
              <a:t>php</a:t>
            </a:r>
            <a:br>
              <a:rPr lang="es-ES" b="1" dirty="0">
                <a:latin typeface="Consolas"/>
                <a:ea typeface="+mn-lt"/>
                <a:cs typeface="+mn-lt"/>
              </a:rPr>
            </a:br>
            <a:r>
              <a:rPr lang="es-ES" b="1" err="1">
                <a:latin typeface="Consolas"/>
                <a:ea typeface="+mn-lt"/>
                <a:cs typeface="+mn-lt"/>
              </a:rPr>
              <a:t>header</a:t>
            </a:r>
            <a:r>
              <a:rPr lang="es-ES" b="1" dirty="0">
                <a:latin typeface="Consolas"/>
                <a:ea typeface="+mn-lt"/>
                <a:cs typeface="+mn-lt"/>
              </a:rPr>
              <a:t>('Content-</a:t>
            </a:r>
            <a:r>
              <a:rPr lang="es-ES" b="1" err="1">
                <a:latin typeface="Consolas"/>
                <a:ea typeface="+mn-lt"/>
                <a:cs typeface="+mn-lt"/>
              </a:rPr>
              <a:t>Type</a:t>
            </a:r>
            <a:r>
              <a:rPr lang="es-ES" b="1" dirty="0">
                <a:latin typeface="Consolas"/>
                <a:ea typeface="+mn-lt"/>
                <a:cs typeface="+mn-lt"/>
              </a:rPr>
              <a:t>: </a:t>
            </a:r>
            <a:r>
              <a:rPr lang="es-ES" b="1" err="1">
                <a:latin typeface="Consolas"/>
                <a:ea typeface="+mn-lt"/>
                <a:cs typeface="+mn-lt"/>
              </a:rPr>
              <a:t>text</a:t>
            </a:r>
            <a:r>
              <a:rPr lang="es-ES" b="1" dirty="0">
                <a:latin typeface="Consolas"/>
                <a:ea typeface="+mn-lt"/>
                <a:cs typeface="+mn-lt"/>
              </a:rPr>
              <a:t>/</a:t>
            </a:r>
            <a:r>
              <a:rPr lang="es-ES" b="1" err="1">
                <a:latin typeface="Consolas"/>
                <a:ea typeface="+mn-lt"/>
                <a:cs typeface="+mn-lt"/>
              </a:rPr>
              <a:t>plain</a:t>
            </a:r>
            <a:r>
              <a:rPr lang="es-ES" b="1" dirty="0">
                <a:latin typeface="Consolas"/>
                <a:ea typeface="+mn-lt"/>
                <a:cs typeface="+mn-lt"/>
              </a:rPr>
              <a:t>');</a:t>
            </a:r>
            <a:br>
              <a:rPr lang="es-ES" b="1" dirty="0">
                <a:latin typeface="Consolas"/>
                <a:ea typeface="+mn-lt"/>
                <a:cs typeface="+mn-lt"/>
              </a:rPr>
            </a:br>
            <a:r>
              <a:rPr lang="es-ES" b="1" err="1">
                <a:latin typeface="Consolas"/>
                <a:ea typeface="+mn-lt"/>
                <a:cs typeface="+mn-lt"/>
              </a:rPr>
              <a:t>if</a:t>
            </a:r>
            <a:r>
              <a:rPr lang="es-ES" b="1" dirty="0">
                <a:latin typeface="Consolas"/>
                <a:ea typeface="+mn-lt"/>
                <a:cs typeface="+mn-lt"/>
              </a:rPr>
              <a:t> (</a:t>
            </a:r>
            <a:r>
              <a:rPr lang="es-ES" b="1" err="1">
                <a:latin typeface="Consolas"/>
                <a:ea typeface="+mn-lt"/>
                <a:cs typeface="+mn-lt"/>
              </a:rPr>
              <a:t>isset</a:t>
            </a:r>
            <a:r>
              <a:rPr lang="es-ES" b="1" dirty="0">
                <a:latin typeface="Consolas"/>
                <a:ea typeface="+mn-lt"/>
                <a:cs typeface="+mn-lt"/>
              </a:rPr>
              <a:t>($_FILES['imagen']) &amp;&amp; $_FILES['imagen']['error'] === UPLOAD_ERR_OK)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archivo_temporal</a:t>
            </a:r>
            <a:r>
              <a:rPr lang="es-ES" b="1" dirty="0">
                <a:latin typeface="Consolas"/>
                <a:ea typeface="+mn-lt"/>
                <a:cs typeface="+mn-lt"/>
              </a:rPr>
              <a:t> = $_FILES['imagen']['</a:t>
            </a:r>
            <a:r>
              <a:rPr lang="es-ES" b="1" err="1">
                <a:latin typeface="Consolas"/>
                <a:ea typeface="+mn-lt"/>
                <a:cs typeface="+mn-lt"/>
              </a:rPr>
              <a:t>tmp_name</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nombre_archivo</a:t>
            </a:r>
            <a:r>
              <a:rPr lang="es-ES" b="1" dirty="0">
                <a:latin typeface="Consolas"/>
                <a:ea typeface="+mn-lt"/>
                <a:cs typeface="+mn-lt"/>
              </a:rPr>
              <a:t> = </a:t>
            </a:r>
            <a:r>
              <a:rPr lang="es-ES" b="1" err="1">
                <a:latin typeface="Consolas"/>
                <a:ea typeface="+mn-lt"/>
                <a:cs typeface="+mn-lt"/>
              </a:rPr>
              <a:t>basename</a:t>
            </a:r>
            <a:r>
              <a:rPr lang="es-ES" b="1" dirty="0">
                <a:latin typeface="Consolas"/>
                <a:ea typeface="+mn-lt"/>
                <a:cs typeface="+mn-lt"/>
              </a:rPr>
              <a:t>($_FILES['imagen']['</a:t>
            </a:r>
            <a:r>
              <a:rPr lang="es-ES" b="1" err="1">
                <a:latin typeface="Consolas"/>
                <a:ea typeface="+mn-lt"/>
                <a:cs typeface="+mn-lt"/>
              </a:rPr>
              <a:t>name</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ruta_destino</a:t>
            </a:r>
            <a:r>
              <a:rPr lang="es-ES" b="1" dirty="0">
                <a:latin typeface="Consolas"/>
                <a:ea typeface="+mn-lt"/>
                <a:cs typeface="+mn-lt"/>
              </a:rPr>
              <a:t> = '</a:t>
            </a:r>
            <a:r>
              <a:rPr lang="es-ES" b="1" err="1">
                <a:latin typeface="Consolas"/>
                <a:ea typeface="+mn-lt"/>
                <a:cs typeface="+mn-lt"/>
              </a:rPr>
              <a:t>uploads</a:t>
            </a:r>
            <a:r>
              <a:rPr lang="es-ES" b="1" dirty="0">
                <a:latin typeface="Consolas"/>
                <a:ea typeface="+mn-lt"/>
                <a:cs typeface="+mn-lt"/>
              </a:rPr>
              <a:t>/' . $</a:t>
            </a:r>
            <a:r>
              <a:rPr lang="es-ES" b="1" err="1">
                <a:latin typeface="Consolas"/>
                <a:ea typeface="+mn-lt"/>
                <a:cs typeface="+mn-lt"/>
              </a:rPr>
              <a:t>nombre_archivo</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 Mover el archivo subido a una carpeta temporal</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if</a:t>
            </a:r>
            <a:r>
              <a:rPr lang="es-ES" b="1" dirty="0">
                <a:latin typeface="Consolas"/>
                <a:ea typeface="+mn-lt"/>
                <a:cs typeface="+mn-lt"/>
              </a:rPr>
              <a:t> (</a:t>
            </a:r>
            <a:r>
              <a:rPr lang="es-ES" b="1" err="1">
                <a:latin typeface="Consolas"/>
                <a:ea typeface="+mn-lt"/>
                <a:cs typeface="+mn-lt"/>
              </a:rPr>
              <a:t>move_uploaded_file</a:t>
            </a:r>
            <a:r>
              <a:rPr lang="es-ES" b="1" dirty="0">
                <a:latin typeface="Consolas"/>
                <a:ea typeface="+mn-lt"/>
                <a:cs typeface="+mn-lt"/>
              </a:rPr>
              <a:t>($</a:t>
            </a:r>
            <a:r>
              <a:rPr lang="es-ES" b="1" err="1">
                <a:latin typeface="Consolas"/>
                <a:ea typeface="+mn-lt"/>
                <a:cs typeface="+mn-lt"/>
              </a:rPr>
              <a:t>archivo_temporal</a:t>
            </a:r>
            <a:r>
              <a:rPr lang="es-ES" b="1" dirty="0">
                <a:latin typeface="Consolas"/>
                <a:ea typeface="+mn-lt"/>
                <a:cs typeface="+mn-lt"/>
              </a:rPr>
              <a:t>, $</a:t>
            </a:r>
            <a:r>
              <a:rPr lang="es-ES" b="1" err="1">
                <a:latin typeface="Consolas"/>
                <a:ea typeface="+mn-lt"/>
                <a:cs typeface="+mn-lt"/>
              </a:rPr>
              <a:t>ruta_destino</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 --- Manipulación de la imagen con GD Library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list</a:t>
            </a:r>
            <a:r>
              <a:rPr lang="es-ES" b="1" dirty="0">
                <a:latin typeface="Consolas"/>
                <a:ea typeface="+mn-lt"/>
                <a:cs typeface="+mn-lt"/>
              </a:rPr>
              <a:t>($</a:t>
            </a:r>
            <a:r>
              <a:rPr lang="es-ES" b="1" err="1">
                <a:latin typeface="Consolas"/>
                <a:ea typeface="+mn-lt"/>
                <a:cs typeface="+mn-lt"/>
              </a:rPr>
              <a:t>ancho_orig</a:t>
            </a:r>
            <a:r>
              <a:rPr lang="es-ES" b="1" dirty="0">
                <a:latin typeface="Consolas"/>
                <a:ea typeface="+mn-lt"/>
                <a:cs typeface="+mn-lt"/>
              </a:rPr>
              <a:t>, $</a:t>
            </a:r>
            <a:r>
              <a:rPr lang="es-ES" b="1" err="1">
                <a:latin typeface="Consolas"/>
                <a:ea typeface="+mn-lt"/>
                <a:cs typeface="+mn-lt"/>
              </a:rPr>
              <a:t>alto_orig</a:t>
            </a:r>
            <a:r>
              <a:rPr lang="es-ES" b="1" dirty="0">
                <a:latin typeface="Consolas"/>
                <a:ea typeface="+mn-lt"/>
                <a:cs typeface="+mn-lt"/>
              </a:rPr>
              <a:t>) = </a:t>
            </a:r>
            <a:r>
              <a:rPr lang="es-ES" b="1" err="1">
                <a:latin typeface="Consolas"/>
                <a:ea typeface="+mn-lt"/>
                <a:cs typeface="+mn-lt"/>
              </a:rPr>
              <a:t>getimagesize</a:t>
            </a:r>
            <a:r>
              <a:rPr lang="es-ES" b="1" dirty="0">
                <a:latin typeface="Consolas"/>
                <a:ea typeface="+mn-lt"/>
                <a:cs typeface="+mn-lt"/>
              </a:rPr>
              <a:t>($</a:t>
            </a:r>
            <a:r>
              <a:rPr lang="es-ES" b="1" err="1">
                <a:latin typeface="Consolas"/>
                <a:ea typeface="+mn-lt"/>
                <a:cs typeface="+mn-lt"/>
              </a:rPr>
              <a:t>ruta_destino</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ancho_min</a:t>
            </a:r>
            <a:r>
              <a:rPr lang="es-ES" b="1" dirty="0">
                <a:latin typeface="Consolas"/>
                <a:ea typeface="+mn-lt"/>
                <a:cs typeface="+mn-lt"/>
              </a:rPr>
              <a:t> = 200;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alto_min</a:t>
            </a:r>
            <a:r>
              <a:rPr lang="es-ES" b="1" dirty="0">
                <a:latin typeface="Consolas"/>
                <a:ea typeface="+mn-lt"/>
                <a:cs typeface="+mn-lt"/>
              </a:rPr>
              <a:t> = ($</a:t>
            </a:r>
            <a:r>
              <a:rPr lang="es-ES" b="1" err="1">
                <a:latin typeface="Consolas"/>
                <a:ea typeface="+mn-lt"/>
                <a:cs typeface="+mn-lt"/>
              </a:rPr>
              <a:t>alto_orig</a:t>
            </a:r>
            <a:r>
              <a:rPr lang="es-ES" b="1" dirty="0">
                <a:latin typeface="Consolas"/>
                <a:ea typeface="+mn-lt"/>
                <a:cs typeface="+mn-lt"/>
              </a:rPr>
              <a:t> / $</a:t>
            </a:r>
            <a:r>
              <a:rPr lang="es-ES" b="1" err="1">
                <a:latin typeface="Consolas"/>
                <a:ea typeface="+mn-lt"/>
                <a:cs typeface="+mn-lt"/>
              </a:rPr>
              <a:t>ancho_orig</a:t>
            </a:r>
            <a:r>
              <a:rPr lang="es-ES" b="1" dirty="0">
                <a:latin typeface="Consolas"/>
                <a:ea typeface="+mn-lt"/>
                <a:cs typeface="+mn-lt"/>
              </a:rPr>
              <a:t>) * $</a:t>
            </a:r>
            <a:r>
              <a:rPr lang="es-ES" b="1" err="1">
                <a:latin typeface="Consolas"/>
                <a:ea typeface="+mn-lt"/>
                <a:cs typeface="+mn-lt"/>
              </a:rPr>
              <a:t>ancho_min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imagen_orig</a:t>
            </a:r>
            <a:r>
              <a:rPr lang="es-ES" b="1" dirty="0">
                <a:latin typeface="Consolas"/>
                <a:ea typeface="+mn-lt"/>
                <a:cs typeface="+mn-lt"/>
              </a:rPr>
              <a:t> = </a:t>
            </a:r>
            <a:r>
              <a:rPr lang="es-ES" b="1" err="1">
                <a:latin typeface="Consolas"/>
                <a:ea typeface="+mn-lt"/>
                <a:cs typeface="+mn-lt"/>
              </a:rPr>
              <a:t>imagecreatefromjpeg</a:t>
            </a:r>
            <a:r>
              <a:rPr lang="es-ES" b="1" dirty="0">
                <a:latin typeface="Consolas"/>
                <a:ea typeface="+mn-lt"/>
                <a:cs typeface="+mn-lt"/>
              </a:rPr>
              <a:t>($</a:t>
            </a:r>
            <a:r>
              <a:rPr lang="es-ES" b="1" err="1">
                <a:latin typeface="Consolas"/>
                <a:ea typeface="+mn-lt"/>
                <a:cs typeface="+mn-lt"/>
              </a:rPr>
              <a:t>ruta_destino</a:t>
            </a:r>
            <a:r>
              <a:rPr lang="es-ES" b="1" dirty="0">
                <a:latin typeface="Consolas"/>
                <a:ea typeface="+mn-lt"/>
                <a:cs typeface="+mn-lt"/>
              </a:rPr>
              <a:t>); // Suponemos que es un JPEG</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imagen_min</a:t>
            </a:r>
            <a:r>
              <a:rPr lang="es-ES" b="1" dirty="0">
                <a:latin typeface="Consolas"/>
                <a:ea typeface="+mn-lt"/>
                <a:cs typeface="+mn-lt"/>
              </a:rPr>
              <a:t> = </a:t>
            </a:r>
            <a:r>
              <a:rPr lang="es-ES" b="1" err="1">
                <a:latin typeface="Consolas"/>
                <a:ea typeface="+mn-lt"/>
                <a:cs typeface="+mn-lt"/>
              </a:rPr>
              <a:t>imagecreatetruecolor</a:t>
            </a:r>
            <a:r>
              <a:rPr lang="es-ES" b="1" dirty="0">
                <a:latin typeface="Consolas"/>
                <a:ea typeface="+mn-lt"/>
                <a:cs typeface="+mn-lt"/>
              </a:rPr>
              <a:t>($</a:t>
            </a:r>
            <a:r>
              <a:rPr lang="es-ES" b="1" err="1">
                <a:latin typeface="Consolas"/>
                <a:ea typeface="+mn-lt"/>
                <a:cs typeface="+mn-lt"/>
              </a:rPr>
              <a:t>ancho_min</a:t>
            </a:r>
            <a:r>
              <a:rPr lang="es-ES" b="1" dirty="0">
                <a:latin typeface="Consolas"/>
                <a:ea typeface="+mn-lt"/>
                <a:cs typeface="+mn-lt"/>
              </a:rPr>
              <a:t>, $</a:t>
            </a:r>
            <a:r>
              <a:rPr lang="es-ES" b="1" err="1">
                <a:latin typeface="Consolas"/>
                <a:ea typeface="+mn-lt"/>
                <a:cs typeface="+mn-lt"/>
              </a:rPr>
              <a:t>alto_min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//Continua...</a:t>
            </a:r>
            <a:endParaRPr lang="es-ES" b="1" dirty="0">
              <a:latin typeface="Consolas"/>
            </a:endParaRPr>
          </a:p>
        </p:txBody>
      </p:sp>
    </p:spTree>
    <p:extLst>
      <p:ext uri="{BB962C8B-B14F-4D97-AF65-F5344CB8AC3E}">
        <p14:creationId xmlns:p14="http://schemas.microsoft.com/office/powerpoint/2010/main" val="10927037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7EF6B9-5DB6-2CBF-31C1-C64A3EF2F4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0852DC3-C733-FAB2-7A70-2A895D87C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CD0F0E0-8646-31DD-37F1-3AF7748FEF8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3.2.4.4. Librerías de servidor para manipulación de imágenes</a:t>
            </a:r>
            <a:endParaRPr lang="es-ES" dirty="0"/>
          </a:p>
        </p:txBody>
      </p:sp>
      <p:sp>
        <p:nvSpPr>
          <p:cNvPr id="10" name="Rectangle 9">
            <a:extLst>
              <a:ext uri="{FF2B5EF4-FFF2-40B4-BE49-F238E27FC236}">
                <a16:creationId xmlns:a16="http://schemas.microsoft.com/office/drawing/2014/main" id="{1B01AE9D-0025-65E7-F98B-A4E8240A3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A8FA835-A926-F1AC-EC3B-FC823E8FF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84DB7D0-662A-1B9B-3690-5582E3CAC533}"/>
              </a:ext>
            </a:extLst>
          </p:cNvPr>
          <p:cNvSpPr>
            <a:spLocks noGrp="1"/>
          </p:cNvSpPr>
          <p:nvPr>
            <p:ph idx="1"/>
          </p:nvPr>
        </p:nvSpPr>
        <p:spPr>
          <a:xfrm>
            <a:off x="1587710" y="2160016"/>
            <a:ext cx="9486690" cy="3926152"/>
          </a:xfrm>
        </p:spPr>
        <p:txBody>
          <a:bodyPr vert="horz" lIns="91440" tIns="45720" rIns="91440" bIns="45720" rtlCol="0" anchor="t">
            <a:normAutofit fontScale="55000" lnSpcReduction="20000"/>
          </a:bodyPr>
          <a:lstStyle/>
          <a:p>
            <a:r>
              <a:rPr lang="es-ES" dirty="0">
                <a:ea typeface="+mn-lt"/>
                <a:cs typeface="+mn-lt"/>
              </a:rPr>
              <a:t>Código PHP: En el servidor, se utiliza la librería integrada GD Library de PHP para manipular la imagen. Este script recibe la imagen, crea una miniatura y la guarda.</a:t>
            </a:r>
          </a:p>
          <a:p>
            <a:pPr marL="0" indent="0">
              <a:buNone/>
            </a:pPr>
            <a:r>
              <a:rPr lang="es-ES" b="1" dirty="0">
                <a:latin typeface="Consolas"/>
                <a:ea typeface="+mn-lt"/>
                <a:cs typeface="+mn-lt"/>
              </a:rPr>
              <a:t>        </a:t>
            </a:r>
            <a:r>
              <a:rPr lang="es-ES" b="1" dirty="0" err="1">
                <a:latin typeface="Consolas"/>
                <a:ea typeface="+mn-lt"/>
                <a:cs typeface="+mn-lt"/>
              </a:rPr>
              <a:t>imagecopyresampled</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imagen_min</a:t>
            </a:r>
            <a:r>
              <a:rPr lang="es-ES" b="1" dirty="0">
                <a:latin typeface="Consolas"/>
                <a:ea typeface="+mn-lt"/>
                <a:cs typeface="+mn-lt"/>
              </a:rPr>
              <a:t>, $</a:t>
            </a:r>
            <a:r>
              <a:rPr lang="es-ES" b="1" err="1">
                <a:latin typeface="Consolas"/>
                <a:ea typeface="+mn-lt"/>
                <a:cs typeface="+mn-lt"/>
              </a:rPr>
              <a:t>imagen_orig</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0, 0, 0, 0,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ancho_min</a:t>
            </a:r>
            <a:r>
              <a:rPr lang="es-ES" b="1" dirty="0">
                <a:latin typeface="Consolas"/>
                <a:ea typeface="+mn-lt"/>
                <a:cs typeface="+mn-lt"/>
              </a:rPr>
              <a:t>, $</a:t>
            </a:r>
            <a:r>
              <a:rPr lang="es-ES" b="1" err="1">
                <a:latin typeface="Consolas"/>
                <a:ea typeface="+mn-lt"/>
                <a:cs typeface="+mn-lt"/>
              </a:rPr>
              <a:t>alto_min</a:t>
            </a:r>
            <a:r>
              <a:rPr lang="es-ES" b="1" dirty="0">
                <a:latin typeface="Consolas"/>
                <a:ea typeface="+mn-lt"/>
                <a:cs typeface="+mn-lt"/>
              </a:rPr>
              <a:t>, $</a:t>
            </a:r>
            <a:r>
              <a:rPr lang="es-ES" b="1" err="1">
                <a:latin typeface="Consolas"/>
                <a:ea typeface="+mn-lt"/>
                <a:cs typeface="+mn-lt"/>
              </a:rPr>
              <a:t>ancho_orig</a:t>
            </a:r>
            <a:r>
              <a:rPr lang="es-ES" b="1" dirty="0">
                <a:latin typeface="Consolas"/>
                <a:ea typeface="+mn-lt"/>
                <a:cs typeface="+mn-lt"/>
              </a:rPr>
              <a:t>, $</a:t>
            </a:r>
            <a:r>
              <a:rPr lang="es-ES" b="1" err="1">
                <a:latin typeface="Consolas"/>
                <a:ea typeface="+mn-lt"/>
                <a:cs typeface="+mn-lt"/>
              </a:rPr>
              <a:t>alto_orig</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ruta_miniatura</a:t>
            </a:r>
            <a:r>
              <a:rPr lang="es-ES" b="1" dirty="0">
                <a:latin typeface="Consolas"/>
                <a:ea typeface="+mn-lt"/>
                <a:cs typeface="+mn-lt"/>
              </a:rPr>
              <a:t> = '</a:t>
            </a:r>
            <a:r>
              <a:rPr lang="es-ES" b="1" dirty="0" err="1">
                <a:latin typeface="Consolas"/>
                <a:ea typeface="+mn-lt"/>
                <a:cs typeface="+mn-lt"/>
              </a:rPr>
              <a:t>uploads</a:t>
            </a:r>
            <a:r>
              <a:rPr lang="es-ES" b="1" dirty="0">
                <a:latin typeface="Consolas"/>
                <a:ea typeface="+mn-lt"/>
                <a:cs typeface="+mn-lt"/>
              </a:rPr>
              <a:t>/miniatura_' . $</a:t>
            </a:r>
            <a:r>
              <a:rPr lang="es-ES" b="1" dirty="0" err="1">
                <a:latin typeface="Consolas"/>
                <a:ea typeface="+mn-lt"/>
                <a:cs typeface="+mn-lt"/>
              </a:rPr>
              <a:t>nombre_archivo</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imagejpeg</a:t>
            </a:r>
            <a:r>
              <a:rPr lang="es-ES" b="1" dirty="0">
                <a:latin typeface="Consolas"/>
                <a:ea typeface="+mn-lt"/>
                <a:cs typeface="+mn-lt"/>
              </a:rPr>
              <a:t>($</a:t>
            </a:r>
            <a:r>
              <a:rPr lang="es-ES" b="1" dirty="0" err="1">
                <a:latin typeface="Consolas"/>
                <a:ea typeface="+mn-lt"/>
                <a:cs typeface="+mn-lt"/>
              </a:rPr>
              <a:t>imagen_min</a:t>
            </a:r>
            <a:r>
              <a:rPr lang="es-ES" b="1" dirty="0">
                <a:latin typeface="Consolas"/>
                <a:ea typeface="+mn-lt"/>
                <a:cs typeface="+mn-lt"/>
              </a:rPr>
              <a:t>, $</a:t>
            </a:r>
            <a:r>
              <a:rPr lang="es-ES" b="1" dirty="0" err="1">
                <a:latin typeface="Consolas"/>
                <a:ea typeface="+mn-lt"/>
                <a:cs typeface="+mn-lt"/>
              </a:rPr>
              <a:t>ruta_miniatura</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 Limpiar memoria</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imagedestroy</a:t>
            </a:r>
            <a:r>
              <a:rPr lang="es-ES" b="1" dirty="0">
                <a:latin typeface="Consolas"/>
                <a:ea typeface="+mn-lt"/>
                <a:cs typeface="+mn-lt"/>
              </a:rPr>
              <a:t>($</a:t>
            </a:r>
            <a:r>
              <a:rPr lang="es-ES" b="1" dirty="0" err="1">
                <a:latin typeface="Consolas"/>
                <a:ea typeface="+mn-lt"/>
                <a:cs typeface="+mn-lt"/>
              </a:rPr>
              <a:t>imagen_orig</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imagedestroy</a:t>
            </a:r>
            <a:r>
              <a:rPr lang="es-ES" b="1" dirty="0">
                <a:latin typeface="Consolas"/>
                <a:ea typeface="+mn-lt"/>
                <a:cs typeface="+mn-lt"/>
              </a:rPr>
              <a:t>($</a:t>
            </a:r>
            <a:r>
              <a:rPr lang="es-ES" b="1" dirty="0" err="1">
                <a:latin typeface="Consolas"/>
                <a:ea typeface="+mn-lt"/>
                <a:cs typeface="+mn-lt"/>
              </a:rPr>
              <a:t>imagen_min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echo "La imagen se subió y se creó una miniatura correctamente.";</a:t>
            </a:r>
            <a:br>
              <a:rPr lang="es-ES" b="1" dirty="0">
                <a:latin typeface="Consolas"/>
                <a:ea typeface="+mn-lt"/>
                <a:cs typeface="+mn-lt"/>
              </a:rPr>
            </a:br>
            <a:r>
              <a:rPr lang="es-ES" b="1" dirty="0">
                <a:latin typeface="Consolas"/>
                <a:ea typeface="+mn-lt"/>
                <a:cs typeface="+mn-lt"/>
              </a:rPr>
              <a:t>    } </a:t>
            </a:r>
            <a:r>
              <a:rPr lang="es-ES" b="1" dirty="0" err="1">
                <a:latin typeface="Consolas"/>
                <a:ea typeface="+mn-lt"/>
                <a:cs typeface="+mn-lt"/>
              </a:rPr>
              <a:t>else</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echo "Error al mover el archivo subido.";</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dirty="0" err="1">
                <a:latin typeface="Consolas"/>
                <a:ea typeface="+mn-lt"/>
                <a:cs typeface="+mn-lt"/>
              </a:rPr>
              <a:t>else</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echo "No se ha subido ningún archivo o ha ocurrido un error.";</a:t>
            </a:r>
            <a:br>
              <a:rPr lang="es-ES" b="1" dirty="0">
                <a:latin typeface="Consolas"/>
                <a:ea typeface="+mn-lt"/>
                <a:cs typeface="+mn-lt"/>
              </a:rPr>
            </a:b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?&gt;</a:t>
            </a:r>
            <a:endParaRPr lang="es-ES" b="1" dirty="0">
              <a:latin typeface="Consolas"/>
            </a:endParaRPr>
          </a:p>
          <a:p>
            <a:pPr marL="0" indent="0">
              <a:buNone/>
            </a:pPr>
            <a:endParaRPr lang="es-ES" b="1" dirty="0">
              <a:latin typeface="Consolas"/>
            </a:endParaRPr>
          </a:p>
        </p:txBody>
      </p:sp>
    </p:spTree>
    <p:extLst>
      <p:ext uri="{BB962C8B-B14F-4D97-AF65-F5344CB8AC3E}">
        <p14:creationId xmlns:p14="http://schemas.microsoft.com/office/powerpoint/2010/main" val="29701022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557014-F5A4-22B2-6D39-81D616FD3FF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61D63F-BC40-0BD2-0AA5-0CF4B4F70A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D4152D0-AA64-227C-B17A-4259F7A1DED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3.2.4.5. Herramientas de automatización de la optimización</a:t>
            </a:r>
            <a:endParaRPr lang="es-ES" dirty="0"/>
          </a:p>
        </p:txBody>
      </p:sp>
      <p:sp>
        <p:nvSpPr>
          <p:cNvPr id="10" name="Rectangle 9">
            <a:extLst>
              <a:ext uri="{FF2B5EF4-FFF2-40B4-BE49-F238E27FC236}">
                <a16:creationId xmlns:a16="http://schemas.microsoft.com/office/drawing/2014/main" id="{419057A2-F969-A5C1-6441-14590F2D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B621FD9-502A-6E6B-A94A-E660FFF22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5CCA0A2-0181-D279-7884-62B2CC348741}"/>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La optimización manual de imágenes puede ser tediosa y consumir mucho tiempo. Por suerte, existen numerosas herramientas de automatización que simplifican este proceso, permitiendo a los desarrolladores y diseñadores obtener imágenes optimizadas de manera rápida y eficiente. Estas herramientas aplican algoritmos de compresión avanzados, redimensionan y convierten formatos de forma automática.</a:t>
            </a:r>
            <a:endParaRPr lang="es-ES" dirty="0"/>
          </a:p>
          <a:p>
            <a:r>
              <a:rPr lang="es-ES" dirty="0">
                <a:ea typeface="+mn-lt"/>
                <a:cs typeface="+mn-lt"/>
              </a:rPr>
              <a:t>Las herramientas de optimización se pueden clasificar en:</a:t>
            </a:r>
            <a:endParaRPr lang="es-ES" dirty="0"/>
          </a:p>
          <a:p>
            <a:pPr lvl="1">
              <a:buFont typeface="Courier New" panose="020B0604020202020204" pitchFamily="34" charset="0"/>
              <a:buChar char="o"/>
            </a:pPr>
            <a:r>
              <a:rPr lang="es-ES" dirty="0">
                <a:ea typeface="+mn-lt"/>
                <a:cs typeface="+mn-lt"/>
              </a:rPr>
              <a:t>Aplicaciones de escritorio: Programas que se instalan en el ordenador y permiten procesar imágenes por lotes. Son ideales para flujos de trabajo locales y para optimizar un gran número de archivos de una sola vez. Un ejemplo popular es </a:t>
            </a:r>
            <a:r>
              <a:rPr lang="es-ES" dirty="0" err="1">
                <a:ea typeface="+mn-lt"/>
                <a:cs typeface="+mn-lt"/>
              </a:rPr>
              <a:t>ImageOptim</a:t>
            </a:r>
            <a:r>
              <a:rPr lang="es-ES" dirty="0">
                <a:ea typeface="+mn-lt"/>
                <a:cs typeface="+mn-lt"/>
              </a:rPr>
              <a:t> para macOS.</a:t>
            </a:r>
            <a:endParaRPr lang="es-ES" dirty="0"/>
          </a:p>
          <a:p>
            <a:pPr lvl="1">
              <a:buFont typeface="Courier New" panose="020B0604020202020204" pitchFamily="34" charset="0"/>
              <a:buChar char="o"/>
            </a:pPr>
            <a:r>
              <a:rPr lang="es-ES" dirty="0">
                <a:ea typeface="+mn-lt"/>
                <a:cs typeface="+mn-lt"/>
              </a:rPr>
              <a:t>Herramientas en línea: Servicios web que permiten subir una o varias imágenes y descargarlas optimizadas. Son perfectas para optimizar imágenes de forma rápida y sin necesidad de instalar software. Ejemplos de esto son </a:t>
            </a:r>
            <a:r>
              <a:rPr lang="es-ES" dirty="0" err="1">
                <a:ea typeface="+mn-lt"/>
                <a:cs typeface="+mn-lt"/>
              </a:rPr>
              <a:t>Squoosh</a:t>
            </a:r>
            <a:r>
              <a:rPr lang="es-ES" dirty="0">
                <a:ea typeface="+mn-lt"/>
                <a:cs typeface="+mn-lt"/>
              </a:rPr>
              <a:t> y </a:t>
            </a:r>
            <a:r>
              <a:rPr lang="es-ES" dirty="0" err="1">
                <a:ea typeface="+mn-lt"/>
                <a:cs typeface="+mn-lt"/>
              </a:rPr>
              <a:t>TinyPNG</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Librerías de programación: Módulos que se integran en el proceso de desarrollo web para automatizar la optimización. Se pueden usar en entornos de servidor (como </a:t>
            </a:r>
            <a:r>
              <a:rPr lang="es-ES" dirty="0" err="1">
                <a:ea typeface="+mn-lt"/>
                <a:cs typeface="+mn-lt"/>
              </a:rPr>
              <a:t>Pillow</a:t>
            </a:r>
            <a:r>
              <a:rPr lang="es-ES" dirty="0">
                <a:ea typeface="+mn-lt"/>
                <a:cs typeface="+mn-lt"/>
              </a:rPr>
              <a:t> en Python) o en flujos de trabajo de </a:t>
            </a:r>
            <a:r>
              <a:rPr lang="es-ES" dirty="0" err="1">
                <a:ea typeface="+mn-lt"/>
                <a:cs typeface="+mn-lt"/>
              </a:rPr>
              <a:t>frontend</a:t>
            </a:r>
            <a:r>
              <a:rPr lang="es-ES" dirty="0">
                <a:ea typeface="+mn-lt"/>
                <a:cs typeface="+mn-lt"/>
              </a:rPr>
              <a:t> (como </a:t>
            </a:r>
            <a:r>
              <a:rPr lang="es-ES" dirty="0" err="1">
                <a:ea typeface="+mn-lt"/>
                <a:cs typeface="+mn-lt"/>
              </a:rPr>
              <a:t>imagemin</a:t>
            </a:r>
            <a:r>
              <a:rPr lang="es-ES" dirty="0">
                <a:ea typeface="+mn-lt"/>
                <a:cs typeface="+mn-lt"/>
              </a:rPr>
              <a:t> en Node.js), que optimizan imágenes automáticamente durante la compilación del proyecto.</a:t>
            </a:r>
            <a:endParaRPr lang="es-ES" dirty="0"/>
          </a:p>
        </p:txBody>
      </p:sp>
    </p:spTree>
    <p:extLst>
      <p:ext uri="{BB962C8B-B14F-4D97-AF65-F5344CB8AC3E}">
        <p14:creationId xmlns:p14="http://schemas.microsoft.com/office/powerpoint/2010/main" val="2185041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6AA058-C9B4-9CA1-4E92-9F380575ADB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40331C7-8810-0AC7-4C5F-D4F92F7EEA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903C74E-0E1A-7E12-9F5A-438D992B7C88}"/>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3.2.4.5. Herramientas de automatización de la optimización</a:t>
            </a:r>
            <a:endParaRPr lang="es-ES" dirty="0"/>
          </a:p>
        </p:txBody>
      </p:sp>
      <p:sp>
        <p:nvSpPr>
          <p:cNvPr id="10" name="Rectangle 9">
            <a:extLst>
              <a:ext uri="{FF2B5EF4-FFF2-40B4-BE49-F238E27FC236}">
                <a16:creationId xmlns:a16="http://schemas.microsoft.com/office/drawing/2014/main" id="{7A1E880C-2888-4E15-7754-8608E110B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01C871A-95B6-7548-F1A9-7E0972182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625FC59-69C9-2273-C2ED-59CDCAC4D35B}"/>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err="1">
                <a:ea typeface="+mn-lt"/>
                <a:cs typeface="+mn-lt"/>
              </a:rPr>
              <a:t>Squoosh</a:t>
            </a:r>
            <a:r>
              <a:rPr lang="es-ES" dirty="0">
                <a:ea typeface="+mn-lt"/>
                <a:cs typeface="+mn-lt"/>
              </a:rPr>
              <a:t> es una herramienta en línea gratuita de Google que permite la optimización visual de imágenes. Su interfaz es muy intuitiva y permite a los usuarios comparar la imagen original con la optimizada en tiempo real, ajustando parámetros como el formato, la calidad y el tamaño.</a:t>
            </a:r>
          </a:p>
          <a:p>
            <a:r>
              <a:rPr lang="es-ES" dirty="0">
                <a:ea typeface="+mn-lt"/>
                <a:cs typeface="+mn-lt"/>
              </a:rPr>
              <a:t>Pasos para optimizar con </a:t>
            </a:r>
            <a:r>
              <a:rPr lang="es-ES" dirty="0" err="1">
                <a:ea typeface="+mn-lt"/>
                <a:cs typeface="+mn-lt"/>
              </a:rPr>
              <a:t>Squoosh</a:t>
            </a:r>
            <a:r>
              <a:rPr lang="es-ES" dirty="0">
                <a:ea typeface="+mn-lt"/>
                <a:cs typeface="+mn-lt"/>
              </a:rPr>
              <a:t>:</a:t>
            </a:r>
          </a:p>
          <a:p>
            <a:pPr lvl="1">
              <a:buFont typeface="Courier New" panose="020B0604020202020204" pitchFamily="34" charset="0"/>
              <a:buChar char="o"/>
            </a:pPr>
            <a:r>
              <a:rPr lang="es-ES" dirty="0">
                <a:ea typeface="+mn-lt"/>
                <a:cs typeface="+mn-lt"/>
              </a:rPr>
              <a:t>Accede a la herramienta: Abre el navegador y ve a la página de </a:t>
            </a:r>
            <a:r>
              <a:rPr lang="es-ES" dirty="0" err="1">
                <a:ea typeface="+mn-lt"/>
                <a:cs typeface="+mn-lt"/>
              </a:rPr>
              <a:t>Squoosh</a:t>
            </a:r>
            <a:r>
              <a:rPr lang="es-ES" dirty="0">
                <a:ea typeface="+mn-lt"/>
                <a:cs typeface="+mn-lt"/>
              </a:rPr>
              <a:t>.</a:t>
            </a:r>
          </a:p>
          <a:p>
            <a:pPr lvl="1">
              <a:buFont typeface="Courier New" panose="020B0604020202020204" pitchFamily="34" charset="0"/>
              <a:buChar char="o"/>
            </a:pPr>
            <a:r>
              <a:rPr lang="es-ES" dirty="0">
                <a:ea typeface="+mn-lt"/>
                <a:cs typeface="+mn-lt"/>
              </a:rPr>
              <a:t>Sube la imagen: Arrastra y suelta tu imagen en la interfaz.</a:t>
            </a:r>
          </a:p>
          <a:p>
            <a:pPr lvl="1">
              <a:buFont typeface="Courier New" panose="020B0604020202020204" pitchFamily="34" charset="0"/>
              <a:buChar char="o"/>
            </a:pPr>
            <a:r>
              <a:rPr lang="es-ES" dirty="0">
                <a:ea typeface="+mn-lt"/>
                <a:cs typeface="+mn-lt"/>
              </a:rPr>
              <a:t>Ajusta los parámetros: En los paneles laterales, puedes elegir el formato de salida (</a:t>
            </a:r>
            <a:r>
              <a:rPr lang="es-ES" dirty="0" err="1">
                <a:ea typeface="+mn-lt"/>
                <a:cs typeface="+mn-lt"/>
              </a:rPr>
              <a:t>WebP</a:t>
            </a:r>
            <a:r>
              <a:rPr lang="es-ES" dirty="0">
                <a:ea typeface="+mn-lt"/>
                <a:cs typeface="+mn-lt"/>
              </a:rPr>
              <a:t>, AVIF, JPEG, etc.), la calidad (usando un slider) y las dimensiones.</a:t>
            </a:r>
          </a:p>
          <a:p>
            <a:pPr lvl="1">
              <a:buFont typeface="Courier New" panose="020B0604020202020204" pitchFamily="34" charset="0"/>
              <a:buChar char="o"/>
            </a:pPr>
            <a:r>
              <a:rPr lang="es-ES" dirty="0">
                <a:ea typeface="+mn-lt"/>
                <a:cs typeface="+mn-lt"/>
              </a:rPr>
              <a:t>Compara la calidad: La herramienta muestra una vista previa lado a lado de la imagen original y la optimizada. Un slider central permite moverte entre ambas para ver la diferencia.</a:t>
            </a:r>
          </a:p>
          <a:p>
            <a:pPr lvl="1">
              <a:buFont typeface="Courier New" panose="020B0604020202020204" pitchFamily="34" charset="0"/>
              <a:buChar char="o"/>
            </a:pPr>
            <a:r>
              <a:rPr lang="es-ES" dirty="0">
                <a:ea typeface="+mn-lt"/>
                <a:cs typeface="+mn-lt"/>
              </a:rPr>
              <a:t>Descarga el resultado: Una vez satisfecho con el resultado, haz clic en el botón de descarga para guardar la imagen optimizada.</a:t>
            </a:r>
          </a:p>
        </p:txBody>
      </p:sp>
    </p:spTree>
    <p:extLst>
      <p:ext uri="{BB962C8B-B14F-4D97-AF65-F5344CB8AC3E}">
        <p14:creationId xmlns:p14="http://schemas.microsoft.com/office/powerpoint/2010/main" val="36401801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75523B-C58F-8419-6CF6-FF922366E48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FB264D7-8190-ACA9-97EB-FCECB3D012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BFD43F1-FFEF-5425-7623-509B881D12A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3.2.5. Uso de etiquetas &lt;</a:t>
            </a:r>
            <a:r>
              <a:rPr lang="es-ES" b="0" dirty="0" err="1">
                <a:ea typeface="+mj-lt"/>
                <a:cs typeface="+mj-lt"/>
              </a:rPr>
              <a:t>picture</a:t>
            </a:r>
            <a:r>
              <a:rPr lang="es-ES" b="0" dirty="0">
                <a:ea typeface="+mj-lt"/>
                <a:cs typeface="+mj-lt"/>
              </a:rPr>
              <a:t>&gt; y </a:t>
            </a:r>
            <a:r>
              <a:rPr lang="es-ES" b="0" dirty="0" err="1">
                <a:ea typeface="+mj-lt"/>
                <a:cs typeface="+mj-lt"/>
              </a:rPr>
              <a:t>srcset</a:t>
            </a:r>
            <a:r>
              <a:rPr lang="es-ES" b="0" dirty="0">
                <a:ea typeface="+mj-lt"/>
                <a:cs typeface="+mj-lt"/>
              </a:rPr>
              <a:t> para imágenes adaptables</a:t>
            </a:r>
            <a:endParaRPr lang="es-ES" dirty="0"/>
          </a:p>
        </p:txBody>
      </p:sp>
      <p:sp>
        <p:nvSpPr>
          <p:cNvPr id="10" name="Rectangle 9">
            <a:extLst>
              <a:ext uri="{FF2B5EF4-FFF2-40B4-BE49-F238E27FC236}">
                <a16:creationId xmlns:a16="http://schemas.microsoft.com/office/drawing/2014/main" id="{1B7EB37C-F499-7F54-0856-5248423F9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F41052-ED9D-9159-316F-BE2AFB3E78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B550240-6A23-C364-9589-FB6DE691EFFE}"/>
              </a:ext>
            </a:extLst>
          </p:cNvPr>
          <p:cNvSpPr>
            <a:spLocks noGrp="1"/>
          </p:cNvSpPr>
          <p:nvPr>
            <p:ph idx="1"/>
          </p:nvPr>
        </p:nvSpPr>
        <p:spPr>
          <a:xfrm>
            <a:off x="1587710" y="2160016"/>
            <a:ext cx="9486690" cy="3926152"/>
          </a:xfrm>
        </p:spPr>
        <p:txBody>
          <a:bodyPr vert="horz" lIns="91440" tIns="45720" rIns="91440" bIns="45720" rtlCol="0" anchor="t">
            <a:normAutofit fontScale="92500"/>
          </a:bodyPr>
          <a:lstStyle/>
          <a:p>
            <a:r>
              <a:rPr lang="es-ES" dirty="0">
                <a:ea typeface="+mn-lt"/>
                <a:cs typeface="+mn-lt"/>
              </a:rPr>
              <a:t>Las imágenes adaptables, también conocidas como imágenes responsive, son un pilar fundamental en el diseño web moderno. Su propósito principal es asegurar que los usuarios reciban la imagen con el tamaño y la calidad más adecuados para su dispositivo, ya sea un móvil, una tableta o un monitor de escritorio.</a:t>
            </a:r>
            <a:endParaRPr lang="es-ES" dirty="0"/>
          </a:p>
          <a:p>
            <a:r>
              <a:rPr lang="es-ES" dirty="0">
                <a:ea typeface="+mn-lt"/>
                <a:cs typeface="+mn-lt"/>
              </a:rPr>
              <a:t>Tradicionalmente, se usaba una sola imagen para todos los dispositivos, lo que causaba que los usuarios de móviles tuvieran que descargar archivos enormes y sobredimensionados, lo que ralentizaba la carga de la página. El concepto de imágenes adaptables busca evitar este problema, optimizando la experiencia del usuario y el rendimiento del sitio.</a:t>
            </a:r>
            <a:endParaRPr lang="es-ES" dirty="0"/>
          </a:p>
        </p:txBody>
      </p:sp>
    </p:spTree>
    <p:extLst>
      <p:ext uri="{BB962C8B-B14F-4D97-AF65-F5344CB8AC3E}">
        <p14:creationId xmlns:p14="http://schemas.microsoft.com/office/powerpoint/2010/main" val="219126996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16BEC4-A8D2-9833-DEEB-19B40ED5235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FD5E35-C1D5-6CAC-941E-9AE7D2644D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DFD3013-BA0D-8C6B-DE00-B050AC64AF3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3.2.5. Uso de etiquetas &lt;</a:t>
            </a:r>
            <a:r>
              <a:rPr lang="es-ES" b="0" dirty="0" err="1">
                <a:ea typeface="+mj-lt"/>
                <a:cs typeface="+mj-lt"/>
              </a:rPr>
              <a:t>picture</a:t>
            </a:r>
            <a:r>
              <a:rPr lang="es-ES" b="0" dirty="0">
                <a:ea typeface="+mj-lt"/>
                <a:cs typeface="+mj-lt"/>
              </a:rPr>
              <a:t>&gt; y </a:t>
            </a:r>
            <a:r>
              <a:rPr lang="es-ES" b="0" dirty="0" err="1">
                <a:ea typeface="+mj-lt"/>
                <a:cs typeface="+mj-lt"/>
              </a:rPr>
              <a:t>srcset</a:t>
            </a:r>
            <a:r>
              <a:rPr lang="es-ES" b="0" dirty="0">
                <a:ea typeface="+mj-lt"/>
                <a:cs typeface="+mj-lt"/>
              </a:rPr>
              <a:t> para imágenes adaptables</a:t>
            </a:r>
            <a:endParaRPr lang="es-ES" dirty="0"/>
          </a:p>
        </p:txBody>
      </p:sp>
      <p:sp>
        <p:nvSpPr>
          <p:cNvPr id="10" name="Rectangle 9">
            <a:extLst>
              <a:ext uri="{FF2B5EF4-FFF2-40B4-BE49-F238E27FC236}">
                <a16:creationId xmlns:a16="http://schemas.microsoft.com/office/drawing/2014/main" id="{54B8C73D-D542-920D-70B7-C19F4DE3A6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897C3CD-7ABE-C1FF-7315-3D46DE9F0C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A9C3F38-4FE1-B489-7976-F67AF5DA66D2}"/>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Para lograr esto, las imágenes adaptables utilizan atributos y etiquetas especiales de HTML que permiten al navegador tomar decisiones inteligentes. El navegador analiza la pantalla del usuario (tamaño, resolución, densidad de píxeles) y decide qué versión de la imagen es la más eficiente para descargar. Esto garantiza que las imágenes se vean nítidas en pantallas de alta resolución (como las Retina) y que los archivos pequeños se carguen rápidamente en dispositivos con conexiones lentas.</a:t>
            </a:r>
            <a:endParaRPr lang="es-ES" dirty="0"/>
          </a:p>
        </p:txBody>
      </p:sp>
    </p:spTree>
    <p:extLst>
      <p:ext uri="{BB962C8B-B14F-4D97-AF65-F5344CB8AC3E}">
        <p14:creationId xmlns:p14="http://schemas.microsoft.com/office/powerpoint/2010/main" val="39816846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E09BFC-9720-A024-C8BF-7D0D44D3CF8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681FC9B-F7B3-B854-A91B-A8DAAA206D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7298A62-3AAC-E9F8-F35F-0DC9D08C05B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3.2.5.1. Uso de etiquetas &lt;</a:t>
            </a:r>
            <a:r>
              <a:rPr lang="es-ES" b="0" dirty="0" err="1">
                <a:ea typeface="+mj-lt"/>
                <a:cs typeface="+mj-lt"/>
              </a:rPr>
              <a:t>picture</a:t>
            </a:r>
            <a:r>
              <a:rPr lang="es-ES" b="0" dirty="0">
                <a:ea typeface="+mj-lt"/>
                <a:cs typeface="+mj-lt"/>
              </a:rPr>
              <a:t>&gt; y </a:t>
            </a:r>
            <a:r>
              <a:rPr lang="es-ES" b="0" dirty="0" err="1">
                <a:ea typeface="+mj-lt"/>
                <a:cs typeface="+mj-lt"/>
              </a:rPr>
              <a:t>srcset</a:t>
            </a:r>
            <a:endParaRPr lang="es-ES" dirty="0" err="1">
              <a:ea typeface="+mj-lt"/>
              <a:cs typeface="+mj-lt"/>
            </a:endParaRPr>
          </a:p>
        </p:txBody>
      </p:sp>
      <p:sp>
        <p:nvSpPr>
          <p:cNvPr id="10" name="Rectangle 9">
            <a:extLst>
              <a:ext uri="{FF2B5EF4-FFF2-40B4-BE49-F238E27FC236}">
                <a16:creationId xmlns:a16="http://schemas.microsoft.com/office/drawing/2014/main" id="{A94E5A52-2847-4C4C-7830-F54BADDE9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5658DB-84B2-C6BD-82F6-DBCFB13A08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1938195-7D9D-B7DC-D9CA-3BFD79625F9E}"/>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El atributo </a:t>
            </a:r>
            <a:r>
              <a:rPr lang="es-ES" dirty="0" err="1">
                <a:ea typeface="+mn-lt"/>
                <a:cs typeface="+mn-lt"/>
              </a:rPr>
              <a:t>srcset</a:t>
            </a:r>
            <a:r>
              <a:rPr lang="es-ES" dirty="0">
                <a:ea typeface="+mn-lt"/>
                <a:cs typeface="+mn-lt"/>
              </a:rPr>
              <a:t> y la etiqueta &lt;</a:t>
            </a:r>
            <a:r>
              <a:rPr lang="es-ES" dirty="0" err="1">
                <a:ea typeface="+mn-lt"/>
                <a:cs typeface="+mn-lt"/>
              </a:rPr>
              <a:t>picture</a:t>
            </a:r>
            <a:r>
              <a:rPr lang="es-ES" dirty="0">
                <a:ea typeface="+mn-lt"/>
                <a:cs typeface="+mn-lt"/>
              </a:rPr>
              <a:t>&gt; son los principales componentes de HTML para implementar imágenes adaptables. Ambos permiten a los desarrolladores ofrecer múltiples versiones de una misma imagen, y es el navegador el que decide cuál es la más adecuada para el dispositivo del usuario.</a:t>
            </a:r>
          </a:p>
          <a:p>
            <a:r>
              <a:rPr lang="es-ES" dirty="0">
                <a:ea typeface="+mn-lt"/>
                <a:cs typeface="+mn-lt"/>
              </a:rPr>
              <a:t>El atributo </a:t>
            </a:r>
            <a:r>
              <a:rPr lang="es-ES" dirty="0" err="1">
                <a:ea typeface="+mn-lt"/>
                <a:cs typeface="+mn-lt"/>
              </a:rPr>
              <a:t>srcset</a:t>
            </a:r>
            <a:r>
              <a:rPr lang="es-ES" dirty="0">
                <a:ea typeface="+mn-lt"/>
                <a:cs typeface="+mn-lt"/>
              </a:rPr>
              <a:t> se usa en la etiqueta &lt;</a:t>
            </a:r>
            <a:r>
              <a:rPr lang="es-ES" dirty="0" err="1">
                <a:ea typeface="+mn-lt"/>
                <a:cs typeface="+mn-lt"/>
              </a:rPr>
              <a:t>img</a:t>
            </a:r>
            <a:r>
              <a:rPr lang="es-ES" dirty="0">
                <a:ea typeface="+mn-lt"/>
                <a:cs typeface="+mn-lt"/>
              </a:rPr>
              <a:t>&gt; para indicar una lista de versiones de la misma imagen. Esto es ideal para el redimensionado de la imagen, donde la misma imagen se sirve en diferentes resoluciones para adaptarse a la pantalla del usuario (por ejemplo, una imagen de 400 píxeles de ancho para móviles y una de 1200 píxeles para escritorios).</a:t>
            </a:r>
            <a:endParaRPr lang="es-ES" dirty="0"/>
          </a:p>
          <a:p>
            <a:r>
              <a:rPr lang="es-ES" dirty="0" err="1">
                <a:ea typeface="+mn-lt"/>
                <a:cs typeface="+mn-lt"/>
              </a:rPr>
              <a:t>srcset</a:t>
            </a:r>
            <a:r>
              <a:rPr lang="es-ES" dirty="0">
                <a:ea typeface="+mn-lt"/>
                <a:cs typeface="+mn-lt"/>
              </a:rPr>
              <a:t> funciona con dos tipos de descriptores:</a:t>
            </a:r>
            <a:endParaRPr lang="es-ES" dirty="0"/>
          </a:p>
          <a:p>
            <a:pPr lvl="1">
              <a:buFont typeface="Courier New" panose="020B0604020202020204" pitchFamily="34" charset="0"/>
              <a:buChar char="o"/>
            </a:pPr>
            <a:r>
              <a:rPr lang="es-ES" dirty="0">
                <a:ea typeface="+mn-lt"/>
                <a:cs typeface="+mn-lt"/>
              </a:rPr>
              <a:t>Descriptor de ancho (w): Le dice al navegador el ancho real de cada imagen en la lista. Se combina con el atributo </a:t>
            </a:r>
            <a:r>
              <a:rPr lang="es-ES" dirty="0" err="1">
                <a:ea typeface="+mn-lt"/>
                <a:cs typeface="+mn-lt"/>
              </a:rPr>
              <a:t>sizes</a:t>
            </a:r>
            <a:r>
              <a:rPr lang="es-ES" dirty="0">
                <a:ea typeface="+mn-lt"/>
                <a:cs typeface="+mn-lt"/>
              </a:rPr>
              <a:t> para que el navegador sepa cuánto espacio ocupará la imagen en la página.</a:t>
            </a:r>
            <a:endParaRPr lang="es-ES"/>
          </a:p>
        </p:txBody>
      </p:sp>
    </p:spTree>
    <p:extLst>
      <p:ext uri="{BB962C8B-B14F-4D97-AF65-F5344CB8AC3E}">
        <p14:creationId xmlns:p14="http://schemas.microsoft.com/office/powerpoint/2010/main" val="4092859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6DCA4A-03B3-004E-2DDA-8483EDE25A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459E64-4ED9-ECFA-8AF1-09A5EFE992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5778BB2-4AB5-EAB9-05F9-7AF23B7DB1D5}"/>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3.2.5.1. Uso de etiquetas &lt;</a:t>
            </a:r>
            <a:r>
              <a:rPr lang="es-ES" b="0" dirty="0" err="1">
                <a:ea typeface="+mj-lt"/>
                <a:cs typeface="+mj-lt"/>
              </a:rPr>
              <a:t>picture</a:t>
            </a:r>
            <a:r>
              <a:rPr lang="es-ES" b="0" dirty="0">
                <a:ea typeface="+mj-lt"/>
                <a:cs typeface="+mj-lt"/>
              </a:rPr>
              <a:t>&gt; y </a:t>
            </a:r>
            <a:r>
              <a:rPr lang="es-ES" b="0" dirty="0" err="1">
                <a:ea typeface="+mj-lt"/>
                <a:cs typeface="+mj-lt"/>
              </a:rPr>
              <a:t>srcset</a:t>
            </a:r>
            <a:endParaRPr lang="es-ES" dirty="0" err="1">
              <a:ea typeface="+mj-lt"/>
              <a:cs typeface="+mj-lt"/>
            </a:endParaRPr>
          </a:p>
        </p:txBody>
      </p:sp>
      <p:sp>
        <p:nvSpPr>
          <p:cNvPr id="10" name="Rectangle 9">
            <a:extLst>
              <a:ext uri="{FF2B5EF4-FFF2-40B4-BE49-F238E27FC236}">
                <a16:creationId xmlns:a16="http://schemas.microsoft.com/office/drawing/2014/main" id="{4C10926D-901F-A5EA-0D3A-5C40ED70C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7235FFB-337C-D9D8-4364-9CF711A813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1BBEB84-EC50-D215-130E-E5C26CB62CC4}"/>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Ejemplo: En este ejemplo, el navegador seleccionará la imagen más adecuada en función de su </a:t>
            </a:r>
            <a:r>
              <a:rPr lang="es-ES" dirty="0" err="1">
                <a:ea typeface="+mn-lt"/>
                <a:cs typeface="+mn-lt"/>
              </a:rPr>
              <a:t>viewport</a:t>
            </a:r>
            <a:r>
              <a:rPr lang="es-ES" dirty="0">
                <a:ea typeface="+mn-lt"/>
                <a:cs typeface="+mn-lt"/>
              </a:rPr>
              <a:t>. Por ejemplo, en una pantalla pequeña, cargará flor-400w.jpg, ahorrando </a:t>
            </a:r>
            <a:r>
              <a:rPr lang="es-ES" dirty="0" err="1">
                <a:ea typeface="+mn-lt"/>
                <a:cs typeface="+mn-lt"/>
              </a:rPr>
              <a:t>datosy</a:t>
            </a:r>
            <a:r>
              <a:rPr lang="es-ES" dirty="0">
                <a:ea typeface="+mn-lt"/>
                <a:cs typeface="+mn-lt"/>
              </a:rPr>
              <a:t> cargando más rápido.</a:t>
            </a:r>
          </a:p>
          <a:p>
            <a:pPr marL="0" indent="0">
              <a:buNone/>
            </a:pPr>
            <a:r>
              <a:rPr lang="es-ES" b="1" dirty="0">
                <a:latin typeface="Consolas"/>
                <a:ea typeface="+mn-lt"/>
                <a:cs typeface="+mn-lt"/>
              </a:rPr>
              <a:t>&lt;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srcset</a:t>
            </a:r>
            <a:r>
              <a:rPr lang="es-ES" b="1" dirty="0">
                <a:latin typeface="Consolas"/>
                <a:ea typeface="+mn-lt"/>
                <a:cs typeface="+mn-lt"/>
              </a:rPr>
              <a:t>="flor-400w.jpg 400w, </a:t>
            </a:r>
            <a:br>
              <a:rPr lang="es-ES" b="1" dirty="0">
                <a:latin typeface="Consolas"/>
                <a:ea typeface="+mn-lt"/>
                <a:cs typeface="+mn-lt"/>
              </a:rPr>
            </a:br>
            <a:r>
              <a:rPr lang="es-ES" b="1" dirty="0">
                <a:latin typeface="Consolas"/>
                <a:ea typeface="+mn-lt"/>
                <a:cs typeface="+mn-lt"/>
              </a:rPr>
              <a:t>             flor-800w.jpg 800w,</a:t>
            </a:r>
            <a:br>
              <a:rPr lang="es-ES" b="1" dirty="0">
                <a:latin typeface="Consolas"/>
                <a:ea typeface="+mn-lt"/>
                <a:cs typeface="+mn-lt"/>
              </a:rPr>
            </a:br>
            <a:r>
              <a:rPr lang="es-ES" b="1" dirty="0">
                <a:latin typeface="Consolas"/>
                <a:ea typeface="+mn-lt"/>
                <a:cs typeface="+mn-lt"/>
              </a:rPr>
              <a:t>             flor-1200w.jpg 1200w"</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sizes</a:t>
            </a:r>
            <a:r>
              <a:rPr lang="es-ES" b="1" dirty="0">
                <a:latin typeface="Consolas"/>
                <a:ea typeface="+mn-lt"/>
                <a:cs typeface="+mn-lt"/>
              </a:rPr>
              <a:t>="(</a:t>
            </a:r>
            <a:r>
              <a:rPr lang="es-ES" b="1" err="1">
                <a:latin typeface="Consolas"/>
                <a:ea typeface="+mn-lt"/>
                <a:cs typeface="+mn-lt"/>
              </a:rPr>
              <a:t>max-width</a:t>
            </a:r>
            <a:r>
              <a:rPr lang="es-ES" b="1" dirty="0">
                <a:latin typeface="Consolas"/>
                <a:ea typeface="+mn-lt"/>
                <a:cs typeface="+mn-lt"/>
              </a:rPr>
              <a:t>: 600px) 100vw,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max-width</a:t>
            </a:r>
            <a:r>
              <a:rPr lang="es-ES" b="1" dirty="0">
                <a:latin typeface="Consolas"/>
                <a:ea typeface="+mn-lt"/>
                <a:cs typeface="+mn-lt"/>
              </a:rPr>
              <a:t>: 900px) 50vw, </a:t>
            </a:r>
            <a:br>
              <a:rPr lang="es-ES" b="1" dirty="0">
                <a:latin typeface="Consolas"/>
                <a:ea typeface="+mn-lt"/>
                <a:cs typeface="+mn-lt"/>
              </a:rPr>
            </a:br>
            <a:r>
              <a:rPr lang="es-ES" b="1" dirty="0">
                <a:latin typeface="Consolas"/>
                <a:ea typeface="+mn-lt"/>
                <a:cs typeface="+mn-lt"/>
              </a:rPr>
              <a:t>            33vw"</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="flor-1200w.jpg"</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alt</a:t>
            </a:r>
            <a:r>
              <a:rPr lang="es-ES" b="1" dirty="0">
                <a:latin typeface="Consolas"/>
                <a:ea typeface="+mn-lt"/>
                <a:cs typeface="+mn-lt"/>
              </a:rPr>
              <a:t>="Una flor"&gt;</a:t>
            </a:r>
            <a:endParaRPr lang="es-ES" b="1" dirty="0">
              <a:latin typeface="Consolas"/>
            </a:endParaRPr>
          </a:p>
          <a:p>
            <a:endParaRPr lang="es-ES" dirty="0"/>
          </a:p>
        </p:txBody>
      </p:sp>
    </p:spTree>
    <p:extLst>
      <p:ext uri="{BB962C8B-B14F-4D97-AF65-F5344CB8AC3E}">
        <p14:creationId xmlns:p14="http://schemas.microsoft.com/office/powerpoint/2010/main" val="16245332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9927B8-6D50-3B70-BBEE-AA23626A60A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8525EC-D838-F6C7-FFA0-4AAD22CA3C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B68E06A-5E44-494A-CF93-39E97D5737C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3.2.5.1. Uso de etiquetas &lt;</a:t>
            </a:r>
            <a:r>
              <a:rPr lang="es-ES" b="0" dirty="0" err="1">
                <a:ea typeface="+mj-lt"/>
                <a:cs typeface="+mj-lt"/>
              </a:rPr>
              <a:t>picture</a:t>
            </a:r>
            <a:r>
              <a:rPr lang="es-ES" b="0" dirty="0">
                <a:ea typeface="+mj-lt"/>
                <a:cs typeface="+mj-lt"/>
              </a:rPr>
              <a:t>&gt; y </a:t>
            </a:r>
            <a:r>
              <a:rPr lang="es-ES" b="0" dirty="0" err="1">
                <a:ea typeface="+mj-lt"/>
                <a:cs typeface="+mj-lt"/>
              </a:rPr>
              <a:t>srcset</a:t>
            </a:r>
            <a:endParaRPr lang="es-ES" dirty="0" err="1">
              <a:ea typeface="+mj-lt"/>
              <a:cs typeface="+mj-lt"/>
            </a:endParaRPr>
          </a:p>
        </p:txBody>
      </p:sp>
      <p:sp>
        <p:nvSpPr>
          <p:cNvPr id="10" name="Rectangle 9">
            <a:extLst>
              <a:ext uri="{FF2B5EF4-FFF2-40B4-BE49-F238E27FC236}">
                <a16:creationId xmlns:a16="http://schemas.microsoft.com/office/drawing/2014/main" id="{E842DEA9-29F2-37A5-A082-9EE49470D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8FBBFA2-EF5E-2D34-C812-BB91708D62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4676764-4918-67CB-90A2-313BF9917AAD}"/>
              </a:ext>
            </a:extLst>
          </p:cNvPr>
          <p:cNvSpPr>
            <a:spLocks noGrp="1"/>
          </p:cNvSpPr>
          <p:nvPr>
            <p:ph idx="1"/>
          </p:nvPr>
        </p:nvSpPr>
        <p:spPr>
          <a:xfrm>
            <a:off x="1587710" y="2160016"/>
            <a:ext cx="9486690" cy="3926152"/>
          </a:xfrm>
        </p:spPr>
        <p:txBody>
          <a:bodyPr vert="horz" lIns="91440" tIns="45720" rIns="91440" bIns="45720" rtlCol="0" anchor="t">
            <a:normAutofit lnSpcReduction="10000"/>
          </a:bodyPr>
          <a:lstStyle/>
          <a:p>
            <a:pPr lvl="1">
              <a:buFont typeface="Courier New" panose="020B0604020202020204" pitchFamily="34" charset="0"/>
              <a:buChar char="o"/>
            </a:pPr>
            <a:r>
              <a:rPr lang="es-ES" dirty="0">
                <a:ea typeface="+mn-lt"/>
                <a:cs typeface="+mn-lt"/>
              </a:rPr>
              <a:t>Descriptor de densidad de píxeles (x): Le indica al navegador la densidad de píxeles de la imagen. Es perfecto para pantallas de alta resolución (como las pantallas Retina de Apple) que necesitan imágenes con el doble o el triple de píxeles para que se vean nítidas.</a:t>
            </a:r>
          </a:p>
          <a:p>
            <a:pPr marL="0" indent="0">
              <a:buNone/>
            </a:pPr>
            <a:r>
              <a:rPr lang="es-ES" b="1" dirty="0">
                <a:latin typeface="Consolas"/>
                <a:ea typeface="+mn-lt"/>
                <a:cs typeface="+mn-lt"/>
              </a:rPr>
              <a:t>    &lt;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srcset</a:t>
            </a:r>
            <a:r>
              <a:rPr lang="es-ES" b="1" dirty="0">
                <a:latin typeface="Consolas"/>
                <a:ea typeface="+mn-lt"/>
                <a:cs typeface="+mn-lt"/>
              </a:rPr>
              <a:t>="logo.png, </a:t>
            </a:r>
            <a:br>
              <a:rPr lang="es-ES" b="1" dirty="0">
                <a:latin typeface="Consolas"/>
                <a:ea typeface="+mn-lt"/>
                <a:cs typeface="+mn-lt"/>
              </a:rPr>
            </a:br>
            <a:r>
              <a:rPr lang="es-ES" b="1" dirty="0">
                <a:latin typeface="Consolas"/>
                <a:ea typeface="+mn-lt"/>
                <a:cs typeface="+mn-lt"/>
              </a:rPr>
              <a:t>                 logo-2x.png 2x, </a:t>
            </a:r>
            <a:br>
              <a:rPr lang="es-ES" b="1" dirty="0">
                <a:latin typeface="Consolas"/>
                <a:ea typeface="+mn-lt"/>
                <a:cs typeface="+mn-lt"/>
              </a:rPr>
            </a:br>
            <a:r>
              <a:rPr lang="es-ES" b="1" dirty="0">
                <a:latin typeface="Consolas"/>
                <a:ea typeface="+mn-lt"/>
                <a:cs typeface="+mn-lt"/>
              </a:rPr>
              <a:t>                 logo-3x.png 3x"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="logo.png"</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alt</a:t>
            </a:r>
            <a:r>
              <a:rPr lang="es-ES" b="1" dirty="0">
                <a:latin typeface="Consolas"/>
                <a:ea typeface="+mn-lt"/>
                <a:cs typeface="+mn-lt"/>
              </a:rPr>
              <a:t>="Logo de la empresa"&gt;</a:t>
            </a:r>
          </a:p>
          <a:p>
            <a:pPr lvl="1">
              <a:buFont typeface="Courier New" panose="020B0604020202020204" pitchFamily="34" charset="0"/>
              <a:buChar char="o"/>
            </a:pPr>
            <a:r>
              <a:rPr lang="es-ES" dirty="0">
                <a:ea typeface="+mn-lt"/>
                <a:cs typeface="+mn-lt"/>
              </a:rPr>
              <a:t>Aquí, un dispositivo con una pantalla de alta densidad (2x o 3x) cargará la imagen correspondiente (logo-2x.png o logo-3x.png) para garantizar la nitidez.</a:t>
            </a:r>
            <a:endParaRPr lang="es-ES"/>
          </a:p>
          <a:p>
            <a:endParaRPr lang="es-ES" dirty="0">
              <a:latin typeface="Neue Haas Grotesk Text Pro"/>
            </a:endParaRPr>
          </a:p>
          <a:p>
            <a:endParaRPr lang="es-ES" dirty="0"/>
          </a:p>
        </p:txBody>
      </p:sp>
    </p:spTree>
    <p:extLst>
      <p:ext uri="{BB962C8B-B14F-4D97-AF65-F5344CB8AC3E}">
        <p14:creationId xmlns:p14="http://schemas.microsoft.com/office/powerpoint/2010/main" val="17425456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CF1181-3291-DA1C-6150-828E4B745E5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A5305C9-0EA2-3BDA-33C4-A2D6325D9F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A3C14FE-5649-B922-446D-FF567167000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3.2.5.1. Uso de etiquetas &lt;</a:t>
            </a:r>
            <a:r>
              <a:rPr lang="es-ES" b="0" dirty="0" err="1">
                <a:ea typeface="+mj-lt"/>
                <a:cs typeface="+mj-lt"/>
              </a:rPr>
              <a:t>picture</a:t>
            </a:r>
            <a:r>
              <a:rPr lang="es-ES" b="0" dirty="0">
                <a:ea typeface="+mj-lt"/>
                <a:cs typeface="+mj-lt"/>
              </a:rPr>
              <a:t>&gt; y </a:t>
            </a:r>
            <a:r>
              <a:rPr lang="es-ES" b="0" dirty="0" err="1">
                <a:ea typeface="+mj-lt"/>
                <a:cs typeface="+mj-lt"/>
              </a:rPr>
              <a:t>srcset</a:t>
            </a:r>
            <a:endParaRPr lang="es-ES" dirty="0" err="1">
              <a:ea typeface="+mj-lt"/>
              <a:cs typeface="+mj-lt"/>
            </a:endParaRPr>
          </a:p>
        </p:txBody>
      </p:sp>
      <p:sp>
        <p:nvSpPr>
          <p:cNvPr id="10" name="Rectangle 9">
            <a:extLst>
              <a:ext uri="{FF2B5EF4-FFF2-40B4-BE49-F238E27FC236}">
                <a16:creationId xmlns:a16="http://schemas.microsoft.com/office/drawing/2014/main" id="{BAB6EA71-F767-DE32-2C50-108FC93264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2444FDE-0361-836E-9C24-E0BB5A4E5B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6E5CBC5-A393-5751-9D1A-A758BD5D80C0}"/>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La etiqueta &lt;</a:t>
            </a:r>
            <a:r>
              <a:rPr lang="es-ES" dirty="0" err="1">
                <a:ea typeface="+mn-lt"/>
                <a:cs typeface="+mn-lt"/>
              </a:rPr>
              <a:t>picture</a:t>
            </a:r>
            <a:r>
              <a:rPr lang="es-ES" dirty="0">
                <a:ea typeface="+mn-lt"/>
                <a:cs typeface="+mn-lt"/>
              </a:rPr>
              <a:t>&gt; ofrece un control más exhaustivo sobre qué imagen mostrar. Permite al desarrollador definir diferentes fuentes de imagen utilizando la etiqueta &lt;</a:t>
            </a:r>
            <a:r>
              <a:rPr lang="es-ES" dirty="0" err="1">
                <a:ea typeface="+mn-lt"/>
                <a:cs typeface="+mn-lt"/>
              </a:rPr>
              <a:t>source</a:t>
            </a:r>
            <a:r>
              <a:rPr lang="es-ES" dirty="0">
                <a:ea typeface="+mn-lt"/>
                <a:cs typeface="+mn-lt"/>
              </a:rPr>
              <a:t>&gt; con consultas de medios (media </a:t>
            </a:r>
            <a:r>
              <a:rPr lang="es-ES" dirty="0" err="1">
                <a:ea typeface="+mn-lt"/>
                <a:cs typeface="+mn-lt"/>
              </a:rPr>
              <a:t>queries</a:t>
            </a:r>
            <a:r>
              <a:rPr lang="es-ES" dirty="0">
                <a:ea typeface="+mn-lt"/>
                <a:cs typeface="+mn-lt"/>
              </a:rPr>
              <a:t>). Esto es ideal para el redimensionado artístico, donde se desea mostrar una imagen completamente diferente o un recorte distinto en función del tamaño de la pantalla.</a:t>
            </a:r>
            <a:endParaRPr lang="es-ES" dirty="0"/>
          </a:p>
          <a:p>
            <a:r>
              <a:rPr lang="es-ES" dirty="0">
                <a:ea typeface="+mn-lt"/>
                <a:cs typeface="+mn-lt"/>
              </a:rPr>
              <a:t>También es útil para servir formatos de imagen de nueva generación como </a:t>
            </a:r>
            <a:r>
              <a:rPr lang="es-ES" dirty="0" err="1">
                <a:ea typeface="+mn-lt"/>
                <a:cs typeface="+mn-lt"/>
              </a:rPr>
              <a:t>WebP</a:t>
            </a:r>
            <a:r>
              <a:rPr lang="es-ES" dirty="0">
                <a:ea typeface="+mn-lt"/>
                <a:cs typeface="+mn-lt"/>
              </a:rPr>
              <a:t> o AVIF como una opción preferida, pero con una imagen de reserva en un formato más antiguo para navegadores que no lo soporten.</a:t>
            </a:r>
            <a:endParaRPr lang="es-ES" dirty="0"/>
          </a:p>
        </p:txBody>
      </p:sp>
    </p:spTree>
    <p:extLst>
      <p:ext uri="{BB962C8B-B14F-4D97-AF65-F5344CB8AC3E}">
        <p14:creationId xmlns:p14="http://schemas.microsoft.com/office/powerpoint/2010/main" val="204339891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F430CD-E777-344F-CC72-9F23C4411A6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3C34E40-74B5-4869-33BC-44B31B031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F39CFD-BBDE-229F-3219-50879821CA32}"/>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3.2.5.1. Uso de etiquetas &lt;</a:t>
            </a:r>
            <a:r>
              <a:rPr lang="es-ES" b="0" dirty="0" err="1">
                <a:ea typeface="+mj-lt"/>
                <a:cs typeface="+mj-lt"/>
              </a:rPr>
              <a:t>picture</a:t>
            </a:r>
            <a:r>
              <a:rPr lang="es-ES" b="0" dirty="0">
                <a:ea typeface="+mj-lt"/>
                <a:cs typeface="+mj-lt"/>
              </a:rPr>
              <a:t>&gt; y </a:t>
            </a:r>
            <a:r>
              <a:rPr lang="es-ES" b="0" dirty="0" err="1">
                <a:ea typeface="+mj-lt"/>
                <a:cs typeface="+mj-lt"/>
              </a:rPr>
              <a:t>srcset</a:t>
            </a:r>
            <a:endParaRPr lang="es-ES" dirty="0" err="1">
              <a:ea typeface="+mj-lt"/>
              <a:cs typeface="+mj-lt"/>
            </a:endParaRPr>
          </a:p>
        </p:txBody>
      </p:sp>
      <p:sp>
        <p:nvSpPr>
          <p:cNvPr id="10" name="Rectangle 9">
            <a:extLst>
              <a:ext uri="{FF2B5EF4-FFF2-40B4-BE49-F238E27FC236}">
                <a16:creationId xmlns:a16="http://schemas.microsoft.com/office/drawing/2014/main" id="{4AB14DFF-29B0-356E-44AB-656BC022AB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802890-322E-01F0-E914-FE633228A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3CAD5E0-3AC6-7A84-1C39-E681B64DF18C}"/>
              </a:ext>
            </a:extLst>
          </p:cNvPr>
          <p:cNvSpPr>
            <a:spLocks noGrp="1"/>
          </p:cNvSpPr>
          <p:nvPr>
            <p:ph idx="1"/>
          </p:nvPr>
        </p:nvSpPr>
        <p:spPr>
          <a:xfrm>
            <a:off x="1587710" y="2160016"/>
            <a:ext cx="9486690" cy="3926152"/>
          </a:xfrm>
        </p:spPr>
        <p:txBody>
          <a:bodyPr vert="horz" lIns="91440" tIns="45720" rIns="91440" bIns="45720" rtlCol="0" anchor="t">
            <a:normAutofit fontScale="92500"/>
          </a:bodyPr>
          <a:lstStyle/>
          <a:p>
            <a:r>
              <a:rPr lang="es-ES" dirty="0">
                <a:ea typeface="+mn-lt"/>
                <a:cs typeface="+mn-lt"/>
              </a:rPr>
              <a:t>El navegador leerá las etiquetas &lt;</a:t>
            </a:r>
            <a:r>
              <a:rPr lang="es-ES" dirty="0" err="1">
                <a:ea typeface="+mn-lt"/>
                <a:cs typeface="+mn-lt"/>
              </a:rPr>
              <a:t>source</a:t>
            </a:r>
            <a:r>
              <a:rPr lang="es-ES" dirty="0">
                <a:ea typeface="+mn-lt"/>
                <a:cs typeface="+mn-lt"/>
              </a:rPr>
              <a:t>&gt; de arriba a abajo y cargará la primera que cumpla con la media </a:t>
            </a:r>
            <a:r>
              <a:rPr lang="es-ES" dirty="0" err="1">
                <a:ea typeface="+mn-lt"/>
                <a:cs typeface="+mn-lt"/>
              </a:rPr>
              <a:t>query</a:t>
            </a:r>
            <a:r>
              <a:rPr lang="es-ES" dirty="0">
                <a:ea typeface="+mn-lt"/>
                <a:cs typeface="+mn-lt"/>
              </a:rPr>
              <a:t>. Si ninguna coincide (o el navegador no soporta &lt;</a:t>
            </a:r>
            <a:r>
              <a:rPr lang="es-ES" dirty="0" err="1">
                <a:ea typeface="+mn-lt"/>
                <a:cs typeface="+mn-lt"/>
              </a:rPr>
              <a:t>picture</a:t>
            </a:r>
            <a:r>
              <a:rPr lang="es-ES" dirty="0">
                <a:ea typeface="+mn-lt"/>
                <a:cs typeface="+mn-lt"/>
              </a:rPr>
              <a:t>&gt;), cargará la imagen de la etiqueta &lt;</a:t>
            </a:r>
            <a:r>
              <a:rPr lang="es-ES" dirty="0" err="1">
                <a:ea typeface="+mn-lt"/>
                <a:cs typeface="+mn-lt"/>
              </a:rPr>
              <a:t>img</a:t>
            </a:r>
            <a:r>
              <a:rPr lang="es-ES" dirty="0">
                <a:ea typeface="+mn-lt"/>
                <a:cs typeface="+mn-lt"/>
              </a:rPr>
              <a:t>&gt;.</a:t>
            </a:r>
          </a:p>
          <a:p>
            <a:pPr marL="0" indent="0">
              <a:buNone/>
            </a:pPr>
            <a:r>
              <a:rPr lang="es-ES" b="1" dirty="0">
                <a:latin typeface="Consolas"/>
                <a:ea typeface="+mn-lt"/>
                <a:cs typeface="+mn-lt"/>
              </a:rPr>
              <a:t>&lt;</a:t>
            </a:r>
            <a:r>
              <a:rPr lang="es-ES" b="1" err="1">
                <a:latin typeface="Consolas"/>
                <a:ea typeface="+mn-lt"/>
                <a:cs typeface="+mn-lt"/>
              </a:rPr>
              <a:t>picture</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srcset</a:t>
            </a:r>
            <a:r>
              <a:rPr lang="es-ES" b="1" dirty="0">
                <a:latin typeface="Consolas"/>
                <a:ea typeface="+mn-lt"/>
                <a:cs typeface="+mn-lt"/>
              </a:rPr>
              <a:t>="logo-</a:t>
            </a:r>
            <a:r>
              <a:rPr lang="es-ES" b="1" err="1">
                <a:latin typeface="Consolas"/>
                <a:ea typeface="+mn-lt"/>
                <a:cs typeface="+mn-lt"/>
              </a:rPr>
              <a:t>grande.webp</a:t>
            </a:r>
            <a:r>
              <a:rPr lang="es-ES" b="1" dirty="0">
                <a:latin typeface="Consolas"/>
                <a:ea typeface="+mn-lt"/>
                <a:cs typeface="+mn-lt"/>
              </a:rPr>
              <a:t>" media="(min-</a:t>
            </a:r>
            <a:r>
              <a:rPr lang="es-ES" b="1" err="1">
                <a:latin typeface="Consolas"/>
                <a:ea typeface="+mn-lt"/>
                <a:cs typeface="+mn-lt"/>
              </a:rPr>
              <a:t>width</a:t>
            </a:r>
            <a:r>
              <a:rPr lang="es-ES" b="1" dirty="0">
                <a:latin typeface="Consolas"/>
                <a:ea typeface="+mn-lt"/>
                <a:cs typeface="+mn-lt"/>
              </a:rPr>
              <a:t>: 800px)"&gt;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srcset</a:t>
            </a:r>
            <a:r>
              <a:rPr lang="es-ES" b="1" dirty="0">
                <a:latin typeface="Consolas"/>
                <a:ea typeface="+mn-lt"/>
                <a:cs typeface="+mn-lt"/>
              </a:rPr>
              <a:t>="logo-</a:t>
            </a:r>
            <a:r>
              <a:rPr lang="es-ES" b="1" err="1">
                <a:latin typeface="Consolas"/>
                <a:ea typeface="+mn-lt"/>
                <a:cs typeface="+mn-lt"/>
              </a:rPr>
              <a:t>pequeno.webp</a:t>
            </a:r>
            <a:r>
              <a:rPr lang="es-ES" b="1" dirty="0">
                <a:latin typeface="Consolas"/>
                <a:ea typeface="+mn-lt"/>
                <a:cs typeface="+mn-lt"/>
              </a:rPr>
              <a:t>" media="(</a:t>
            </a:r>
            <a:r>
              <a:rPr lang="es-ES" b="1" err="1">
                <a:latin typeface="Consolas"/>
                <a:ea typeface="+mn-lt"/>
                <a:cs typeface="+mn-lt"/>
              </a:rPr>
              <a:t>max-width</a:t>
            </a:r>
            <a:r>
              <a:rPr lang="es-ES" b="1" dirty="0">
                <a:latin typeface="Consolas"/>
                <a:ea typeface="+mn-lt"/>
                <a:cs typeface="+mn-lt"/>
              </a:rPr>
              <a:t>: 799px)"&gt;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="logo-grande.png" </a:t>
            </a:r>
            <a:r>
              <a:rPr lang="es-ES" b="1" err="1">
                <a:latin typeface="Consolas"/>
                <a:ea typeface="+mn-lt"/>
                <a:cs typeface="+mn-lt"/>
              </a:rPr>
              <a:t>alt</a:t>
            </a:r>
            <a:r>
              <a:rPr lang="es-ES" b="1" dirty="0">
                <a:latin typeface="Consolas"/>
                <a:ea typeface="+mn-lt"/>
                <a:cs typeface="+mn-lt"/>
              </a:rPr>
              <a:t>="Logo de la empresa"&gt;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picture</a:t>
            </a:r>
            <a:r>
              <a:rPr lang="es-ES" b="1" dirty="0">
                <a:latin typeface="Consolas"/>
                <a:ea typeface="+mn-lt"/>
                <a:cs typeface="+mn-lt"/>
              </a:rPr>
              <a:t>&gt;</a:t>
            </a:r>
            <a:endParaRPr lang="es-ES" b="1" dirty="0">
              <a:latin typeface="Consolas"/>
            </a:endParaRPr>
          </a:p>
        </p:txBody>
      </p:sp>
    </p:spTree>
    <p:extLst>
      <p:ext uri="{BB962C8B-B14F-4D97-AF65-F5344CB8AC3E}">
        <p14:creationId xmlns:p14="http://schemas.microsoft.com/office/powerpoint/2010/main" val="8095485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A71EB1-9D0B-8418-6AA0-0328561F452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FA7C9C0-D307-B6AF-358A-A6B45C7F5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DE24FF3-B5D3-AFE7-6E3C-F97054AB3AE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3.2.5.2. Buenas prácticas para imágenes responsive</a:t>
            </a:r>
            <a:endParaRPr lang="es-ES" dirty="0"/>
          </a:p>
        </p:txBody>
      </p:sp>
      <p:sp>
        <p:nvSpPr>
          <p:cNvPr id="10" name="Rectangle 9">
            <a:extLst>
              <a:ext uri="{FF2B5EF4-FFF2-40B4-BE49-F238E27FC236}">
                <a16:creationId xmlns:a16="http://schemas.microsoft.com/office/drawing/2014/main" id="{D2BB4E8F-9ED8-4CF4-D995-4F5E01628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B4D3EF6-0018-5A00-7AE3-BDE150932A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16AE1DE-4681-AEF1-6AEC-7718844451AA}"/>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Más allá de usar las etiquetas correctas, implementar imágenes adaptables de manera efectiva requiere seguir una serie de buenas prácticas. Estas técnicas no solo garantizan que las imágenes se vean bien, sino que también optimizan el rendimiento de la web para cualquier usuario.</a:t>
            </a:r>
          </a:p>
          <a:p>
            <a:pPr lvl="1">
              <a:buFont typeface="Courier New" panose="020B0604020202020204" pitchFamily="34" charset="0"/>
              <a:buChar char="o"/>
            </a:pPr>
            <a:r>
              <a:rPr lang="es-ES" dirty="0">
                <a:ea typeface="+mn-lt"/>
                <a:cs typeface="+mn-lt"/>
              </a:rPr>
              <a:t>Redimensionar en el servidor o antes de subir: La regla de oro es servir imágenes del tamaño más cercano al que se van a mostrar. Redimensionar imágenes de 3000px a 400px con CSS es ineficiente. Lo ideal es usar herramientas de automatización o librerías del lado del servidor para generar múltiples versiones de una imagen y usar </a:t>
            </a:r>
            <a:r>
              <a:rPr lang="es-ES" dirty="0" err="1">
                <a:ea typeface="+mn-lt"/>
                <a:cs typeface="+mn-lt"/>
              </a:rPr>
              <a:t>srcset</a:t>
            </a:r>
            <a:r>
              <a:rPr lang="es-ES" dirty="0">
                <a:ea typeface="+mn-lt"/>
                <a:cs typeface="+mn-lt"/>
              </a:rPr>
              <a:t> o &lt;</a:t>
            </a:r>
            <a:r>
              <a:rPr lang="es-ES" dirty="0" err="1">
                <a:ea typeface="+mn-lt"/>
                <a:cs typeface="+mn-lt"/>
              </a:rPr>
              <a:t>picture</a:t>
            </a:r>
            <a:r>
              <a:rPr lang="es-ES" dirty="0">
                <a:ea typeface="+mn-lt"/>
                <a:cs typeface="+mn-lt"/>
              </a:rPr>
              <a:t>&gt; para que el navegador elija la más adecuada.</a:t>
            </a:r>
          </a:p>
          <a:p>
            <a:pPr lvl="1">
              <a:buFont typeface="Courier New" panose="020B0604020202020204" pitchFamily="34" charset="0"/>
              <a:buChar char="o"/>
            </a:pPr>
            <a:r>
              <a:rPr lang="es-ES" dirty="0">
                <a:ea typeface="+mn-lt"/>
                <a:cs typeface="+mn-lt"/>
              </a:rPr>
              <a:t>Utilizar formatos de nueva generación: Formatos como </a:t>
            </a:r>
            <a:r>
              <a:rPr lang="es-ES" dirty="0" err="1">
                <a:ea typeface="+mn-lt"/>
                <a:cs typeface="+mn-lt"/>
              </a:rPr>
              <a:t>WebP</a:t>
            </a:r>
            <a:r>
              <a:rPr lang="es-ES" dirty="0">
                <a:ea typeface="+mn-lt"/>
                <a:cs typeface="+mn-lt"/>
              </a:rPr>
              <a:t> y AVIF ofrecen una compresión superior a la de JPEG y PNG, lo que se traduce en archivos de menor tamaño y cargas más rápidas. La etiqueta &lt;</a:t>
            </a:r>
            <a:r>
              <a:rPr lang="es-ES" dirty="0" err="1">
                <a:ea typeface="+mn-lt"/>
                <a:cs typeface="+mn-lt"/>
              </a:rPr>
              <a:t>picture</a:t>
            </a:r>
            <a:r>
              <a:rPr lang="es-ES" dirty="0">
                <a:ea typeface="+mn-lt"/>
                <a:cs typeface="+mn-lt"/>
              </a:rPr>
              <a:t>&gt; es perfecta para implementar estos formatos como una opción preferida, mientras se ofrece un JPEG o PNG de respaldo para navegadores que no los soporten.</a:t>
            </a:r>
          </a:p>
        </p:txBody>
      </p:sp>
    </p:spTree>
    <p:extLst>
      <p:ext uri="{BB962C8B-B14F-4D97-AF65-F5344CB8AC3E}">
        <p14:creationId xmlns:p14="http://schemas.microsoft.com/office/powerpoint/2010/main" val="102234017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8BE399-2532-DBC2-C9AC-61D046174BA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2980FB-3A43-F736-F613-60607C8E4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1E8AD27-F3C3-97BF-FA75-3529FB9A4305}"/>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3.2.5.2. Buenas prácticas para imágenes responsive</a:t>
            </a:r>
            <a:endParaRPr lang="es-ES" dirty="0"/>
          </a:p>
        </p:txBody>
      </p:sp>
      <p:sp>
        <p:nvSpPr>
          <p:cNvPr id="10" name="Rectangle 9">
            <a:extLst>
              <a:ext uri="{FF2B5EF4-FFF2-40B4-BE49-F238E27FC236}">
                <a16:creationId xmlns:a16="http://schemas.microsoft.com/office/drawing/2014/main" id="{3A963B78-918F-9E9E-3590-FACEE85540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A50578F-3F80-F42D-103F-692A2B2E47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DB40C58-9A1F-DCF3-04C2-239F26BACA69}"/>
              </a:ext>
            </a:extLst>
          </p:cNvPr>
          <p:cNvSpPr>
            <a:spLocks noGrp="1"/>
          </p:cNvSpPr>
          <p:nvPr>
            <p:ph idx="1"/>
          </p:nvPr>
        </p:nvSpPr>
        <p:spPr>
          <a:xfrm>
            <a:off x="1587710" y="2160016"/>
            <a:ext cx="9486690" cy="3926152"/>
          </a:xfrm>
        </p:spPr>
        <p:txBody>
          <a:bodyPr vert="horz" lIns="91440" tIns="45720" rIns="91440" bIns="45720" rtlCol="0" anchor="t">
            <a:normAutofit fontScale="85000" lnSpcReduction="10000"/>
          </a:bodyPr>
          <a:lstStyle/>
          <a:p>
            <a:pPr lvl="1">
              <a:buFont typeface="Courier New" panose="020B0604020202020204" pitchFamily="34" charset="0"/>
              <a:buChar char="o"/>
            </a:pPr>
            <a:r>
              <a:rPr lang="es-ES" dirty="0">
                <a:ea typeface="+mn-lt"/>
                <a:cs typeface="+mn-lt"/>
              </a:rPr>
              <a:t>Definir las dimensiones de la imagen en HTML: Incluir los atributos </a:t>
            </a:r>
            <a:r>
              <a:rPr lang="es-ES" dirty="0" err="1">
                <a:ea typeface="+mn-lt"/>
                <a:cs typeface="+mn-lt"/>
              </a:rPr>
              <a:t>width</a:t>
            </a:r>
            <a:r>
              <a:rPr lang="es-ES" dirty="0">
                <a:ea typeface="+mn-lt"/>
                <a:cs typeface="+mn-lt"/>
              </a:rPr>
              <a:t> y </a:t>
            </a:r>
            <a:r>
              <a:rPr lang="es-ES" dirty="0" err="1">
                <a:ea typeface="+mn-lt"/>
                <a:cs typeface="+mn-lt"/>
              </a:rPr>
              <a:t>height</a:t>
            </a:r>
            <a:r>
              <a:rPr lang="es-ES" dirty="0">
                <a:ea typeface="+mn-lt"/>
                <a:cs typeface="+mn-lt"/>
              </a:rPr>
              <a:t> en la etiqueta &lt;</a:t>
            </a:r>
            <a:r>
              <a:rPr lang="es-ES" dirty="0" err="1">
                <a:ea typeface="+mn-lt"/>
                <a:cs typeface="+mn-lt"/>
              </a:rPr>
              <a:t>img</a:t>
            </a:r>
            <a:r>
              <a:rPr lang="es-ES" dirty="0">
                <a:ea typeface="+mn-lt"/>
                <a:cs typeface="+mn-lt"/>
              </a:rPr>
              <a:t>&gt; ayuda a prevenir el "desplazamiento de diseño" (Cumulative Layout Shift o CLS). Al conocer las dimensiones, el navegador puede reservar el espacio en la página antes de que la imagen se cargue, evitando que el contenido se mueva y mejorando la estabilidad visual de la web.</a:t>
            </a:r>
          </a:p>
          <a:p>
            <a:pPr lvl="1">
              <a:buFont typeface="Courier New" panose="020B0604020202020204" pitchFamily="34" charset="0"/>
              <a:buChar char="o"/>
            </a:pPr>
            <a:r>
              <a:rPr lang="es-ES" dirty="0">
                <a:ea typeface="+mn-lt"/>
                <a:cs typeface="+mn-lt"/>
              </a:rPr>
              <a:t>Carga diferida (</a:t>
            </a:r>
            <a:r>
              <a:rPr lang="es-ES" dirty="0" err="1">
                <a:ea typeface="+mn-lt"/>
                <a:cs typeface="+mn-lt"/>
              </a:rPr>
              <a:t>Lazy</a:t>
            </a:r>
            <a:r>
              <a:rPr lang="es-ES" dirty="0">
                <a:ea typeface="+mn-lt"/>
                <a:cs typeface="+mn-lt"/>
              </a:rPr>
              <a:t> </a:t>
            </a:r>
            <a:r>
              <a:rPr lang="es-ES" dirty="0" err="1">
                <a:ea typeface="+mn-lt"/>
                <a:cs typeface="+mn-lt"/>
              </a:rPr>
              <a:t>Loading</a:t>
            </a:r>
            <a:r>
              <a:rPr lang="es-ES" dirty="0">
                <a:ea typeface="+mn-lt"/>
                <a:cs typeface="+mn-lt"/>
              </a:rPr>
              <a:t>): Para imágenes que no son visibles en el momento en que la página carga (por ejemplo, imágenes al final de una página), es una buena práctica utilizar la carga diferida. Añadiendo el atributo </a:t>
            </a:r>
            <a:r>
              <a:rPr lang="es-ES" dirty="0" err="1">
                <a:ea typeface="+mn-lt"/>
                <a:cs typeface="+mn-lt"/>
              </a:rPr>
              <a:t>loading</a:t>
            </a:r>
            <a:r>
              <a:rPr lang="es-ES" dirty="0">
                <a:ea typeface="+mn-lt"/>
                <a:cs typeface="+mn-lt"/>
              </a:rPr>
              <a:t>="</a:t>
            </a:r>
            <a:r>
              <a:rPr lang="es-ES" dirty="0" err="1">
                <a:ea typeface="+mn-lt"/>
                <a:cs typeface="+mn-lt"/>
              </a:rPr>
              <a:t>lazy</a:t>
            </a:r>
            <a:r>
              <a:rPr lang="es-ES" dirty="0">
                <a:ea typeface="+mn-lt"/>
                <a:cs typeface="+mn-lt"/>
              </a:rPr>
              <a:t>" a la etiqueta &lt;</a:t>
            </a:r>
            <a:r>
              <a:rPr lang="es-ES" dirty="0" err="1">
                <a:ea typeface="+mn-lt"/>
                <a:cs typeface="+mn-lt"/>
              </a:rPr>
              <a:t>img</a:t>
            </a:r>
            <a:r>
              <a:rPr lang="es-ES" dirty="0">
                <a:ea typeface="+mn-lt"/>
                <a:cs typeface="+mn-lt"/>
              </a:rPr>
              <a:t>&gt;, el navegador retrasa la descarga de estas imágenes hasta que el usuario se desplaza cerca de ellas. Esto acelera el tiempo de carga inicial y ahorra ancho de banda.</a:t>
            </a:r>
          </a:p>
          <a:p>
            <a:pPr lvl="1">
              <a:buFont typeface="Courier New" panose="020B0604020202020204" pitchFamily="34" charset="0"/>
              <a:buChar char="o"/>
            </a:pPr>
            <a:r>
              <a:rPr lang="es-ES" dirty="0">
                <a:ea typeface="+mn-lt"/>
                <a:cs typeface="+mn-lt"/>
              </a:rPr>
              <a:t>Utilizar imágenes vectoriales (SVG): Para logotipos, iconos e ilustraciones simples, el formato SVG es la mejor opción. Los archivos SVG son adaptables por naturaleza, se escalan a cualquier tamaño sin perder calidad y, a menudo, tienen un tamaño de archivo menor que los formatos rasterizados equivalentes.</a:t>
            </a:r>
          </a:p>
        </p:txBody>
      </p:sp>
    </p:spTree>
    <p:extLst>
      <p:ext uri="{BB962C8B-B14F-4D97-AF65-F5344CB8AC3E}">
        <p14:creationId xmlns:p14="http://schemas.microsoft.com/office/powerpoint/2010/main" val="55140258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D389AB-5BD1-D41D-2D19-77B9F4CEC7E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4AAA07-A401-BD8B-7795-1545858C46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AD7207F-B2E3-962D-5483-3C749F868D3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3.2.6. Importación y exportación de imágenes según finalidad</a:t>
            </a:r>
            <a:endParaRPr lang="es-ES" dirty="0"/>
          </a:p>
        </p:txBody>
      </p:sp>
      <p:sp>
        <p:nvSpPr>
          <p:cNvPr id="10" name="Rectangle 9">
            <a:extLst>
              <a:ext uri="{FF2B5EF4-FFF2-40B4-BE49-F238E27FC236}">
                <a16:creationId xmlns:a16="http://schemas.microsoft.com/office/drawing/2014/main" id="{EE33DBEB-F8E1-2AAC-353C-008EE335D7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8DDE61-D3B2-1112-D906-8734F89C3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8F673E9-4136-CDFE-1F6D-C831E48FECDC}"/>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La forma en que importamos (abrimos) y exportamos (guardamos) una imagen debe estar directamente relacionada con su uso final en la web. No es lo mismo una fotografía de alta calidad para un fondo de pantalla que un icono que necesita transparencia y un tamaño de archivo mínimo. Elegir el formato, la compresión y la configuración correctos es crucial para el rendimiento y la calidad visual de la interfaz.</a:t>
            </a:r>
            <a:endParaRPr lang="es-ES" dirty="0"/>
          </a:p>
          <a:p>
            <a:r>
              <a:rPr lang="es-ES" dirty="0">
                <a:ea typeface="+mn-lt"/>
                <a:cs typeface="+mn-lt"/>
              </a:rPr>
              <a:t>Importación: Formato y Espacio de Color. Al importar una imagen en un editor de imágenes (como GIMP o Photoshop), es importante considerar su origen:</a:t>
            </a:r>
            <a:endParaRPr lang="es-ES" dirty="0"/>
          </a:p>
          <a:p>
            <a:pPr lvl="1">
              <a:buFont typeface="Courier New" panose="020B0604020202020204" pitchFamily="34" charset="0"/>
              <a:buChar char="o"/>
            </a:pPr>
            <a:r>
              <a:rPr lang="es-ES" dirty="0">
                <a:ea typeface="+mn-lt"/>
                <a:cs typeface="+mn-lt"/>
              </a:rPr>
              <a:t>Fotografías: Generalmente, se capturan en formatos de alta calidad como RAW o TIFF. Estos formatos contienen una gran cantidad de datos y no tienen compresión, lo que permite una edición no destructiva y un control total sobre el color y la exposición.</a:t>
            </a:r>
          </a:p>
          <a:p>
            <a:pPr lvl="1">
              <a:buFont typeface="Courier New" panose="020B0604020202020204" pitchFamily="34" charset="0"/>
              <a:buChar char="o"/>
            </a:pPr>
            <a:r>
              <a:rPr lang="es-ES" dirty="0">
                <a:ea typeface="+mn-lt"/>
                <a:cs typeface="+mn-lt"/>
              </a:rPr>
              <a:t>Gráficos vectoriales: Se importan como archivos SVG o formatos nativos de programas de diseño vectorial como Adobe </a:t>
            </a:r>
            <a:r>
              <a:rPr lang="es-ES" dirty="0" err="1">
                <a:ea typeface="+mn-lt"/>
                <a:cs typeface="+mn-lt"/>
              </a:rPr>
              <a:t>Illustrator</a:t>
            </a:r>
            <a:r>
              <a:rPr lang="es-ES" dirty="0">
                <a:ea typeface="+mn-lt"/>
                <a:cs typeface="+mn-lt"/>
              </a:rPr>
              <a:t> (.</a:t>
            </a:r>
            <a:r>
              <a:rPr lang="es-ES" dirty="0" err="1">
                <a:ea typeface="+mn-lt"/>
                <a:cs typeface="+mn-lt"/>
              </a:rPr>
              <a:t>ai</a:t>
            </a:r>
            <a:r>
              <a:rPr lang="es-ES" dirty="0">
                <a:ea typeface="+mn-lt"/>
                <a:cs typeface="+mn-lt"/>
              </a:rPr>
              <a:t>) o Sketch (.sketch). Estos archivos son completamente editables y escalables.</a:t>
            </a:r>
          </a:p>
          <a:p>
            <a:r>
              <a:rPr lang="es-ES" dirty="0">
                <a:ea typeface="+mn-lt"/>
                <a:cs typeface="+mn-lt"/>
              </a:rPr>
              <a:t>Además, el espacio de color es un factor clave. Mientras que la mayoría de los editores usan el espacio de color RGB, es fundamental asegurarse de que el perfil de color esté optimizado para la web, generalmente en </a:t>
            </a:r>
            <a:r>
              <a:rPr lang="es-ES" dirty="0" err="1">
                <a:ea typeface="+mn-lt"/>
                <a:cs typeface="+mn-lt"/>
              </a:rPr>
              <a:t>sRGB</a:t>
            </a:r>
            <a:r>
              <a:rPr lang="es-ES" dirty="0">
                <a:ea typeface="+mn-lt"/>
                <a:cs typeface="+mn-lt"/>
              </a:rPr>
              <a:t>, que es el estándar para monitores y navegadores.</a:t>
            </a:r>
          </a:p>
        </p:txBody>
      </p:sp>
    </p:spTree>
    <p:extLst>
      <p:ext uri="{BB962C8B-B14F-4D97-AF65-F5344CB8AC3E}">
        <p14:creationId xmlns:p14="http://schemas.microsoft.com/office/powerpoint/2010/main" val="21711254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70FDD7-4990-6E1B-B603-D512FD6557E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C66B64-AA7C-ABBD-097C-5EE95724E9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18B64AB-167A-1CF8-A657-B2A578CD13A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3.2.6. Importación y exportación de imágenes según finalidad</a:t>
            </a:r>
            <a:endParaRPr lang="es-ES" dirty="0"/>
          </a:p>
        </p:txBody>
      </p:sp>
      <p:sp>
        <p:nvSpPr>
          <p:cNvPr id="10" name="Rectangle 9">
            <a:extLst>
              <a:ext uri="{FF2B5EF4-FFF2-40B4-BE49-F238E27FC236}">
                <a16:creationId xmlns:a16="http://schemas.microsoft.com/office/drawing/2014/main" id="{022A2750-8D1C-03D3-7CFF-A08246009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70213D7-1408-CB3B-DCBC-A8D977660D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DB6583E-EF07-CF79-08EA-6904F9CECEE0}"/>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Exportación: Formato, Compresión y Transparencia. La exportación es donde se toman las decisiones finales para optimizar la imagen para la web.</a:t>
            </a:r>
          </a:p>
          <a:p>
            <a:pPr lvl="1">
              <a:buFont typeface="Courier New" panose="020B0604020202020204" pitchFamily="34" charset="0"/>
              <a:buChar char="o"/>
            </a:pPr>
            <a:r>
              <a:rPr lang="es-ES" dirty="0">
                <a:ea typeface="+mn-lt"/>
                <a:cs typeface="+mn-lt"/>
              </a:rPr>
              <a:t>Para fotografías:</a:t>
            </a:r>
            <a:endParaRPr lang="es-ES" dirty="0"/>
          </a:p>
          <a:p>
            <a:pPr lvl="2">
              <a:buFont typeface="Wingdings" panose="020B0604020202020204" pitchFamily="34" charset="0"/>
              <a:buChar char="§"/>
            </a:pPr>
            <a:r>
              <a:rPr lang="es-ES" dirty="0">
                <a:ea typeface="+mn-lt"/>
                <a:cs typeface="+mn-lt"/>
              </a:rPr>
              <a:t>Formato: JPEG es el formato estándar. Utiliza una compresión con pérdida. La mayoría de los editores permiten ajustar la calidad (por ejemplo, de 0 a 100). Una calidad del 60-80% suele ofrecer un buen equilibrio entre calidad visual y tamaño de archivo.</a:t>
            </a:r>
            <a:endParaRPr lang="es-ES">
              <a:ea typeface="+mn-lt"/>
              <a:cs typeface="+mn-lt"/>
            </a:endParaRPr>
          </a:p>
          <a:p>
            <a:pPr lvl="1">
              <a:buFont typeface="Courier New" panose="020B0604020202020204" pitchFamily="34" charset="0"/>
              <a:buChar char="o"/>
            </a:pPr>
            <a:r>
              <a:rPr lang="es-ES" dirty="0">
                <a:ea typeface="+mn-lt"/>
                <a:cs typeface="+mn-lt"/>
              </a:rPr>
              <a:t>Para logos, iconos y gráficos con transparencias:</a:t>
            </a:r>
            <a:endParaRPr lang="es-ES" dirty="0"/>
          </a:p>
          <a:p>
            <a:pPr lvl="2">
              <a:buFont typeface="Wingdings" panose="020B0604020202020204" pitchFamily="34" charset="0"/>
              <a:buChar char="§"/>
            </a:pPr>
            <a:r>
              <a:rPr lang="es-ES" dirty="0">
                <a:ea typeface="+mn-lt"/>
                <a:cs typeface="+mn-lt"/>
              </a:rPr>
              <a:t>Formato: PNG es la mejor opción para imágenes con transparencia. SVG es aún mejor si la imagen es un gráfico vectorial. PNG utiliza compresión sin pérdida. Para optimizar aún más, se puede reducir la paleta de colores. SVG es un formato de texto, por lo que su optimización implica eliminar datos innecesarios de su código XML.</a:t>
            </a:r>
            <a:endParaRPr lang="es-ES"/>
          </a:p>
          <a:p>
            <a:pPr lvl="1">
              <a:buFont typeface="Courier New" panose="020B0604020202020204" pitchFamily="34" charset="0"/>
              <a:buChar char="o"/>
            </a:pPr>
            <a:r>
              <a:rPr lang="es-ES" dirty="0">
                <a:ea typeface="+mn-lt"/>
                <a:cs typeface="+mn-lt"/>
              </a:rPr>
              <a:t>Para animaciones cortas:</a:t>
            </a:r>
          </a:p>
          <a:p>
            <a:pPr lvl="2">
              <a:buFont typeface="Wingdings" panose="020B0604020202020204" pitchFamily="34" charset="0"/>
              <a:buChar char="§"/>
            </a:pPr>
            <a:r>
              <a:rPr lang="es-ES" dirty="0">
                <a:ea typeface="+mn-lt"/>
                <a:cs typeface="+mn-lt"/>
              </a:rPr>
              <a:t>Formato: GIF sigue siendo popular para animaciones sencillas, aunque el uso de video en un bucle es una alternativa más eficiente. Se puede reducir el número de fotogramas o la paleta de colores para reducir el tamaño del archivo.</a:t>
            </a:r>
          </a:p>
          <a:p>
            <a:pPr lvl="1">
              <a:buFont typeface="Courier New" panose="020B0604020202020204" pitchFamily="34" charset="0"/>
              <a:buChar char="o"/>
            </a:pPr>
            <a:r>
              <a:rPr lang="es-ES" dirty="0">
                <a:ea typeface="+mn-lt"/>
                <a:cs typeface="+mn-lt"/>
              </a:rPr>
              <a:t>Para todos los casos (si el navegador lo soporta):</a:t>
            </a:r>
            <a:endParaRPr lang="es-ES" dirty="0"/>
          </a:p>
          <a:p>
            <a:pPr lvl="2">
              <a:buFont typeface="Wingdings" panose="020B0604020202020204" pitchFamily="34" charset="0"/>
              <a:buChar char="§"/>
            </a:pPr>
            <a:r>
              <a:rPr lang="es-ES" dirty="0">
                <a:ea typeface="+mn-lt"/>
                <a:cs typeface="+mn-lt"/>
              </a:rPr>
              <a:t>Formato: </a:t>
            </a:r>
            <a:r>
              <a:rPr lang="es-ES" dirty="0" err="1">
                <a:ea typeface="+mn-lt"/>
                <a:cs typeface="+mn-lt"/>
              </a:rPr>
              <a:t>WebP</a:t>
            </a:r>
            <a:r>
              <a:rPr lang="es-ES" dirty="0">
                <a:ea typeface="+mn-lt"/>
                <a:cs typeface="+mn-lt"/>
              </a:rPr>
              <a:t> y AVIF. Estos formatos de nueva generación ofrecen una compresión superior a la de JPEG y PNG. Si el navegador del usuario lo soporta, son la opción preferida para la mayoría de los casos.</a:t>
            </a:r>
          </a:p>
        </p:txBody>
      </p:sp>
    </p:spTree>
    <p:extLst>
      <p:ext uri="{BB962C8B-B14F-4D97-AF65-F5344CB8AC3E}">
        <p14:creationId xmlns:p14="http://schemas.microsoft.com/office/powerpoint/2010/main" val="418202026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04650D-603D-75C9-6E78-4C6E315DCB2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3F6515-DCFA-56FB-7D2A-C04122C56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60292C8-0C3B-66F8-0C09-C37BC25EC36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 Audio para la Web</a:t>
            </a:r>
            <a:endParaRPr lang="es-ES" dirty="0"/>
          </a:p>
        </p:txBody>
      </p:sp>
      <p:sp>
        <p:nvSpPr>
          <p:cNvPr id="10" name="Rectangle 9">
            <a:extLst>
              <a:ext uri="{FF2B5EF4-FFF2-40B4-BE49-F238E27FC236}">
                <a16:creationId xmlns:a16="http://schemas.microsoft.com/office/drawing/2014/main" id="{B371CD47-A51B-9EFF-3FF9-3A60DDE0E2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783E0D7-E07E-2655-4C4C-268F5558F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346B64A-0D40-4D8D-1B50-A9E6A710F545}"/>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La integración de audio en una interfaz web puede enriquecer la experiencia del usuario, ya sea a través de música de fondo, efectos de sonido, podcasts o locuciones. Sin embargo, para que el audio sea efectivo, es crucial optimizarlo para la web, lo que implica seleccionar el formato correcto, codificarlo de manera eficiente y asegurarse de que se reproduzca en la mayoría de los navegadores.</a:t>
            </a:r>
            <a:endParaRPr lang="es-ES" dirty="0"/>
          </a:p>
          <a:p>
            <a:r>
              <a:rPr lang="es-ES" dirty="0">
                <a:ea typeface="+mn-lt"/>
                <a:cs typeface="+mn-lt"/>
              </a:rPr>
              <a:t>El audio en la web se puede dividir en varios aspectos clave:</a:t>
            </a:r>
            <a:endParaRPr lang="es-ES" dirty="0"/>
          </a:p>
          <a:p>
            <a:pPr lvl="1">
              <a:buFont typeface="Courier New" panose="020B0604020202020204" pitchFamily="34" charset="0"/>
              <a:buChar char="o"/>
            </a:pPr>
            <a:r>
              <a:rPr lang="es-ES" dirty="0">
                <a:ea typeface="+mn-lt"/>
                <a:cs typeface="+mn-lt"/>
              </a:rPr>
              <a:t>Formatos y códecs: Se utilizan formatos de audio específicos que están optimizados para el </a:t>
            </a:r>
            <a:r>
              <a:rPr lang="es-ES" dirty="0" err="1">
                <a:ea typeface="+mn-lt"/>
                <a:cs typeface="+mn-lt"/>
              </a:rPr>
              <a:t>streaming</a:t>
            </a:r>
            <a:r>
              <a:rPr lang="es-ES" dirty="0">
                <a:ea typeface="+mn-lt"/>
                <a:cs typeface="+mn-lt"/>
              </a:rPr>
              <a:t> y la reproducción en línea. Estos formatos utilizan códecs (codificadores/descodificadores) que comprimen el audio para reducir el tamaño del archivo, manteniendo una calidad aceptable.</a:t>
            </a:r>
            <a:endParaRPr lang="es-ES"/>
          </a:p>
          <a:p>
            <a:pPr lvl="1">
              <a:buFont typeface="Courier New" panose="020B0604020202020204" pitchFamily="34" charset="0"/>
              <a:buChar char="o"/>
            </a:pPr>
            <a:r>
              <a:rPr lang="es-ES" dirty="0">
                <a:ea typeface="+mn-lt"/>
                <a:cs typeface="+mn-lt"/>
              </a:rPr>
              <a:t>Compresión y codificación: El proceso de compresión es similar al de las imágenes. Se utilizan técnicas de compresión con pérdida para reducir drásticamente el tamaño del archivo, lo que permite que el audio se cargue rápidamente.</a:t>
            </a:r>
            <a:endParaRPr lang="es-ES"/>
          </a:p>
        </p:txBody>
      </p:sp>
    </p:spTree>
    <p:extLst>
      <p:ext uri="{BB962C8B-B14F-4D97-AF65-F5344CB8AC3E}">
        <p14:creationId xmlns:p14="http://schemas.microsoft.com/office/powerpoint/2010/main" val="31433035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C77FB4-C022-319E-19A6-848E08850A8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60121E-ABF3-C596-928E-A9812292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131E563-2FC6-8E53-CCFA-FF51F83B214E}"/>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 Audio para la Web</a:t>
            </a:r>
            <a:endParaRPr lang="es-ES" dirty="0"/>
          </a:p>
        </p:txBody>
      </p:sp>
      <p:sp>
        <p:nvSpPr>
          <p:cNvPr id="10" name="Rectangle 9">
            <a:extLst>
              <a:ext uri="{FF2B5EF4-FFF2-40B4-BE49-F238E27FC236}">
                <a16:creationId xmlns:a16="http://schemas.microsoft.com/office/drawing/2014/main" id="{FC7C7041-38F3-97C3-304A-6F519A634C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174FD9-8DAB-1998-8E22-7C8C2133F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A5CBAEF-0684-4564-37CF-B0AA021A1900}"/>
              </a:ext>
            </a:extLst>
          </p:cNvPr>
          <p:cNvSpPr>
            <a:spLocks noGrp="1"/>
          </p:cNvSpPr>
          <p:nvPr>
            <p:ph idx="1"/>
          </p:nvPr>
        </p:nvSpPr>
        <p:spPr>
          <a:xfrm>
            <a:off x="1587710" y="2160016"/>
            <a:ext cx="9486690" cy="3926152"/>
          </a:xfrm>
        </p:spPr>
        <p:txBody>
          <a:bodyPr vert="horz" lIns="91440" tIns="45720" rIns="91440" bIns="45720" rtlCol="0" anchor="t">
            <a:normAutofit/>
          </a:bodyPr>
          <a:lstStyle/>
          <a:p>
            <a:pPr lvl="1">
              <a:buFont typeface="Courier New" panose="020B0604020202020204" pitchFamily="34" charset="0"/>
              <a:buChar char="o"/>
            </a:pPr>
            <a:r>
              <a:rPr lang="es-ES" dirty="0">
                <a:ea typeface="+mn-lt"/>
                <a:cs typeface="+mn-lt"/>
              </a:rPr>
              <a:t>Manipulación y conversión: Existen herramientas tanto en línea como de escritorio que permiten editar el audio (cortar, unir, aplicar efectos) y convertirlo entre diferentes formatos para garantizar la máxima compatibilidad.</a:t>
            </a:r>
          </a:p>
          <a:p>
            <a:pPr lvl="1">
              <a:buFont typeface="Courier New" panose="020B0604020202020204" pitchFamily="34" charset="0"/>
              <a:buChar char="o"/>
            </a:pPr>
            <a:r>
              <a:rPr lang="es-ES" dirty="0">
                <a:ea typeface="+mn-lt"/>
                <a:cs typeface="+mn-lt"/>
              </a:rPr>
              <a:t>Integración en HTML5: La etiqueta &lt;audio&gt; de HTML5 simplificó enormemente la integración de audio en la web, ofreciendo controles nativos y </a:t>
            </a:r>
            <a:r>
              <a:rPr lang="es-ES" dirty="0" err="1">
                <a:ea typeface="+mn-lt"/>
                <a:cs typeface="+mn-lt"/>
              </a:rPr>
              <a:t>APIs</a:t>
            </a:r>
            <a:r>
              <a:rPr lang="es-ES" dirty="0">
                <a:ea typeface="+mn-lt"/>
                <a:cs typeface="+mn-lt"/>
              </a:rPr>
              <a:t> para gestionar la reproducción de forma programática.</a:t>
            </a:r>
          </a:p>
        </p:txBody>
      </p:sp>
    </p:spTree>
    <p:extLst>
      <p:ext uri="{BB962C8B-B14F-4D97-AF65-F5344CB8AC3E}">
        <p14:creationId xmlns:p14="http://schemas.microsoft.com/office/powerpoint/2010/main" val="146536422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F08855-21AE-3F02-BE86-AED05CCFFD9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3ACDB8-3562-0A09-0997-F1E66606D4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8131078-1B45-FE4D-F39C-00AF2A3D52F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3.3.1. Formatos de audio para la web</a:t>
            </a:r>
            <a:endParaRPr lang="es-ES" dirty="0"/>
          </a:p>
        </p:txBody>
      </p:sp>
      <p:sp>
        <p:nvSpPr>
          <p:cNvPr id="10" name="Rectangle 9">
            <a:extLst>
              <a:ext uri="{FF2B5EF4-FFF2-40B4-BE49-F238E27FC236}">
                <a16:creationId xmlns:a16="http://schemas.microsoft.com/office/drawing/2014/main" id="{B7374D73-F94A-53BD-1AB9-A0C3B7E3A1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9123664-1A11-82E0-7DF5-4C4833320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D8CF58B-A59E-9B0C-4E8D-583BF555066F}"/>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Los formatos de audio en la web han evolucionado para ofrecer una mejor compresión y calidad de sonido, lo que resulta en archivos más ligeros y una carga más rápida. La elección del formato adecuado es crucial para asegurar la compatibilidad con todos los navegadores y dispositivos.</a:t>
            </a:r>
            <a:endParaRPr lang="es-ES" dirty="0"/>
          </a:p>
          <a:p>
            <a:pPr lvl="1">
              <a:buFont typeface="Courier New" panose="020B0604020202020204" pitchFamily="34" charset="0"/>
              <a:buChar char="o"/>
            </a:pPr>
            <a:r>
              <a:rPr lang="es-ES" dirty="0">
                <a:ea typeface="+mn-lt"/>
                <a:cs typeface="+mn-lt"/>
              </a:rPr>
              <a:t>MP3 (MPEG-1 Audio </a:t>
            </a:r>
            <a:r>
              <a:rPr lang="es-ES" dirty="0" err="1">
                <a:ea typeface="+mn-lt"/>
                <a:cs typeface="+mn-lt"/>
              </a:rPr>
              <a:t>Layer</a:t>
            </a:r>
            <a:r>
              <a:rPr lang="es-ES" dirty="0">
                <a:ea typeface="+mn-lt"/>
                <a:cs typeface="+mn-lt"/>
              </a:rPr>
              <a:t> 3): Es el formato más conocido y universalmente compatible. Su popularidad se debe a su excelente balance entre tamaño de archivo y calidad. Utiliza compresión con pérdida, lo que lo hace ideal para la mayoría de los casos de uso, como música y podcasts. Prácticamente todos los navegadores y dispositivos pueden reproducir archivos MP3 de forma nativa.</a:t>
            </a:r>
            <a:endParaRPr lang="es-ES"/>
          </a:p>
        </p:txBody>
      </p:sp>
    </p:spTree>
    <p:extLst>
      <p:ext uri="{BB962C8B-B14F-4D97-AF65-F5344CB8AC3E}">
        <p14:creationId xmlns:p14="http://schemas.microsoft.com/office/powerpoint/2010/main" val="110630815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17390B-B995-732F-8139-366214F12EE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554179-302C-5F63-DFC5-F8C22F35E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F26F9E0-4612-EB65-38EC-8CC7E6E8BAC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3.3.1. Formatos de audio para la web</a:t>
            </a:r>
            <a:endParaRPr lang="es-ES" dirty="0"/>
          </a:p>
        </p:txBody>
      </p:sp>
      <p:sp>
        <p:nvSpPr>
          <p:cNvPr id="10" name="Rectangle 9">
            <a:extLst>
              <a:ext uri="{FF2B5EF4-FFF2-40B4-BE49-F238E27FC236}">
                <a16:creationId xmlns:a16="http://schemas.microsoft.com/office/drawing/2014/main" id="{A9F784DF-DBC3-80E5-74C2-29EAC82F6F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5F06E95-7497-E50F-22AE-B1796BD94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0D33E05-BC46-6C1A-5E51-0AE2F33FE293}"/>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pPr lvl="1">
              <a:buFont typeface="Courier New" panose="020B0604020202020204" pitchFamily="34" charset="0"/>
              <a:buChar char="o"/>
            </a:pPr>
            <a:r>
              <a:rPr lang="es-ES" dirty="0">
                <a:ea typeface="+mn-lt"/>
                <a:cs typeface="+mn-lt"/>
              </a:rPr>
              <a:t>Ogg </a:t>
            </a:r>
            <a:r>
              <a:rPr lang="es-ES" dirty="0" err="1">
                <a:ea typeface="+mn-lt"/>
                <a:cs typeface="+mn-lt"/>
              </a:rPr>
              <a:t>Vorbis</a:t>
            </a:r>
            <a:r>
              <a:rPr lang="es-ES" dirty="0">
                <a:ea typeface="+mn-lt"/>
                <a:cs typeface="+mn-lt"/>
              </a:rPr>
              <a:t>: Es un formato de código abierto y libre de regalías. Ofrece una calidad de audio similar a la de MP3, pero a menudo con un menor tamaño de archivo. Es ampliamente compatible en la web, especialmente en navegadores como Firefox y Chrome, pero no en Safari, por lo que a menudo se utiliza como una alternativa para complementar al MP3.</a:t>
            </a:r>
            <a:endParaRPr lang="es-ES" dirty="0"/>
          </a:p>
          <a:p>
            <a:pPr lvl="1">
              <a:buFont typeface="Courier New" panose="020B0604020202020204" pitchFamily="34" charset="0"/>
              <a:buChar char="o"/>
            </a:pPr>
            <a:r>
              <a:rPr lang="es-ES" dirty="0">
                <a:ea typeface="+mn-lt"/>
                <a:cs typeface="+mn-lt"/>
              </a:rPr>
              <a:t>AAC (</a:t>
            </a:r>
            <a:r>
              <a:rPr lang="es-ES" dirty="0" err="1">
                <a:ea typeface="+mn-lt"/>
                <a:cs typeface="+mn-lt"/>
              </a:rPr>
              <a:t>Advanced</a:t>
            </a:r>
            <a:r>
              <a:rPr lang="es-ES" dirty="0">
                <a:ea typeface="+mn-lt"/>
                <a:cs typeface="+mn-lt"/>
              </a:rPr>
              <a:t> Audio </a:t>
            </a:r>
            <a:r>
              <a:rPr lang="es-ES" dirty="0" err="1">
                <a:ea typeface="+mn-lt"/>
                <a:cs typeface="+mn-lt"/>
              </a:rPr>
              <a:t>Coding</a:t>
            </a:r>
            <a:r>
              <a:rPr lang="es-ES" dirty="0">
                <a:ea typeface="+mn-lt"/>
                <a:cs typeface="+mn-lt"/>
              </a:rPr>
              <a:t>): Este formato, que forma parte del estándar MPEG-2 y MPEG-4, es conocido por ofrecer una mejor calidad de sonido que MP3 a la misma tasa de bits. Es el formato de audio estándar para iTunes y es muy popular en dispositivos Apple (iOS, macOS), además de ser compatible con la mayoría de los navegadores modernos.</a:t>
            </a:r>
            <a:endParaRPr lang="es-ES" dirty="0"/>
          </a:p>
          <a:p>
            <a:r>
              <a:rPr lang="es-ES" dirty="0">
                <a:ea typeface="+mn-lt"/>
                <a:cs typeface="+mn-lt"/>
              </a:rPr>
              <a:t>Para garantizar la máxima compatibilidad, la mejor práctica es ofrecer el audio en varios formatos dentro de la etiqueta &lt;audio&gt;, permitiendo que el navegador elija la fuente que mejor se adapte a él.</a:t>
            </a:r>
          </a:p>
        </p:txBody>
      </p:sp>
    </p:spTree>
    <p:extLst>
      <p:ext uri="{BB962C8B-B14F-4D97-AF65-F5344CB8AC3E}">
        <p14:creationId xmlns:p14="http://schemas.microsoft.com/office/powerpoint/2010/main" val="356023262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4E214D-44D7-5596-4657-9084C026F0C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FEE28E9-64E5-AD30-BB7C-27808E92F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49DFA65-14D9-D3A4-E6BF-364F28A5B86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3.3.2. Codificación y compresión de audio.</a:t>
            </a:r>
            <a:endParaRPr lang="es-ES" dirty="0"/>
          </a:p>
        </p:txBody>
      </p:sp>
      <p:sp>
        <p:nvSpPr>
          <p:cNvPr id="10" name="Rectangle 9">
            <a:extLst>
              <a:ext uri="{FF2B5EF4-FFF2-40B4-BE49-F238E27FC236}">
                <a16:creationId xmlns:a16="http://schemas.microsoft.com/office/drawing/2014/main" id="{6C7A4EEB-0A53-A8D7-3BB3-1CBE7DA07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984B81-641B-D6FE-7AA7-1C2C75649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A930565-4AA4-67FD-A172-383242F6949B}"/>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La codificación y compresión del audio son procesos que transforman una señal de sonido analógica o un archivo digital sin comprimir en un formato más pequeño, optimizado para su almacenamiento y transmisión, como en la web. La meta es reducir drásticamente el tamaño del archivo sin que la pérdida de calidad sea perceptible para el oído humano.</a:t>
            </a:r>
            <a:endParaRPr lang="es-ES" dirty="0"/>
          </a:p>
          <a:p>
            <a:r>
              <a:rPr lang="es-ES" dirty="0">
                <a:ea typeface="+mn-lt"/>
                <a:cs typeface="+mn-lt"/>
              </a:rPr>
              <a:t>El corazón de este proceso es el códec (codificador-decodificador), que es un algoritmo que comprime los datos de audio. Los códecs modernos, como los utilizados en los formatos MP3 y AAC, se basan en la </a:t>
            </a:r>
            <a:r>
              <a:rPr lang="es-ES" dirty="0" err="1">
                <a:ea typeface="+mn-lt"/>
                <a:cs typeface="+mn-lt"/>
              </a:rPr>
              <a:t>psicoacústica</a:t>
            </a:r>
            <a:r>
              <a:rPr lang="es-ES" dirty="0">
                <a:ea typeface="+mn-lt"/>
                <a:cs typeface="+mn-lt"/>
              </a:rPr>
              <a:t>, una rama de la ciencia que estudia cómo los humanos perciben el sonido. Los códecs </a:t>
            </a:r>
            <a:r>
              <a:rPr lang="es-ES" dirty="0" err="1">
                <a:ea typeface="+mn-lt"/>
                <a:cs typeface="+mn-lt"/>
              </a:rPr>
              <a:t>psicoacústicos</a:t>
            </a:r>
            <a:r>
              <a:rPr lang="es-ES" dirty="0">
                <a:ea typeface="+mn-lt"/>
                <a:cs typeface="+mn-lt"/>
              </a:rPr>
              <a:t> eliminan los sonidos que no podemos oír, como las frecuencias que están fuera del rango auditivo humano o los sonidos que son enmascarados por otros más fuertes.</a:t>
            </a:r>
            <a:endParaRPr lang="es-ES" dirty="0"/>
          </a:p>
        </p:txBody>
      </p:sp>
    </p:spTree>
    <p:extLst>
      <p:ext uri="{BB962C8B-B14F-4D97-AF65-F5344CB8AC3E}">
        <p14:creationId xmlns:p14="http://schemas.microsoft.com/office/powerpoint/2010/main" val="418673707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1162AC-6C4B-EBD7-521C-CCD9DA7EC6F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2F52A1C-CF86-C65A-78EB-84E822D49F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59E7B32-E396-E10C-46DC-8EB068DF20D7}"/>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3.3.2. Codificación y compresión de audio.</a:t>
            </a:r>
            <a:endParaRPr lang="es-ES" dirty="0"/>
          </a:p>
        </p:txBody>
      </p:sp>
      <p:sp>
        <p:nvSpPr>
          <p:cNvPr id="10" name="Rectangle 9">
            <a:extLst>
              <a:ext uri="{FF2B5EF4-FFF2-40B4-BE49-F238E27FC236}">
                <a16:creationId xmlns:a16="http://schemas.microsoft.com/office/drawing/2014/main" id="{330B3B23-20C2-63C2-2A1B-0ECFBD515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1FB1891-F857-C503-1B75-6C407EFBD1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94ADEE5-2F50-AAFC-B92F-094720F49311}"/>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Existen dos tipos principales de compresión, al igual que con las imágenes:</a:t>
            </a:r>
          </a:p>
          <a:p>
            <a:pPr lvl="1">
              <a:buFont typeface="Courier New" panose="020B0604020202020204" pitchFamily="34" charset="0"/>
              <a:buChar char="o"/>
            </a:pPr>
            <a:r>
              <a:rPr lang="es-ES" dirty="0">
                <a:ea typeface="+mn-lt"/>
                <a:cs typeface="+mn-lt"/>
              </a:rPr>
              <a:t>Compresión con pérdida (</a:t>
            </a:r>
            <a:r>
              <a:rPr lang="es-ES" dirty="0" err="1">
                <a:ea typeface="+mn-lt"/>
                <a:cs typeface="+mn-lt"/>
              </a:rPr>
              <a:t>Lossy</a:t>
            </a:r>
            <a:r>
              <a:rPr lang="es-ES" dirty="0">
                <a:ea typeface="+mn-lt"/>
                <a:cs typeface="+mn-lt"/>
              </a:rPr>
              <a:t>): Este método elimina datos del archivo de forma permanente. La reducción de tamaño es muy alta, pero la calidad se degrada proporcionalmente a la compresión. Es la técnica más utilizada en la web porque el ahorro de ancho de banda es significativo. Formatos como MP3, Ogg </a:t>
            </a:r>
            <a:r>
              <a:rPr lang="es-ES" dirty="0" err="1">
                <a:ea typeface="+mn-lt"/>
                <a:cs typeface="+mn-lt"/>
              </a:rPr>
              <a:t>Vorbis</a:t>
            </a:r>
            <a:r>
              <a:rPr lang="es-ES" dirty="0">
                <a:ea typeface="+mn-lt"/>
                <a:cs typeface="+mn-lt"/>
              </a:rPr>
              <a:t> y AAC usan compresión con pérdida.</a:t>
            </a:r>
            <a:endParaRPr lang="es-ES" dirty="0"/>
          </a:p>
          <a:p>
            <a:pPr lvl="1">
              <a:buFont typeface="Courier New" panose="020B0604020202020204" pitchFamily="34" charset="0"/>
              <a:buChar char="o"/>
            </a:pPr>
            <a:r>
              <a:rPr lang="es-ES" dirty="0">
                <a:ea typeface="+mn-lt"/>
                <a:cs typeface="+mn-lt"/>
              </a:rPr>
              <a:t>Compresión sin pérdida (</a:t>
            </a:r>
            <a:r>
              <a:rPr lang="es-ES" dirty="0" err="1">
                <a:ea typeface="+mn-lt"/>
                <a:cs typeface="+mn-lt"/>
              </a:rPr>
              <a:t>Lossless</a:t>
            </a:r>
            <a:r>
              <a:rPr lang="es-ES" dirty="0">
                <a:ea typeface="+mn-lt"/>
                <a:cs typeface="+mn-lt"/>
              </a:rPr>
              <a:t>): Este método reduce el tamaño del archivo sin eliminar ningún dato de audio. La calidad del sonido es idéntica a la de la fuente original. Aunque el tamaño del archivo es mayor que con la compresión con pérdida, es mucho menor que el de archivos sin comprimir como WAV. Formatos como FLAC y ALAC utilizan este método. No son tan comunes en la web para </a:t>
            </a:r>
            <a:r>
              <a:rPr lang="es-ES" dirty="0" err="1">
                <a:ea typeface="+mn-lt"/>
                <a:cs typeface="+mn-lt"/>
              </a:rPr>
              <a:t>streaming</a:t>
            </a:r>
            <a:r>
              <a:rPr lang="es-ES" dirty="0">
                <a:ea typeface="+mn-lt"/>
                <a:cs typeface="+mn-lt"/>
              </a:rPr>
              <a:t>, pero son populares para el almacenamiento de audio de alta fidelidad.</a:t>
            </a:r>
          </a:p>
          <a:p>
            <a:r>
              <a:rPr lang="es-ES" dirty="0">
                <a:ea typeface="+mn-lt"/>
                <a:cs typeface="+mn-lt"/>
              </a:rPr>
              <a:t>La tasa de bits (</a:t>
            </a:r>
            <a:r>
              <a:rPr lang="es-ES" dirty="0" err="1">
                <a:ea typeface="+mn-lt"/>
                <a:cs typeface="+mn-lt"/>
              </a:rPr>
              <a:t>bitrate</a:t>
            </a:r>
            <a:r>
              <a:rPr lang="es-ES" dirty="0">
                <a:ea typeface="+mn-lt"/>
                <a:cs typeface="+mn-lt"/>
              </a:rPr>
              <a:t>) es el factor clave que controla la relación entre la calidad y el tamaño del archivo en la compresión con pérdida. Se mide en kilobits por segundo (kbps). A mayor tasa de bits, mayor será la calidad del sonido, pero también mayor el tamaño del archivo. Por ejemplo, un MP3 a 128 kbps es la calidad estándar para la música en la web, mientras que 320 kbps se considera de alta calidad.</a:t>
            </a:r>
          </a:p>
        </p:txBody>
      </p:sp>
    </p:spTree>
    <p:extLst>
      <p:ext uri="{BB962C8B-B14F-4D97-AF65-F5344CB8AC3E}">
        <p14:creationId xmlns:p14="http://schemas.microsoft.com/office/powerpoint/2010/main" val="225041675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132458-FD54-A251-2814-8ECE790F867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80C9D5-EF8F-2DF2-4914-973403FAF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55033EA-0290-C151-F75E-FCBA8632BB8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3.3.3. Conversión de formatos de audio</a:t>
            </a:r>
            <a:endParaRPr lang="es-ES" dirty="0"/>
          </a:p>
        </p:txBody>
      </p:sp>
      <p:sp>
        <p:nvSpPr>
          <p:cNvPr id="10" name="Rectangle 9">
            <a:extLst>
              <a:ext uri="{FF2B5EF4-FFF2-40B4-BE49-F238E27FC236}">
                <a16:creationId xmlns:a16="http://schemas.microsoft.com/office/drawing/2014/main" id="{91021FD3-DDBF-0038-B2A4-6DD23AC295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21ACFAA-0B6E-C024-F06D-65A7D46C6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9B132E3-6DAD-6803-112B-D99FFC6580B2}"/>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La conversión de formatos de audio es un paso crucial en la optimización para la web. Como hemos visto, no todos los navegadores son compatibles con los mismos formatos de audio, por lo que a menudo es necesario convertir un archivo a diferentes versiones (por ejemplo, de WAV a MP3 y Ogg </a:t>
            </a:r>
            <a:r>
              <a:rPr lang="es-ES" dirty="0" err="1">
                <a:ea typeface="+mn-lt"/>
                <a:cs typeface="+mn-lt"/>
              </a:rPr>
              <a:t>Vorbis</a:t>
            </a:r>
            <a:r>
              <a:rPr lang="es-ES" dirty="0">
                <a:ea typeface="+mn-lt"/>
                <a:cs typeface="+mn-lt"/>
              </a:rPr>
              <a:t>) para asegurar la máxima compatibilidad.</a:t>
            </a:r>
            <a:endParaRPr lang="es-ES" dirty="0"/>
          </a:p>
          <a:p>
            <a:r>
              <a:rPr lang="es-ES" dirty="0">
                <a:ea typeface="+mn-lt"/>
                <a:cs typeface="+mn-lt"/>
              </a:rPr>
              <a:t>Este proceso también se utiliza para cambiar la tasa de bits, lo que permite reducir significativamente el tamaño del archivo, un aspecto vital para la velocidad de carga de la página. Para realizar esta tarea, existen herramientas potentes y gratuitas como Audacity y </a:t>
            </a:r>
            <a:r>
              <a:rPr lang="es-ES" dirty="0" err="1">
                <a:ea typeface="+mn-lt"/>
                <a:cs typeface="+mn-lt"/>
              </a:rPr>
              <a:t>FFmpeg</a:t>
            </a:r>
            <a:r>
              <a:rPr lang="es-ES" dirty="0">
                <a:ea typeface="+mn-lt"/>
                <a:cs typeface="+mn-lt"/>
              </a:rPr>
              <a:t>.</a:t>
            </a:r>
            <a:endParaRPr lang="es-ES" dirty="0"/>
          </a:p>
        </p:txBody>
      </p:sp>
    </p:spTree>
    <p:extLst>
      <p:ext uri="{BB962C8B-B14F-4D97-AF65-F5344CB8AC3E}">
        <p14:creationId xmlns:p14="http://schemas.microsoft.com/office/powerpoint/2010/main" val="377364491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277447-A31C-4167-77C6-476E88F8C36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220757-BD52-B426-4198-0F842889B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F8398D2-EBE5-726A-EDDD-855CB9E6DF32}"/>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3.3.3. Conversión de formatos de audio</a:t>
            </a:r>
            <a:endParaRPr lang="es-ES" dirty="0"/>
          </a:p>
        </p:txBody>
      </p:sp>
      <p:sp>
        <p:nvSpPr>
          <p:cNvPr id="10" name="Rectangle 9">
            <a:extLst>
              <a:ext uri="{FF2B5EF4-FFF2-40B4-BE49-F238E27FC236}">
                <a16:creationId xmlns:a16="http://schemas.microsoft.com/office/drawing/2014/main" id="{EE8EEEA2-204B-D9FE-4E5E-AFA1A4DB2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D5D7CAD-4B2E-B05F-6916-D1FC993BB8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5EFFA73-24D8-1B86-288D-D7C5BC454843}"/>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Audacity es un editor de audio de escritorio, gratuito y de código abierto. Es ideal para aquellos que prefieren una interfaz gráfica, ya que permite ver la forma de onda del audio y aplicar ajustes de forma visual.</a:t>
            </a:r>
            <a:endParaRPr lang="es-ES" dirty="0"/>
          </a:p>
          <a:p>
            <a:r>
              <a:rPr lang="es-ES" dirty="0">
                <a:ea typeface="+mn-lt"/>
                <a:cs typeface="+mn-lt"/>
              </a:rPr>
              <a:t>Pasos para convertir un archivo de audio:</a:t>
            </a:r>
            <a:endParaRPr lang="es-ES"/>
          </a:p>
          <a:p>
            <a:pPr lvl="1">
              <a:buFont typeface="Courier New" panose="020B0604020202020204" pitchFamily="34" charset="0"/>
              <a:buChar char="o"/>
            </a:pPr>
            <a:r>
              <a:rPr lang="es-ES" dirty="0">
                <a:ea typeface="+mn-lt"/>
                <a:cs typeface="+mn-lt"/>
              </a:rPr>
              <a:t>Abrir el archivo: En Audacity, ve a Archivo &gt; Abrir y selecciona el archivo de audio que deseas convertir (por ejemplo, un WAV).</a:t>
            </a:r>
            <a:endParaRPr lang="es-ES"/>
          </a:p>
          <a:p>
            <a:pPr lvl="1">
              <a:buFont typeface="Courier New" panose="020B0604020202020204" pitchFamily="34" charset="0"/>
              <a:buChar char="o"/>
            </a:pPr>
            <a:r>
              <a:rPr lang="es-ES" dirty="0">
                <a:ea typeface="+mn-lt"/>
                <a:cs typeface="+mn-lt"/>
              </a:rPr>
              <a:t>Exportar el archivo: Una vez abierto, ve a Archivo &gt; Exportar. Se desplegará un menú con varias opciones de formato.</a:t>
            </a:r>
            <a:endParaRPr lang="es-ES"/>
          </a:p>
          <a:p>
            <a:pPr lvl="1">
              <a:buFont typeface="Courier New" panose="020B0604020202020204" pitchFamily="34" charset="0"/>
              <a:buChar char="o"/>
            </a:pPr>
            <a:r>
              <a:rPr lang="es-ES" dirty="0">
                <a:ea typeface="+mn-lt"/>
                <a:cs typeface="+mn-lt"/>
              </a:rPr>
              <a:t>Seleccionar el formato: Elige el formato de salida deseado, como Exportar como MP3 o Exportar como Ogg.</a:t>
            </a:r>
          </a:p>
          <a:p>
            <a:pPr lvl="1">
              <a:buFont typeface="Courier New" panose="020B0604020202020204" pitchFamily="34" charset="0"/>
              <a:buChar char="o"/>
            </a:pPr>
            <a:r>
              <a:rPr lang="es-ES" dirty="0">
                <a:ea typeface="+mn-lt"/>
                <a:cs typeface="+mn-lt"/>
              </a:rPr>
              <a:t>Ajustar la configuración: Audacity te permitirá ajustar la calidad de la compresión y la tasa de bits. Es aquí donde decides el balance entre calidad y tamaño de archivo.</a:t>
            </a:r>
          </a:p>
          <a:p>
            <a:pPr lvl="1">
              <a:buFont typeface="Courier New" panose="020B0604020202020204" pitchFamily="34" charset="0"/>
              <a:buChar char="o"/>
            </a:pPr>
            <a:r>
              <a:rPr lang="es-ES" dirty="0">
                <a:ea typeface="+mn-lt"/>
                <a:cs typeface="+mn-lt"/>
              </a:rPr>
              <a:t>Guardar el archivo: Haz clic en Guardar para exportar el archivo en el nuevo formato.</a:t>
            </a:r>
          </a:p>
          <a:p>
            <a:endParaRPr lang="es-ES" dirty="0"/>
          </a:p>
        </p:txBody>
      </p:sp>
    </p:spTree>
    <p:extLst>
      <p:ext uri="{BB962C8B-B14F-4D97-AF65-F5344CB8AC3E}">
        <p14:creationId xmlns:p14="http://schemas.microsoft.com/office/powerpoint/2010/main" val="263172320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A435B4-832A-B7FB-61CD-E4A2ECA3A95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4D7773-889C-B526-FC4C-032381320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A23B4AB-8F90-A8CC-39B4-9A135E9F5EE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3.3.3. Conversión de formatos de audio</a:t>
            </a:r>
            <a:endParaRPr lang="es-ES" dirty="0"/>
          </a:p>
        </p:txBody>
      </p:sp>
      <p:sp>
        <p:nvSpPr>
          <p:cNvPr id="10" name="Rectangle 9">
            <a:extLst>
              <a:ext uri="{FF2B5EF4-FFF2-40B4-BE49-F238E27FC236}">
                <a16:creationId xmlns:a16="http://schemas.microsoft.com/office/drawing/2014/main" id="{90BE6CA9-D80B-3521-4065-9161888AD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9B6AB5-8791-9A1B-3DA2-17F6A44BAB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A195D18-E0FB-8230-FB58-0C1F4E8B68BC}"/>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err="1">
                <a:ea typeface="+mn-lt"/>
                <a:cs typeface="+mn-lt"/>
              </a:rPr>
              <a:t>FFmpeg</a:t>
            </a:r>
            <a:r>
              <a:rPr lang="es-ES" dirty="0">
                <a:ea typeface="+mn-lt"/>
                <a:cs typeface="+mn-lt"/>
              </a:rPr>
              <a:t> es una herramienta de línea de comandos potente y flexible, utilizada para procesar archivos multimedia. Es la opción preferida para tareas de automatización y para desarrolladores que trabajan en un entorno de servidor. Su flexibilidad permite realizar conversiones rápidas y programadas sin una interfaz gráfica.</a:t>
            </a:r>
          </a:p>
          <a:p>
            <a:r>
              <a:rPr lang="es-ES" dirty="0">
                <a:ea typeface="+mn-lt"/>
                <a:cs typeface="+mn-lt"/>
              </a:rPr>
              <a:t>La estructura general de un comando de </a:t>
            </a:r>
            <a:r>
              <a:rPr lang="es-ES" dirty="0" err="1">
                <a:ea typeface="+mn-lt"/>
                <a:cs typeface="+mn-lt"/>
              </a:rPr>
              <a:t>FFmpeg</a:t>
            </a:r>
            <a:r>
              <a:rPr lang="es-ES" dirty="0">
                <a:ea typeface="+mn-lt"/>
                <a:cs typeface="+mn-lt"/>
              </a:rPr>
              <a:t> es:</a:t>
            </a:r>
          </a:p>
          <a:p>
            <a:pPr marL="0" indent="0">
              <a:buNone/>
            </a:pPr>
            <a:r>
              <a:rPr lang="es-ES" b="1" err="1">
                <a:latin typeface="Consolas"/>
                <a:ea typeface="+mn-lt"/>
                <a:cs typeface="+mn-lt"/>
              </a:rPr>
              <a:t>ffmpeg</a:t>
            </a:r>
            <a:r>
              <a:rPr lang="es-ES" b="1" dirty="0">
                <a:latin typeface="Consolas"/>
                <a:ea typeface="+mn-lt"/>
                <a:cs typeface="+mn-lt"/>
              </a:rPr>
              <a:t> -i [</a:t>
            </a:r>
            <a:r>
              <a:rPr lang="es-ES" b="1" err="1">
                <a:latin typeface="Consolas"/>
                <a:ea typeface="+mn-lt"/>
                <a:cs typeface="+mn-lt"/>
              </a:rPr>
              <a:t>archivo_de_entrada</a:t>
            </a:r>
            <a:r>
              <a:rPr lang="es-ES" b="1" dirty="0">
                <a:latin typeface="Consolas"/>
                <a:ea typeface="+mn-lt"/>
                <a:cs typeface="+mn-lt"/>
              </a:rPr>
              <a:t>] [</a:t>
            </a:r>
            <a:r>
              <a:rPr lang="es-ES" b="1" err="1">
                <a:latin typeface="Consolas"/>
                <a:ea typeface="+mn-lt"/>
                <a:cs typeface="+mn-lt"/>
              </a:rPr>
              <a:t>opciones_de_salida</a:t>
            </a:r>
            <a:r>
              <a:rPr lang="es-ES" b="1" dirty="0">
                <a:latin typeface="Consolas"/>
                <a:ea typeface="+mn-lt"/>
                <a:cs typeface="+mn-lt"/>
              </a:rPr>
              <a:t>] [</a:t>
            </a:r>
            <a:r>
              <a:rPr lang="es-ES" b="1" err="1">
                <a:latin typeface="Consolas"/>
                <a:ea typeface="+mn-lt"/>
                <a:cs typeface="+mn-lt"/>
              </a:rPr>
              <a:t>archivo_de_salida</a:t>
            </a:r>
            <a:r>
              <a:rPr lang="es-ES" b="1" dirty="0">
                <a:latin typeface="Consolas"/>
                <a:ea typeface="+mn-lt"/>
                <a:cs typeface="+mn-lt"/>
              </a:rPr>
              <a:t>]</a:t>
            </a:r>
            <a:endParaRPr lang="es-ES" b="1" dirty="0">
              <a:latin typeface="Consolas"/>
            </a:endParaRPr>
          </a:p>
        </p:txBody>
      </p:sp>
    </p:spTree>
    <p:extLst>
      <p:ext uri="{BB962C8B-B14F-4D97-AF65-F5344CB8AC3E}">
        <p14:creationId xmlns:p14="http://schemas.microsoft.com/office/powerpoint/2010/main" val="24252278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2D7B83-3C22-3945-63A3-0AC61AD6515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F07F045-D3F6-3422-7BF9-04A7AF773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7F51402-3E3B-3801-E931-737258965AC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3.3.3. Conversión de formatos de audio</a:t>
            </a:r>
            <a:endParaRPr lang="es-ES" dirty="0"/>
          </a:p>
        </p:txBody>
      </p:sp>
      <p:sp>
        <p:nvSpPr>
          <p:cNvPr id="10" name="Rectangle 9">
            <a:extLst>
              <a:ext uri="{FF2B5EF4-FFF2-40B4-BE49-F238E27FC236}">
                <a16:creationId xmlns:a16="http://schemas.microsoft.com/office/drawing/2014/main" id="{4DC71378-7EE9-7A7A-39AF-538446ABED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0CE143-EF1A-B482-50D6-60ABB2566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D3C54D2-1769-B409-15AB-E84FB975644C}"/>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Ejemplos: Convertir de WAV a MP3 (tasa de bits de 192 kbps):</a:t>
            </a:r>
            <a:endParaRPr lang="es-ES" dirty="0"/>
          </a:p>
          <a:p>
            <a:pPr marL="228600" lvl="1" indent="0">
              <a:buNone/>
            </a:pPr>
            <a:r>
              <a:rPr lang="es-ES" b="1" err="1">
                <a:latin typeface="Consolas"/>
                <a:ea typeface="+mn-lt"/>
                <a:cs typeface="+mn-lt"/>
              </a:rPr>
              <a:t>ffmpeg</a:t>
            </a:r>
            <a:r>
              <a:rPr lang="es-ES" b="1" dirty="0">
                <a:latin typeface="Consolas"/>
                <a:ea typeface="+mn-lt"/>
                <a:cs typeface="+mn-lt"/>
              </a:rPr>
              <a:t> -i audio.wav -</a:t>
            </a:r>
            <a:r>
              <a:rPr lang="es-ES" b="1" err="1">
                <a:latin typeface="Consolas"/>
                <a:ea typeface="+mn-lt"/>
                <a:cs typeface="+mn-lt"/>
              </a:rPr>
              <a:t>b:a</a:t>
            </a:r>
            <a:r>
              <a:rPr lang="es-ES" b="1" dirty="0">
                <a:latin typeface="Consolas"/>
                <a:ea typeface="+mn-lt"/>
                <a:cs typeface="+mn-lt"/>
              </a:rPr>
              <a:t> 192k audio.mp3</a:t>
            </a:r>
            <a:endParaRPr lang="es-ES" b="1">
              <a:latin typeface="Consolas"/>
            </a:endParaRPr>
          </a:p>
          <a:p>
            <a:pPr lvl="2">
              <a:buFont typeface="Wingdings" panose="020B0604020202020204" pitchFamily="34" charset="0"/>
              <a:buChar char="§"/>
            </a:pPr>
            <a:r>
              <a:rPr lang="es-ES" dirty="0">
                <a:ea typeface="+mn-lt"/>
                <a:cs typeface="+mn-lt"/>
              </a:rPr>
              <a:t>-i audio.wav: Indica que audio.wav es el archivo de entrada.</a:t>
            </a:r>
            <a:endParaRPr lang="es-ES"/>
          </a:p>
          <a:p>
            <a:pPr lvl="2">
              <a:buFont typeface="Wingdings" panose="020B0604020202020204" pitchFamily="34" charset="0"/>
              <a:buChar char="§"/>
            </a:pPr>
            <a:r>
              <a:rPr lang="es-ES" dirty="0">
                <a:ea typeface="+mn-lt"/>
                <a:cs typeface="+mn-lt"/>
              </a:rPr>
              <a:t>    -</a:t>
            </a:r>
            <a:r>
              <a:rPr lang="es-ES" err="1">
                <a:ea typeface="+mn-lt"/>
                <a:cs typeface="+mn-lt"/>
              </a:rPr>
              <a:t>b:a</a:t>
            </a:r>
            <a:r>
              <a:rPr lang="es-ES" dirty="0">
                <a:ea typeface="+mn-lt"/>
                <a:cs typeface="+mn-lt"/>
              </a:rPr>
              <a:t> 192k: Establece la tasa de bits del audio (-</a:t>
            </a:r>
            <a:r>
              <a:rPr lang="es-ES" err="1">
                <a:ea typeface="+mn-lt"/>
                <a:cs typeface="+mn-lt"/>
              </a:rPr>
              <a:t>b:a</a:t>
            </a:r>
            <a:r>
              <a:rPr lang="es-ES" dirty="0">
                <a:ea typeface="+mn-lt"/>
                <a:cs typeface="+mn-lt"/>
              </a:rPr>
              <a:t>) a 192 kbps.</a:t>
            </a:r>
            <a:endParaRPr lang="es-ES"/>
          </a:p>
          <a:p>
            <a:pPr lvl="2">
              <a:buFont typeface="Wingdings" panose="020B0604020202020204" pitchFamily="34" charset="0"/>
              <a:buChar char="§"/>
            </a:pPr>
            <a:r>
              <a:rPr lang="es-ES" dirty="0">
                <a:ea typeface="+mn-lt"/>
                <a:cs typeface="+mn-lt"/>
              </a:rPr>
              <a:t>audio.mp3: Es el nombre del archivo de salida.</a:t>
            </a:r>
          </a:p>
          <a:p>
            <a:r>
              <a:rPr lang="es-ES" dirty="0">
                <a:ea typeface="+mn-lt"/>
                <a:cs typeface="+mn-lt"/>
              </a:rPr>
              <a:t>Convertir de MP3 a Ogg </a:t>
            </a:r>
            <a:r>
              <a:rPr lang="es-ES" dirty="0" err="1">
                <a:ea typeface="+mn-lt"/>
                <a:cs typeface="+mn-lt"/>
              </a:rPr>
              <a:t>Vorbis</a:t>
            </a:r>
            <a:r>
              <a:rPr lang="es-ES" dirty="0">
                <a:ea typeface="+mn-lt"/>
                <a:cs typeface="+mn-lt"/>
              </a:rPr>
              <a:t> (calidad de 5):</a:t>
            </a:r>
            <a:endParaRPr lang="es-ES" dirty="0"/>
          </a:p>
          <a:p>
            <a:pPr marL="228600" lvl="1" indent="0">
              <a:buNone/>
            </a:pPr>
            <a:r>
              <a:rPr lang="es-ES" b="1" err="1">
                <a:latin typeface="Consolas"/>
                <a:ea typeface="+mn-lt"/>
                <a:cs typeface="+mn-lt"/>
              </a:rPr>
              <a:t>ffmpeg</a:t>
            </a:r>
            <a:r>
              <a:rPr lang="es-ES" b="1" dirty="0">
                <a:latin typeface="Consolas"/>
                <a:ea typeface="+mn-lt"/>
                <a:cs typeface="+mn-lt"/>
              </a:rPr>
              <a:t> -i audio.mp3 -</a:t>
            </a:r>
            <a:r>
              <a:rPr lang="es-ES" b="1" err="1">
                <a:latin typeface="Consolas"/>
                <a:ea typeface="+mn-lt"/>
                <a:cs typeface="+mn-lt"/>
              </a:rPr>
              <a:t>q:a</a:t>
            </a:r>
            <a:r>
              <a:rPr lang="es-ES" b="1" dirty="0">
                <a:latin typeface="Consolas"/>
                <a:ea typeface="+mn-lt"/>
                <a:cs typeface="+mn-lt"/>
              </a:rPr>
              <a:t> 5 audio.ogg</a:t>
            </a:r>
            <a:endParaRPr lang="es-ES" b="1">
              <a:latin typeface="Consolas"/>
            </a:endParaRPr>
          </a:p>
          <a:p>
            <a:pPr lvl="2">
              <a:buFont typeface="Wingdings" panose="020B0604020202020204" pitchFamily="34" charset="0"/>
              <a:buChar char="§"/>
            </a:pPr>
            <a:r>
              <a:rPr lang="es-ES" dirty="0">
                <a:ea typeface="+mn-lt"/>
                <a:cs typeface="+mn-lt"/>
              </a:rPr>
              <a:t>-</a:t>
            </a:r>
            <a:r>
              <a:rPr lang="es-ES" dirty="0" err="1">
                <a:ea typeface="+mn-lt"/>
                <a:cs typeface="+mn-lt"/>
              </a:rPr>
              <a:t>q:a</a:t>
            </a:r>
            <a:r>
              <a:rPr lang="es-ES" dirty="0">
                <a:ea typeface="+mn-lt"/>
                <a:cs typeface="+mn-lt"/>
              </a:rPr>
              <a:t> 5: Usa una calidad variable (-</a:t>
            </a:r>
            <a:r>
              <a:rPr lang="es-ES" dirty="0" err="1">
                <a:ea typeface="+mn-lt"/>
                <a:cs typeface="+mn-lt"/>
              </a:rPr>
              <a:t>q:a</a:t>
            </a:r>
            <a:r>
              <a:rPr lang="es-ES" dirty="0">
                <a:ea typeface="+mn-lt"/>
                <a:cs typeface="+mn-lt"/>
              </a:rPr>
              <a:t>), donde 5 es un valor de calidad media-alta. A mayor número, mejor calidad y mayor tamaño de archivo.</a:t>
            </a:r>
            <a:endParaRPr lang="es-ES"/>
          </a:p>
        </p:txBody>
      </p:sp>
    </p:spTree>
    <p:extLst>
      <p:ext uri="{BB962C8B-B14F-4D97-AF65-F5344CB8AC3E}">
        <p14:creationId xmlns:p14="http://schemas.microsoft.com/office/powerpoint/2010/main" val="34122678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CAC8CF-78A7-5A4A-AEFC-D5D31500E31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334F0B1-2138-38A5-38A4-01D51E7AC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9C76C64-4D0D-FCBE-53B9-0E3486B36C57}"/>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3.3.4. Herramientas para manipulación de audio</a:t>
            </a:r>
            <a:endParaRPr lang="es-ES" dirty="0"/>
          </a:p>
        </p:txBody>
      </p:sp>
      <p:sp>
        <p:nvSpPr>
          <p:cNvPr id="10" name="Rectangle 9">
            <a:extLst>
              <a:ext uri="{FF2B5EF4-FFF2-40B4-BE49-F238E27FC236}">
                <a16:creationId xmlns:a16="http://schemas.microsoft.com/office/drawing/2014/main" id="{BA5F5231-F7A3-FC8F-17FA-4E2159706A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722273-A1B3-51D6-1625-EFB2618977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4AA4757-F480-1DB0-C0F9-3ADCB98052A9}"/>
              </a:ext>
            </a:extLst>
          </p:cNvPr>
          <p:cNvSpPr>
            <a:spLocks noGrp="1"/>
          </p:cNvSpPr>
          <p:nvPr>
            <p:ph idx="1"/>
          </p:nvPr>
        </p:nvSpPr>
        <p:spPr>
          <a:xfrm>
            <a:off x="1587710" y="2160016"/>
            <a:ext cx="9486690" cy="3926152"/>
          </a:xfrm>
        </p:spPr>
        <p:txBody>
          <a:bodyPr vert="horz" lIns="91440" tIns="45720" rIns="91440" bIns="45720" rtlCol="0" anchor="t">
            <a:normAutofit fontScale="85000" lnSpcReduction="10000"/>
          </a:bodyPr>
          <a:lstStyle/>
          <a:p>
            <a:r>
              <a:rPr lang="es-ES" dirty="0">
                <a:ea typeface="+mn-lt"/>
                <a:cs typeface="+mn-lt"/>
              </a:rPr>
              <a:t>La manipulación de audio es el proceso de editar, mejorar y aplicar efectos a un archivo de sonido. Esto es esencial en el desarrollo web para adaptar el audio a una interfaz específica, ya sea para efectos de sonido, podcasts o música de fondo. Existen herramientas potentes que permiten realizar estas tareas de manera visual o mediante línea de comandos.</a:t>
            </a:r>
            <a:endParaRPr lang="es-ES" dirty="0"/>
          </a:p>
          <a:p>
            <a:r>
              <a:rPr lang="es-ES" dirty="0">
                <a:ea typeface="+mn-lt"/>
                <a:cs typeface="+mn-lt"/>
              </a:rPr>
              <a:t>Filtros de sonido en Audacity y cómo incluirlos:</a:t>
            </a:r>
            <a:endParaRPr lang="es-ES" dirty="0"/>
          </a:p>
          <a:p>
            <a:pPr lvl="1">
              <a:buFont typeface="Courier New" panose="020B0604020202020204" pitchFamily="34" charset="0"/>
              <a:buChar char="o"/>
            </a:pPr>
            <a:r>
              <a:rPr lang="es-ES" dirty="0">
                <a:ea typeface="+mn-lt"/>
                <a:cs typeface="+mn-lt"/>
              </a:rPr>
              <a:t>Para aplicar un filtro, simplemente selecciona la parte del audio que quieres modificar y ve al menú Efecto.</a:t>
            </a:r>
            <a:endParaRPr lang="es-ES" dirty="0"/>
          </a:p>
          <a:p>
            <a:pPr lvl="2">
              <a:buFont typeface="Wingdings" panose="020B0604020202020204" pitchFamily="34" charset="0"/>
              <a:buChar char="§"/>
            </a:pPr>
            <a:r>
              <a:rPr lang="es-ES" dirty="0">
                <a:ea typeface="+mn-lt"/>
                <a:cs typeface="+mn-lt"/>
              </a:rPr>
              <a:t>Filtro de Ruido (</a:t>
            </a:r>
            <a:r>
              <a:rPr lang="es-ES" dirty="0" err="1">
                <a:ea typeface="+mn-lt"/>
                <a:cs typeface="+mn-lt"/>
              </a:rPr>
              <a:t>Noise</a:t>
            </a:r>
            <a:r>
              <a:rPr lang="es-ES" dirty="0">
                <a:ea typeface="+mn-lt"/>
                <a:cs typeface="+mn-lt"/>
              </a:rPr>
              <a:t> </a:t>
            </a:r>
            <a:r>
              <a:rPr lang="es-ES" dirty="0" err="1">
                <a:ea typeface="+mn-lt"/>
                <a:cs typeface="+mn-lt"/>
              </a:rPr>
              <a:t>Reduction</a:t>
            </a:r>
            <a:r>
              <a:rPr lang="es-ES" dirty="0">
                <a:ea typeface="+mn-lt"/>
                <a:cs typeface="+mn-lt"/>
              </a:rPr>
              <a:t>): Este filtro es fundamental para limpiar grabaciones de voz. Identifica y elimina el ruido de fondo (como zumbidos o siseos) de una selección de audio.</a:t>
            </a:r>
            <a:endParaRPr lang="es-ES" dirty="0"/>
          </a:p>
          <a:p>
            <a:pPr lvl="3"/>
            <a:r>
              <a:rPr lang="es-ES" dirty="0">
                <a:ea typeface="+mn-lt"/>
                <a:cs typeface="+mn-lt"/>
              </a:rPr>
              <a:t>Selecciona una parte del audio que solo contenga ruido.</a:t>
            </a:r>
            <a:endParaRPr lang="es-ES" dirty="0"/>
          </a:p>
          <a:p>
            <a:pPr lvl="3"/>
            <a:r>
              <a:rPr lang="es-ES" dirty="0">
                <a:ea typeface="+mn-lt"/>
                <a:cs typeface="+mn-lt"/>
              </a:rPr>
              <a:t>Ve a Efecto &gt; Reducción de ruido y haz clic en Obtener perfil de ruido.</a:t>
            </a:r>
            <a:endParaRPr lang="es-ES" dirty="0"/>
          </a:p>
          <a:p>
            <a:pPr lvl="3"/>
            <a:r>
              <a:rPr lang="es-ES" dirty="0">
                <a:ea typeface="+mn-lt"/>
                <a:cs typeface="+mn-lt"/>
              </a:rPr>
              <a:t>Selecciona toda la pista y vuelve a Efecto &gt; Reducción de ruido para aplicar el filtro al resto del audio.</a:t>
            </a:r>
            <a:endParaRPr lang="es-ES" dirty="0"/>
          </a:p>
          <a:p>
            <a:endParaRPr lang="es-ES" dirty="0"/>
          </a:p>
        </p:txBody>
      </p:sp>
    </p:spTree>
    <p:extLst>
      <p:ext uri="{BB962C8B-B14F-4D97-AF65-F5344CB8AC3E}">
        <p14:creationId xmlns:p14="http://schemas.microsoft.com/office/powerpoint/2010/main" val="351737718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BABDE7-454E-0BE4-1C63-8D3D9A67688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399F01E-DF00-0641-A765-166F601CEE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7CA2EB4-906C-4DB1-1AA3-44786249438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3.3.4. Herramientas para manipulación de audio</a:t>
            </a:r>
            <a:endParaRPr lang="es-ES" dirty="0"/>
          </a:p>
        </p:txBody>
      </p:sp>
      <p:sp>
        <p:nvSpPr>
          <p:cNvPr id="10" name="Rectangle 9">
            <a:extLst>
              <a:ext uri="{FF2B5EF4-FFF2-40B4-BE49-F238E27FC236}">
                <a16:creationId xmlns:a16="http://schemas.microsoft.com/office/drawing/2014/main" id="{BC10C498-46FF-280D-1E0B-DA8894CDF9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A527F0C-0F71-0834-A2F9-EFF9C4EE0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C14BDA5-2B19-2931-3BB0-FFB5659AB0E3}"/>
              </a:ext>
            </a:extLst>
          </p:cNvPr>
          <p:cNvSpPr>
            <a:spLocks noGrp="1"/>
          </p:cNvSpPr>
          <p:nvPr>
            <p:ph idx="1"/>
          </p:nvPr>
        </p:nvSpPr>
        <p:spPr>
          <a:xfrm>
            <a:off x="1587710" y="2160016"/>
            <a:ext cx="9486690" cy="3926152"/>
          </a:xfrm>
        </p:spPr>
        <p:txBody>
          <a:bodyPr vert="horz" lIns="91440" tIns="45720" rIns="91440" bIns="45720" rtlCol="0" anchor="t">
            <a:normAutofit fontScale="85000" lnSpcReduction="10000"/>
          </a:bodyPr>
          <a:lstStyle/>
          <a:p>
            <a:r>
              <a:rPr lang="es-ES" dirty="0">
                <a:ea typeface="+mn-lt"/>
                <a:cs typeface="+mn-lt"/>
              </a:rPr>
              <a:t>Ecualizador (</a:t>
            </a:r>
            <a:r>
              <a:rPr lang="es-ES" dirty="0" err="1">
                <a:ea typeface="+mn-lt"/>
                <a:cs typeface="+mn-lt"/>
              </a:rPr>
              <a:t>Equalization</a:t>
            </a:r>
            <a:r>
              <a:rPr lang="es-ES" dirty="0">
                <a:ea typeface="+mn-lt"/>
                <a:cs typeface="+mn-lt"/>
              </a:rPr>
              <a:t>): El ecualizador te permite ajustar el volumen de frecuencias específicas. Es útil para mejorar la claridad de una voz o para darle un tono más grave o agudo a la música.</a:t>
            </a:r>
            <a:endParaRPr lang="es-ES">
              <a:ea typeface="+mn-lt"/>
              <a:cs typeface="+mn-lt"/>
            </a:endParaRPr>
          </a:p>
          <a:p>
            <a:pPr lvl="1">
              <a:buFont typeface="Courier New" panose="020B0604020202020204" pitchFamily="34" charset="0"/>
              <a:buChar char="o"/>
            </a:pPr>
            <a:r>
              <a:rPr lang="es-ES" dirty="0">
                <a:ea typeface="+mn-lt"/>
                <a:cs typeface="+mn-lt"/>
              </a:rPr>
              <a:t>Selecciona la pista o una parte de ella.</a:t>
            </a:r>
          </a:p>
          <a:p>
            <a:pPr lvl="2">
              <a:buFont typeface="Wingdings" panose="020B0604020202020204" pitchFamily="34" charset="0"/>
              <a:buChar char="§"/>
            </a:pPr>
            <a:r>
              <a:rPr lang="es-ES" dirty="0">
                <a:ea typeface="+mn-lt"/>
                <a:cs typeface="+mn-lt"/>
              </a:rPr>
              <a:t>Ve a Efecto &gt; Ecualizador de filtros.</a:t>
            </a:r>
            <a:endParaRPr lang="es-ES" dirty="0"/>
          </a:p>
          <a:p>
            <a:pPr lvl="3"/>
            <a:r>
              <a:rPr lang="es-ES" dirty="0">
                <a:ea typeface="+mn-lt"/>
                <a:cs typeface="+mn-lt"/>
              </a:rPr>
              <a:t>Mueve los puntos en la curva para aumentar o disminuir frecuencias. Por ejemplo, puedes reducir las frecuencias bajas para eliminar el "efecto de caja" en una voz.</a:t>
            </a:r>
          </a:p>
          <a:p>
            <a:r>
              <a:rPr lang="es-ES" dirty="0">
                <a:ea typeface="+mn-lt"/>
                <a:cs typeface="+mn-lt"/>
              </a:rPr>
              <a:t>Reverberación (</a:t>
            </a:r>
            <a:r>
              <a:rPr lang="es-ES" dirty="0" err="1">
                <a:ea typeface="+mn-lt"/>
                <a:cs typeface="+mn-lt"/>
              </a:rPr>
              <a:t>Reverb</a:t>
            </a:r>
            <a:r>
              <a:rPr lang="es-ES" dirty="0">
                <a:ea typeface="+mn-lt"/>
                <a:cs typeface="+mn-lt"/>
              </a:rPr>
              <a:t>): Este efecto simula la acústica de un espacio, como una habitación grande o una sala de conciertos. Añade eco y profundidad al sonido.</a:t>
            </a:r>
          </a:p>
          <a:p>
            <a:pPr lvl="1">
              <a:buFont typeface="Courier New" panose="020B0604020202020204" pitchFamily="34" charset="0"/>
              <a:buChar char="o"/>
            </a:pPr>
            <a:r>
              <a:rPr lang="es-ES" dirty="0">
                <a:ea typeface="+mn-lt"/>
                <a:cs typeface="+mn-lt"/>
              </a:rPr>
              <a:t>Selecciona el audio.</a:t>
            </a:r>
          </a:p>
          <a:p>
            <a:pPr lvl="2">
              <a:buFont typeface="Wingdings" panose="020B0604020202020204" pitchFamily="34" charset="0"/>
              <a:buChar char="§"/>
            </a:pPr>
            <a:r>
              <a:rPr lang="es-ES" dirty="0">
                <a:ea typeface="+mn-lt"/>
                <a:cs typeface="+mn-lt"/>
              </a:rPr>
              <a:t>Ve a Efecto &gt; Reverberación.</a:t>
            </a:r>
          </a:p>
          <a:p>
            <a:pPr lvl="3"/>
            <a:r>
              <a:rPr lang="es-ES" dirty="0">
                <a:ea typeface="+mn-lt"/>
                <a:cs typeface="+mn-lt"/>
              </a:rPr>
              <a:t>Ajusta los parámetros como el tamaño de la sala y el tiempo de decaimiento para obtener el efecto deseado.</a:t>
            </a:r>
          </a:p>
          <a:p>
            <a:endParaRPr lang="es-ES" dirty="0"/>
          </a:p>
        </p:txBody>
      </p:sp>
    </p:spTree>
    <p:extLst>
      <p:ext uri="{BB962C8B-B14F-4D97-AF65-F5344CB8AC3E}">
        <p14:creationId xmlns:p14="http://schemas.microsoft.com/office/powerpoint/2010/main" val="341742870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6ECCD7-9E31-E5C6-95DE-A154C27E49F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3682BFE-A9B9-43DD-99E8-A96FD4A81E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D858649-7038-EADD-3085-64B7805DD225}"/>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3.3.4. Herramientas para manipulación de audio</a:t>
            </a:r>
            <a:endParaRPr lang="es-ES" dirty="0"/>
          </a:p>
        </p:txBody>
      </p:sp>
      <p:sp>
        <p:nvSpPr>
          <p:cNvPr id="10" name="Rectangle 9">
            <a:extLst>
              <a:ext uri="{FF2B5EF4-FFF2-40B4-BE49-F238E27FC236}">
                <a16:creationId xmlns:a16="http://schemas.microsoft.com/office/drawing/2014/main" id="{3D2E9970-C29E-F5F5-3DC0-455B08CF6A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C31B3AC-7BC9-8FDE-D57D-143C648A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AAB2128-3B1B-448A-E63B-91D7B3972D44}"/>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pPr lvl="1">
              <a:buFont typeface="Courier New" panose="020B0604020202020204" pitchFamily="34" charset="0"/>
              <a:buChar char="o"/>
            </a:pPr>
            <a:r>
              <a:rPr lang="es-ES" dirty="0">
                <a:ea typeface="+mn-lt"/>
                <a:cs typeface="+mn-lt"/>
              </a:rPr>
              <a:t>Normalización: Este filtro ajusta el volumen general de una pista para que alcance un nivel pico específico (generalmente 0 dB), asegurando que el sonido sea consistente y no demasiado bajo ni demasiado alto.</a:t>
            </a:r>
            <a:endParaRPr lang="es-ES"/>
          </a:p>
          <a:p>
            <a:pPr lvl="2">
              <a:buFont typeface="Wingdings" panose="020B0604020202020204" pitchFamily="34" charset="0"/>
              <a:buChar char="§"/>
            </a:pPr>
            <a:r>
              <a:rPr lang="es-ES" dirty="0">
                <a:ea typeface="+mn-lt"/>
                <a:cs typeface="+mn-lt"/>
              </a:rPr>
              <a:t>Efecto &gt; Normalizar</a:t>
            </a:r>
            <a:endParaRPr lang="es-ES" dirty="0"/>
          </a:p>
          <a:p>
            <a:pPr lvl="1">
              <a:buFont typeface="Courier New" panose="020B0604020202020204" pitchFamily="34" charset="0"/>
              <a:buChar char="o"/>
            </a:pPr>
            <a:r>
              <a:rPr lang="es-ES" dirty="0">
                <a:ea typeface="+mn-lt"/>
                <a:cs typeface="+mn-lt"/>
              </a:rPr>
              <a:t>Compresor: Reduce el rango dinámico de un sonido, haciendo que las partes más fuertes sean más silenciosas y las más débiles más audibles. Esto es crucial para podcasts y grabaciones de voz para que la voz se mantenga en un nivel de volumen constante.</a:t>
            </a:r>
            <a:endParaRPr lang="es-ES" dirty="0"/>
          </a:p>
          <a:p>
            <a:pPr lvl="2">
              <a:buFont typeface="Wingdings" panose="020B0604020202020204" pitchFamily="34" charset="0"/>
              <a:buChar char="§"/>
            </a:pPr>
            <a:r>
              <a:rPr lang="es-ES" dirty="0">
                <a:ea typeface="+mn-lt"/>
                <a:cs typeface="+mn-lt"/>
              </a:rPr>
              <a:t>Efecto &gt; Compresor</a:t>
            </a:r>
            <a:endParaRPr lang="es-ES"/>
          </a:p>
          <a:p>
            <a:pPr lvl="1">
              <a:buFont typeface="Courier New" panose="020B0604020202020204" pitchFamily="34" charset="0"/>
              <a:buChar char="o"/>
            </a:pPr>
            <a:r>
              <a:rPr lang="es-ES" dirty="0">
                <a:ea typeface="+mn-lt"/>
                <a:cs typeface="+mn-lt"/>
              </a:rPr>
              <a:t>Filtro de paso bajo: Elimina las frecuencias altas del audio. Es útil para quitar siseos o para darle a una voz un efecto de "teléfono antiguo".</a:t>
            </a:r>
            <a:endParaRPr lang="es-ES" dirty="0"/>
          </a:p>
          <a:p>
            <a:pPr lvl="2">
              <a:buFont typeface="Wingdings" panose="020B0604020202020204" pitchFamily="34" charset="0"/>
              <a:buChar char="§"/>
            </a:pPr>
            <a:r>
              <a:rPr lang="es-ES" dirty="0">
                <a:ea typeface="+mn-lt"/>
                <a:cs typeface="+mn-lt"/>
              </a:rPr>
              <a:t>Efecto &gt; Ecualizador de filtros &gt; </a:t>
            </a:r>
            <a:r>
              <a:rPr lang="es-ES" dirty="0" err="1">
                <a:ea typeface="+mn-lt"/>
                <a:cs typeface="+mn-lt"/>
              </a:rPr>
              <a:t>Presets</a:t>
            </a:r>
            <a:r>
              <a:rPr lang="es-ES" dirty="0">
                <a:ea typeface="+mn-lt"/>
                <a:cs typeface="+mn-lt"/>
              </a:rPr>
              <a:t> de ecualizador &gt; Low-Pass </a:t>
            </a:r>
            <a:r>
              <a:rPr lang="es-ES" dirty="0" err="1">
                <a:ea typeface="+mn-lt"/>
                <a:cs typeface="+mn-lt"/>
              </a:rPr>
              <a:t>Filter</a:t>
            </a:r>
            <a:endParaRPr lang="es-ES" dirty="0"/>
          </a:p>
          <a:p>
            <a:pPr lvl="1">
              <a:buFont typeface="Courier New" panose="020B0604020202020204" pitchFamily="34" charset="0"/>
              <a:buChar char="o"/>
            </a:pPr>
            <a:r>
              <a:rPr lang="es-ES" dirty="0">
                <a:ea typeface="+mn-lt"/>
                <a:cs typeface="+mn-lt"/>
              </a:rPr>
              <a:t>Filtro de paso alto: Elimina las frecuencias bajas. Se utiliza para eliminar zumbidos o ruidos graves del audio.</a:t>
            </a:r>
          </a:p>
          <a:p>
            <a:pPr lvl="2">
              <a:buFont typeface="Wingdings" panose="020B0604020202020204" pitchFamily="34" charset="0"/>
              <a:buChar char="§"/>
            </a:pPr>
            <a:r>
              <a:rPr lang="es-ES" dirty="0">
                <a:ea typeface="+mn-lt"/>
                <a:cs typeface="+mn-lt"/>
              </a:rPr>
              <a:t>Efecto &gt; Ecualizador de filtros &gt; </a:t>
            </a:r>
            <a:r>
              <a:rPr lang="es-ES" dirty="0" err="1">
                <a:ea typeface="+mn-lt"/>
                <a:cs typeface="+mn-lt"/>
              </a:rPr>
              <a:t>Presets</a:t>
            </a:r>
            <a:r>
              <a:rPr lang="es-ES" dirty="0">
                <a:ea typeface="+mn-lt"/>
                <a:cs typeface="+mn-lt"/>
              </a:rPr>
              <a:t> de ecualizador &gt; High-Pass </a:t>
            </a:r>
            <a:r>
              <a:rPr lang="es-ES" dirty="0" err="1">
                <a:ea typeface="+mn-lt"/>
                <a:cs typeface="+mn-lt"/>
              </a:rPr>
              <a:t>Filter</a:t>
            </a:r>
            <a:endParaRPr lang="es-ES" dirty="0"/>
          </a:p>
          <a:p>
            <a:pPr lvl="1">
              <a:buFont typeface="Courier New" panose="020B0604020202020204" pitchFamily="34" charset="0"/>
              <a:buChar char="o"/>
            </a:pPr>
            <a:r>
              <a:rPr lang="es-ES" dirty="0">
                <a:ea typeface="+mn-lt"/>
                <a:cs typeface="+mn-lt"/>
              </a:rPr>
              <a:t>Coro (</a:t>
            </a:r>
            <a:r>
              <a:rPr lang="es-ES" dirty="0" err="1">
                <a:ea typeface="+mn-lt"/>
                <a:cs typeface="+mn-lt"/>
              </a:rPr>
              <a:t>Chorus</a:t>
            </a:r>
            <a:r>
              <a:rPr lang="es-ES" dirty="0">
                <a:ea typeface="+mn-lt"/>
                <a:cs typeface="+mn-lt"/>
              </a:rPr>
              <a:t>): Crea una ilusión de múltiples voces a partir de una sola. El efecto duplica el sonido y le aplica un ligero retraso y variación de tono.</a:t>
            </a:r>
          </a:p>
          <a:p>
            <a:pPr lvl="2">
              <a:buFont typeface="Wingdings" panose="020B0604020202020204" pitchFamily="34" charset="0"/>
              <a:buChar char="§"/>
            </a:pPr>
            <a:r>
              <a:rPr lang="es-ES" dirty="0">
                <a:ea typeface="+mn-lt"/>
                <a:cs typeface="+mn-lt"/>
              </a:rPr>
              <a:t>Efecto &gt; Coro</a:t>
            </a:r>
            <a:endParaRPr lang="es-ES"/>
          </a:p>
        </p:txBody>
      </p:sp>
    </p:spTree>
    <p:extLst>
      <p:ext uri="{BB962C8B-B14F-4D97-AF65-F5344CB8AC3E}">
        <p14:creationId xmlns:p14="http://schemas.microsoft.com/office/powerpoint/2010/main" val="186816803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B598A7-98BB-784D-DF87-4DB2945908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30E393B-D45E-6D4F-2B63-36C3036C0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AF84456-A003-88C1-A950-F3B9A729EE15}"/>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3.3.4. Herramientas para manipulación de audio</a:t>
            </a:r>
            <a:endParaRPr lang="es-ES" dirty="0"/>
          </a:p>
        </p:txBody>
      </p:sp>
      <p:sp>
        <p:nvSpPr>
          <p:cNvPr id="10" name="Rectangle 9">
            <a:extLst>
              <a:ext uri="{FF2B5EF4-FFF2-40B4-BE49-F238E27FC236}">
                <a16:creationId xmlns:a16="http://schemas.microsoft.com/office/drawing/2014/main" id="{1E8645A1-F2CD-4C65-2C88-85466E2F5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EF313DD-F612-529F-F8C1-07752CBE8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33E12B5-504A-263A-A0D3-93B2B244FA05}"/>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err="1">
                <a:ea typeface="+mn-lt"/>
                <a:cs typeface="+mn-lt"/>
              </a:rPr>
              <a:t>FFmpeg</a:t>
            </a:r>
            <a:r>
              <a:rPr lang="es-ES" dirty="0">
                <a:ea typeface="+mn-lt"/>
                <a:cs typeface="+mn-lt"/>
              </a:rPr>
              <a:t> también puede aplicar filtros de audio de forma no interactiva, lo que es perfecto para la automatización. Los filtros se aplican usando el argumento -</a:t>
            </a:r>
            <a:r>
              <a:rPr lang="es-ES" err="1">
                <a:ea typeface="+mn-lt"/>
                <a:cs typeface="+mn-lt"/>
              </a:rPr>
              <a:t>af</a:t>
            </a:r>
            <a:r>
              <a:rPr lang="es-ES" dirty="0">
                <a:ea typeface="+mn-lt"/>
                <a:cs typeface="+mn-lt"/>
              </a:rPr>
              <a:t> (audio </a:t>
            </a:r>
            <a:r>
              <a:rPr lang="es-ES" err="1">
                <a:ea typeface="+mn-lt"/>
                <a:cs typeface="+mn-lt"/>
              </a:rPr>
              <a:t>filter</a:t>
            </a:r>
            <a:r>
              <a:rPr lang="es-ES" dirty="0">
                <a:ea typeface="+mn-lt"/>
                <a:cs typeface="+mn-lt"/>
              </a:rPr>
              <a:t>).</a:t>
            </a:r>
          </a:p>
          <a:p>
            <a:r>
              <a:rPr lang="es-ES" dirty="0">
                <a:ea typeface="+mn-lt"/>
                <a:cs typeface="+mn-lt"/>
              </a:rPr>
              <a:t>Ejemplos de filtros con </a:t>
            </a:r>
            <a:r>
              <a:rPr lang="es-ES" dirty="0" err="1">
                <a:ea typeface="+mn-lt"/>
                <a:cs typeface="+mn-lt"/>
              </a:rPr>
              <a:t>FFmpeg</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Ecualizador: Para ecualizar el audio, puedes usar el filtro </a:t>
            </a:r>
            <a:r>
              <a:rPr lang="es-ES" dirty="0" err="1">
                <a:ea typeface="+mn-lt"/>
                <a:cs typeface="+mn-lt"/>
              </a:rPr>
              <a:t>equalizer</a:t>
            </a:r>
            <a:r>
              <a:rPr lang="es-ES" dirty="0">
                <a:ea typeface="+mn-lt"/>
                <a:cs typeface="+mn-lt"/>
              </a:rPr>
              <a:t>.</a:t>
            </a:r>
            <a:endParaRPr lang="es-ES"/>
          </a:p>
          <a:p>
            <a:pPr marL="0" indent="0">
              <a:buNone/>
            </a:pPr>
            <a:r>
              <a:rPr lang="es-ES" b="1" err="1">
                <a:latin typeface="Consolas"/>
                <a:ea typeface="+mn-lt"/>
                <a:cs typeface="+mn-lt"/>
              </a:rPr>
              <a:t>ffmpeg</a:t>
            </a:r>
            <a:r>
              <a:rPr lang="es-ES" b="1" dirty="0">
                <a:latin typeface="Consolas"/>
                <a:ea typeface="+mn-lt"/>
                <a:cs typeface="+mn-lt"/>
              </a:rPr>
              <a:t> -i input.mp3 -</a:t>
            </a:r>
            <a:r>
              <a:rPr lang="es-ES" b="1" err="1">
                <a:latin typeface="Consolas"/>
                <a:ea typeface="+mn-lt"/>
                <a:cs typeface="+mn-lt"/>
              </a:rPr>
              <a:t>af</a:t>
            </a:r>
            <a:r>
              <a:rPr lang="es-ES" b="1" dirty="0">
                <a:latin typeface="Consolas"/>
                <a:ea typeface="+mn-lt"/>
                <a:cs typeface="+mn-lt"/>
              </a:rPr>
              <a:t> "</a:t>
            </a:r>
            <a:r>
              <a:rPr lang="es-ES" b="1" err="1">
                <a:latin typeface="Consolas"/>
                <a:ea typeface="+mn-lt"/>
                <a:cs typeface="+mn-lt"/>
              </a:rPr>
              <a:t>equalizer</a:t>
            </a:r>
            <a:r>
              <a:rPr lang="es-ES" b="1" dirty="0">
                <a:latin typeface="Consolas"/>
                <a:ea typeface="+mn-lt"/>
                <a:cs typeface="+mn-lt"/>
              </a:rPr>
              <a:t>=f=1000:width_type=</a:t>
            </a:r>
            <a:r>
              <a:rPr lang="es-ES" b="1" err="1">
                <a:latin typeface="Consolas"/>
                <a:ea typeface="+mn-lt"/>
                <a:cs typeface="+mn-lt"/>
              </a:rPr>
              <a:t>h:w</a:t>
            </a:r>
            <a:r>
              <a:rPr lang="es-ES" b="1" dirty="0">
                <a:latin typeface="Consolas"/>
                <a:ea typeface="+mn-lt"/>
                <a:cs typeface="+mn-lt"/>
              </a:rPr>
              <a:t>=200:g=10" output.mp3</a:t>
            </a:r>
            <a:endParaRPr lang="es-ES" b="1" dirty="0">
              <a:latin typeface="Consolas"/>
            </a:endParaRPr>
          </a:p>
          <a:p>
            <a:pPr lvl="2">
              <a:buFont typeface="Wingdings" panose="020B0604020202020204" pitchFamily="34" charset="0"/>
              <a:buChar char="§"/>
            </a:pPr>
            <a:r>
              <a:rPr lang="es-ES" dirty="0">
                <a:ea typeface="+mn-lt"/>
                <a:cs typeface="+mn-lt"/>
              </a:rPr>
              <a:t>f=1000: Frecuencia central del ajuste (en Hz).</a:t>
            </a:r>
            <a:endParaRPr lang="es-ES"/>
          </a:p>
          <a:p>
            <a:pPr lvl="2">
              <a:buFont typeface="Wingdings" panose="020B0604020202020204" pitchFamily="34" charset="0"/>
              <a:buChar char="§"/>
            </a:pPr>
            <a:r>
              <a:rPr lang="es-ES" dirty="0">
                <a:ea typeface="+mn-lt"/>
                <a:cs typeface="+mn-lt"/>
              </a:rPr>
              <a:t>w=200: Ancho de la banda de frecuencia.</a:t>
            </a:r>
            <a:endParaRPr lang="es-ES"/>
          </a:p>
          <a:p>
            <a:pPr lvl="2">
              <a:buFont typeface="Wingdings" panose="020B0604020202020204" pitchFamily="34" charset="0"/>
              <a:buChar char="§"/>
            </a:pPr>
            <a:r>
              <a:rPr lang="es-ES" dirty="0">
                <a:ea typeface="+mn-lt"/>
                <a:cs typeface="+mn-lt"/>
              </a:rPr>
              <a:t>g=10: Ganancia, es decir, el aumento o disminución del volumen (en dB).</a:t>
            </a:r>
            <a:endParaRPr lang="es-ES"/>
          </a:p>
          <a:p>
            <a:pPr lvl="1">
              <a:buFont typeface="Courier New" panose="020B0604020202020204" pitchFamily="34" charset="0"/>
              <a:buChar char="o"/>
            </a:pPr>
            <a:r>
              <a:rPr lang="es-ES" dirty="0">
                <a:ea typeface="+mn-lt"/>
                <a:cs typeface="+mn-lt"/>
              </a:rPr>
              <a:t>Filtro de Desvanecimiento (</a:t>
            </a:r>
            <a:r>
              <a:rPr lang="es-ES" err="1">
                <a:ea typeface="+mn-lt"/>
                <a:cs typeface="+mn-lt"/>
              </a:rPr>
              <a:t>Fade</a:t>
            </a:r>
            <a:r>
              <a:rPr lang="es-ES" dirty="0">
                <a:ea typeface="+mn-lt"/>
                <a:cs typeface="+mn-lt"/>
              </a:rPr>
              <a:t>-in/</a:t>
            </a:r>
            <a:r>
              <a:rPr lang="es-ES" err="1">
                <a:ea typeface="+mn-lt"/>
                <a:cs typeface="+mn-lt"/>
              </a:rPr>
              <a:t>Fade-out</a:t>
            </a:r>
            <a:r>
              <a:rPr lang="es-ES" dirty="0">
                <a:ea typeface="+mn-lt"/>
                <a:cs typeface="+mn-lt"/>
              </a:rPr>
              <a:t>): Permite que el audio comience o termine gradualmente.</a:t>
            </a:r>
          </a:p>
          <a:p>
            <a:pPr marL="0" indent="0">
              <a:buNone/>
            </a:pPr>
            <a:r>
              <a:rPr lang="es-ES" b="1" err="1">
                <a:latin typeface="Consolas"/>
                <a:ea typeface="+mn-lt"/>
                <a:cs typeface="+mn-lt"/>
              </a:rPr>
              <a:t>ffmpeg</a:t>
            </a:r>
            <a:r>
              <a:rPr lang="es-ES" b="1" dirty="0">
                <a:latin typeface="Consolas"/>
                <a:ea typeface="+mn-lt"/>
                <a:cs typeface="+mn-lt"/>
              </a:rPr>
              <a:t> -i input.mp3 -</a:t>
            </a:r>
            <a:r>
              <a:rPr lang="es-ES" b="1" err="1">
                <a:latin typeface="Consolas"/>
                <a:ea typeface="+mn-lt"/>
                <a:cs typeface="+mn-lt"/>
              </a:rPr>
              <a:t>af</a:t>
            </a:r>
            <a:r>
              <a:rPr lang="es-ES" b="1" dirty="0">
                <a:latin typeface="Consolas"/>
                <a:ea typeface="+mn-lt"/>
                <a:cs typeface="+mn-lt"/>
              </a:rPr>
              <a:t> "</a:t>
            </a:r>
            <a:r>
              <a:rPr lang="es-ES" b="1" err="1">
                <a:latin typeface="Consolas"/>
                <a:ea typeface="+mn-lt"/>
                <a:cs typeface="+mn-lt"/>
              </a:rPr>
              <a:t>afade</a:t>
            </a:r>
            <a:r>
              <a:rPr lang="es-ES" b="1" dirty="0">
                <a:latin typeface="Consolas"/>
                <a:ea typeface="+mn-lt"/>
                <a:cs typeface="+mn-lt"/>
              </a:rPr>
              <a:t>=t=</a:t>
            </a:r>
            <a:r>
              <a:rPr lang="es-ES" b="1" err="1">
                <a:latin typeface="Consolas"/>
                <a:ea typeface="+mn-lt"/>
                <a:cs typeface="+mn-lt"/>
              </a:rPr>
              <a:t>in:st</a:t>
            </a:r>
            <a:r>
              <a:rPr lang="es-ES" b="1" dirty="0">
                <a:latin typeface="Consolas"/>
                <a:ea typeface="+mn-lt"/>
                <a:cs typeface="+mn-lt"/>
              </a:rPr>
              <a:t>=0:d=5" output.mp3</a:t>
            </a:r>
            <a:endParaRPr lang="es-ES" b="1" dirty="0">
              <a:latin typeface="Consolas"/>
            </a:endParaRPr>
          </a:p>
          <a:p>
            <a:pPr lvl="2">
              <a:buFont typeface="Wingdings" panose="020B0604020202020204" pitchFamily="34" charset="0"/>
              <a:buChar char="§"/>
            </a:pPr>
            <a:r>
              <a:rPr lang="es-ES" dirty="0">
                <a:ea typeface="+mn-lt"/>
                <a:cs typeface="+mn-lt"/>
              </a:rPr>
              <a:t>t=in: Tipo de desvanecimiento (en este caso, in para inicio).</a:t>
            </a:r>
            <a:endParaRPr lang="es-ES"/>
          </a:p>
          <a:p>
            <a:pPr lvl="2">
              <a:buFont typeface="Wingdings" panose="020B0604020202020204" pitchFamily="34" charset="0"/>
              <a:buChar char="§"/>
            </a:pPr>
            <a:r>
              <a:rPr lang="es-ES" dirty="0" err="1">
                <a:ea typeface="+mn-lt"/>
                <a:cs typeface="+mn-lt"/>
              </a:rPr>
              <a:t>st</a:t>
            </a:r>
            <a:r>
              <a:rPr lang="es-ES" dirty="0">
                <a:ea typeface="+mn-lt"/>
                <a:cs typeface="+mn-lt"/>
              </a:rPr>
              <a:t>=0: Momento en el que comienza (en segundos).</a:t>
            </a:r>
            <a:endParaRPr lang="es-ES"/>
          </a:p>
          <a:p>
            <a:pPr lvl="2">
              <a:buFont typeface="Wingdings" panose="020B0604020202020204" pitchFamily="34" charset="0"/>
              <a:buChar char="§"/>
            </a:pPr>
            <a:r>
              <a:rPr lang="es-ES" dirty="0">
                <a:ea typeface="+mn-lt"/>
                <a:cs typeface="+mn-lt"/>
              </a:rPr>
              <a:t>d=5: Duración del efecto (en segundos).</a:t>
            </a:r>
            <a:endParaRPr lang="es-ES" dirty="0"/>
          </a:p>
        </p:txBody>
      </p:sp>
    </p:spTree>
    <p:extLst>
      <p:ext uri="{BB962C8B-B14F-4D97-AF65-F5344CB8AC3E}">
        <p14:creationId xmlns:p14="http://schemas.microsoft.com/office/powerpoint/2010/main" val="106448079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C50F0B-C552-9B78-EC00-59EA3B2A190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854D39-B862-C629-F967-BB8628744A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1EB1176-5B98-34B9-BA25-272BE380E732}"/>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3.3.4. Herramientas para manipulación de audio</a:t>
            </a:r>
            <a:endParaRPr lang="es-ES" dirty="0"/>
          </a:p>
        </p:txBody>
      </p:sp>
      <p:sp>
        <p:nvSpPr>
          <p:cNvPr id="10" name="Rectangle 9">
            <a:extLst>
              <a:ext uri="{FF2B5EF4-FFF2-40B4-BE49-F238E27FC236}">
                <a16:creationId xmlns:a16="http://schemas.microsoft.com/office/drawing/2014/main" id="{24B5F4D6-A4BC-4044-B8B2-03A6BAAAE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11939D9-CFF3-F0B0-E61E-DE95C8824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CCC014D-1559-636D-01AD-408E4560BD79}"/>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pPr lvl="1">
              <a:buFont typeface="Courier New" panose="020B0604020202020204" pitchFamily="34" charset="0"/>
              <a:buChar char="o"/>
            </a:pPr>
            <a:r>
              <a:rPr lang="es-ES" err="1">
                <a:ea typeface="+mn-lt"/>
                <a:cs typeface="+mn-lt"/>
              </a:rPr>
              <a:t>De-esser</a:t>
            </a:r>
            <a:r>
              <a:rPr lang="es-ES" dirty="0">
                <a:ea typeface="+mn-lt"/>
                <a:cs typeface="+mn-lt"/>
              </a:rPr>
              <a:t>: Reduce los sibilantes (sonidos "s", "</a:t>
            </a:r>
            <a:r>
              <a:rPr lang="es-ES" err="1">
                <a:ea typeface="+mn-lt"/>
                <a:cs typeface="+mn-lt"/>
              </a:rPr>
              <a:t>sh</a:t>
            </a:r>
            <a:r>
              <a:rPr lang="es-ES" dirty="0">
                <a:ea typeface="+mn-lt"/>
                <a:cs typeface="+mn-lt"/>
              </a:rPr>
              <a:t>") que pueden ser demasiado agudos en las grabaciones de voz.</a:t>
            </a:r>
            <a:endParaRPr lang="es-ES"/>
          </a:p>
          <a:p>
            <a:pPr marL="0" indent="0">
              <a:buNone/>
            </a:pPr>
            <a:r>
              <a:rPr lang="es-ES" b="1" err="1">
                <a:latin typeface="Consolas"/>
                <a:ea typeface="+mn-lt"/>
                <a:cs typeface="+mn-lt"/>
              </a:rPr>
              <a:t>ffmpeg</a:t>
            </a:r>
            <a:r>
              <a:rPr lang="es-ES" b="1" dirty="0">
                <a:latin typeface="Consolas"/>
                <a:ea typeface="+mn-lt"/>
                <a:cs typeface="+mn-lt"/>
              </a:rPr>
              <a:t> -i input.mp3 -</a:t>
            </a:r>
            <a:r>
              <a:rPr lang="es-ES" b="1" err="1">
                <a:latin typeface="Consolas"/>
                <a:ea typeface="+mn-lt"/>
                <a:cs typeface="+mn-lt"/>
              </a:rPr>
              <a:t>af</a:t>
            </a:r>
            <a:r>
              <a:rPr lang="es-ES" b="1" dirty="0">
                <a:latin typeface="Consolas"/>
                <a:ea typeface="+mn-lt"/>
                <a:cs typeface="+mn-lt"/>
              </a:rPr>
              <a:t> "</a:t>
            </a:r>
            <a:r>
              <a:rPr lang="es-ES" b="1" err="1">
                <a:latin typeface="Consolas"/>
                <a:ea typeface="+mn-lt"/>
                <a:cs typeface="+mn-lt"/>
              </a:rPr>
              <a:t>deesser</a:t>
            </a:r>
            <a:r>
              <a:rPr lang="es-ES" b="1" dirty="0">
                <a:latin typeface="Consolas"/>
                <a:ea typeface="+mn-lt"/>
                <a:cs typeface="+mn-lt"/>
              </a:rPr>
              <a:t>=i=1" output.mp3</a:t>
            </a:r>
            <a:endParaRPr lang="es-ES" b="1">
              <a:latin typeface="Consolas"/>
            </a:endParaRPr>
          </a:p>
          <a:p>
            <a:pPr lvl="1">
              <a:buFont typeface="Courier New" panose="020B0604020202020204" pitchFamily="34" charset="0"/>
              <a:buChar char="o"/>
            </a:pPr>
            <a:r>
              <a:rPr lang="es-ES" dirty="0">
                <a:ea typeface="+mn-lt"/>
                <a:cs typeface="+mn-lt"/>
              </a:rPr>
              <a:t>Ecualizador dinámico: Este filtro permite aplicar una ecualización que cambia con el tiempo. Es útil para ajustes finos que no son constantes.</a:t>
            </a:r>
          </a:p>
          <a:p>
            <a:pPr marL="0" indent="0">
              <a:buNone/>
            </a:pPr>
            <a:r>
              <a:rPr lang="es-ES" b="1" err="1">
                <a:latin typeface="Consolas"/>
                <a:ea typeface="+mn-lt"/>
                <a:cs typeface="+mn-lt"/>
              </a:rPr>
              <a:t>ffmpeg</a:t>
            </a:r>
            <a:r>
              <a:rPr lang="es-ES" b="1" dirty="0">
                <a:latin typeface="Consolas"/>
                <a:ea typeface="+mn-lt"/>
                <a:cs typeface="+mn-lt"/>
              </a:rPr>
              <a:t> -i input.mp3 -</a:t>
            </a:r>
            <a:r>
              <a:rPr lang="es-ES" b="1" err="1">
                <a:latin typeface="Consolas"/>
                <a:ea typeface="+mn-lt"/>
                <a:cs typeface="+mn-lt"/>
              </a:rPr>
              <a:t>filter_complex</a:t>
            </a:r>
            <a:r>
              <a:rPr lang="es-ES" b="1" dirty="0">
                <a:latin typeface="Consolas"/>
                <a:ea typeface="+mn-lt"/>
                <a:cs typeface="+mn-lt"/>
              </a:rPr>
              <a:t> "</a:t>
            </a:r>
            <a:r>
              <a:rPr lang="es-ES" b="1" err="1">
                <a:latin typeface="Consolas"/>
                <a:ea typeface="+mn-lt"/>
                <a:cs typeface="+mn-lt"/>
              </a:rPr>
              <a:t>dynaudnorm</a:t>
            </a:r>
            <a:r>
              <a:rPr lang="es-ES" b="1" dirty="0">
                <a:latin typeface="Consolas"/>
                <a:ea typeface="+mn-lt"/>
                <a:cs typeface="+mn-lt"/>
              </a:rPr>
              <a:t>" output.mp3</a:t>
            </a:r>
          </a:p>
          <a:p>
            <a:pPr lvl="1">
              <a:buFont typeface="Courier New" panose="020B0604020202020204" pitchFamily="34" charset="0"/>
              <a:buChar char="o"/>
            </a:pPr>
            <a:r>
              <a:rPr lang="es-ES" err="1">
                <a:ea typeface="+mn-lt"/>
                <a:cs typeface="+mn-lt"/>
              </a:rPr>
              <a:t>Flanger</a:t>
            </a:r>
            <a:r>
              <a:rPr lang="es-ES" dirty="0">
                <a:ea typeface="+mn-lt"/>
                <a:cs typeface="+mn-lt"/>
              </a:rPr>
              <a:t>: Crea un efecto de "barrido" de sonido al mezclar dos señales idénticas, una de las cuales está ligeramente retrasada.</a:t>
            </a:r>
          </a:p>
          <a:p>
            <a:pPr marL="0" indent="0">
              <a:buNone/>
            </a:pPr>
            <a:r>
              <a:rPr lang="es-ES" b="1" err="1">
                <a:latin typeface="Consolas"/>
                <a:ea typeface="+mn-lt"/>
                <a:cs typeface="+mn-lt"/>
              </a:rPr>
              <a:t>ffmpeg</a:t>
            </a:r>
            <a:r>
              <a:rPr lang="es-ES" b="1" dirty="0">
                <a:latin typeface="Consolas"/>
                <a:ea typeface="+mn-lt"/>
                <a:cs typeface="+mn-lt"/>
              </a:rPr>
              <a:t> -i input.mp3 -</a:t>
            </a:r>
            <a:r>
              <a:rPr lang="es-ES" b="1" err="1">
                <a:latin typeface="Consolas"/>
                <a:ea typeface="+mn-lt"/>
                <a:cs typeface="+mn-lt"/>
              </a:rPr>
              <a:t>af</a:t>
            </a:r>
            <a:r>
              <a:rPr lang="es-ES" b="1" dirty="0">
                <a:latin typeface="Consolas"/>
                <a:ea typeface="+mn-lt"/>
                <a:cs typeface="+mn-lt"/>
              </a:rPr>
              <a:t> "</a:t>
            </a:r>
            <a:r>
              <a:rPr lang="es-ES" b="1" err="1">
                <a:latin typeface="Consolas"/>
                <a:ea typeface="+mn-lt"/>
                <a:cs typeface="+mn-lt"/>
              </a:rPr>
              <a:t>flanger</a:t>
            </a:r>
            <a:r>
              <a:rPr lang="es-ES" b="1" dirty="0">
                <a:latin typeface="Consolas"/>
                <a:ea typeface="+mn-lt"/>
                <a:cs typeface="+mn-lt"/>
              </a:rPr>
              <a:t>" output.mp3</a:t>
            </a:r>
            <a:endParaRPr lang="es-ES" b="1">
              <a:latin typeface="Consolas"/>
            </a:endParaRPr>
          </a:p>
          <a:p>
            <a:pPr lvl="1">
              <a:buFont typeface="Courier New" panose="020B0604020202020204" pitchFamily="34" charset="0"/>
              <a:buChar char="o"/>
            </a:pPr>
            <a:r>
              <a:rPr lang="es-ES" err="1">
                <a:ea typeface="+mn-lt"/>
                <a:cs typeface="+mn-lt"/>
              </a:rPr>
              <a:t>Wahwah</a:t>
            </a:r>
            <a:r>
              <a:rPr lang="es-ES" dirty="0">
                <a:ea typeface="+mn-lt"/>
                <a:cs typeface="+mn-lt"/>
              </a:rPr>
              <a:t>: Produce un sonido similar al efecto de un pedal "</a:t>
            </a:r>
            <a:r>
              <a:rPr lang="es-ES" err="1">
                <a:ea typeface="+mn-lt"/>
                <a:cs typeface="+mn-lt"/>
              </a:rPr>
              <a:t>wah-wah</a:t>
            </a:r>
            <a:r>
              <a:rPr lang="es-ES" dirty="0">
                <a:ea typeface="+mn-lt"/>
                <a:cs typeface="+mn-lt"/>
              </a:rPr>
              <a:t>" en una guitarra, que cambia el tono del sonido de forma rítmica.</a:t>
            </a:r>
          </a:p>
          <a:p>
            <a:pPr marL="0" indent="0">
              <a:buNone/>
            </a:pPr>
            <a:r>
              <a:rPr lang="es-ES" b="1" err="1">
                <a:latin typeface="Consolas"/>
                <a:ea typeface="+mn-lt"/>
                <a:cs typeface="+mn-lt"/>
              </a:rPr>
              <a:t>ffmpeg</a:t>
            </a:r>
            <a:r>
              <a:rPr lang="es-ES" b="1" dirty="0">
                <a:latin typeface="Consolas"/>
                <a:ea typeface="+mn-lt"/>
                <a:cs typeface="+mn-lt"/>
              </a:rPr>
              <a:t> -i input.mp3 -</a:t>
            </a:r>
            <a:r>
              <a:rPr lang="es-ES" b="1" err="1">
                <a:latin typeface="Consolas"/>
                <a:ea typeface="+mn-lt"/>
                <a:cs typeface="+mn-lt"/>
              </a:rPr>
              <a:t>af</a:t>
            </a:r>
            <a:r>
              <a:rPr lang="es-ES" b="1" dirty="0">
                <a:latin typeface="Consolas"/>
                <a:ea typeface="+mn-lt"/>
                <a:cs typeface="+mn-lt"/>
              </a:rPr>
              <a:t> "</a:t>
            </a:r>
            <a:r>
              <a:rPr lang="es-ES" b="1" err="1">
                <a:latin typeface="Consolas"/>
                <a:ea typeface="+mn-lt"/>
                <a:cs typeface="+mn-lt"/>
              </a:rPr>
              <a:t>wahwah</a:t>
            </a:r>
            <a:r>
              <a:rPr lang="es-ES" b="1" dirty="0">
                <a:latin typeface="Consolas"/>
                <a:ea typeface="+mn-lt"/>
                <a:cs typeface="+mn-lt"/>
              </a:rPr>
              <a:t>" output.mp3</a:t>
            </a:r>
          </a:p>
          <a:p>
            <a:pPr lvl="1">
              <a:buFont typeface="Courier New" panose="020B0604020202020204" pitchFamily="34" charset="0"/>
              <a:buChar char="o"/>
            </a:pPr>
            <a:r>
              <a:rPr lang="es-ES" dirty="0">
                <a:ea typeface="+mn-lt"/>
                <a:cs typeface="+mn-lt"/>
              </a:rPr>
              <a:t>Ajuste de volumen (</a:t>
            </a:r>
            <a:r>
              <a:rPr lang="es-ES" err="1">
                <a:ea typeface="+mn-lt"/>
                <a:cs typeface="+mn-lt"/>
              </a:rPr>
              <a:t>Volume</a:t>
            </a:r>
            <a:r>
              <a:rPr lang="es-ES" dirty="0">
                <a:ea typeface="+mn-lt"/>
                <a:cs typeface="+mn-lt"/>
              </a:rPr>
              <a:t>): Aumenta o disminuye el volumen de una pista sin saturarla. Es una alternativa a la normalización cuando se necesita un control más preciso.</a:t>
            </a:r>
            <a:endParaRPr lang="es-ES"/>
          </a:p>
          <a:p>
            <a:pPr marL="0" indent="0">
              <a:buNone/>
            </a:pPr>
            <a:r>
              <a:rPr lang="es-ES" b="1" dirty="0" err="1">
                <a:latin typeface="Consolas"/>
                <a:ea typeface="+mn-lt"/>
                <a:cs typeface="+mn-lt"/>
              </a:rPr>
              <a:t>ffmpeg</a:t>
            </a:r>
            <a:r>
              <a:rPr lang="es-ES" b="1" dirty="0">
                <a:latin typeface="Consolas"/>
                <a:ea typeface="+mn-lt"/>
                <a:cs typeface="+mn-lt"/>
              </a:rPr>
              <a:t> -i input.mp3 -</a:t>
            </a:r>
            <a:r>
              <a:rPr lang="es-ES" b="1" dirty="0" err="1">
                <a:latin typeface="Consolas"/>
                <a:ea typeface="+mn-lt"/>
                <a:cs typeface="+mn-lt"/>
              </a:rPr>
              <a:t>af</a:t>
            </a:r>
            <a:r>
              <a:rPr lang="es-ES" b="1" dirty="0">
                <a:latin typeface="Consolas"/>
                <a:ea typeface="+mn-lt"/>
                <a:cs typeface="+mn-lt"/>
              </a:rPr>
              <a:t> "</a:t>
            </a:r>
            <a:r>
              <a:rPr lang="es-ES" b="1" dirty="0" err="1">
                <a:latin typeface="Consolas"/>
                <a:ea typeface="+mn-lt"/>
                <a:cs typeface="+mn-lt"/>
              </a:rPr>
              <a:t>volume</a:t>
            </a:r>
            <a:r>
              <a:rPr lang="es-ES" b="1" dirty="0">
                <a:latin typeface="Consolas"/>
                <a:ea typeface="+mn-lt"/>
                <a:cs typeface="+mn-lt"/>
              </a:rPr>
              <a:t>=10dB" output.mp3</a:t>
            </a:r>
            <a:endParaRPr lang="es-ES" b="1" dirty="0">
              <a:latin typeface="Consolas"/>
            </a:endParaRPr>
          </a:p>
        </p:txBody>
      </p:sp>
    </p:spTree>
    <p:extLst>
      <p:ext uri="{BB962C8B-B14F-4D97-AF65-F5344CB8AC3E}">
        <p14:creationId xmlns:p14="http://schemas.microsoft.com/office/powerpoint/2010/main" val="238860581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3398E-2305-A3C4-1676-BDA20036AE5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00B5DA-E117-CB71-2152-CA89C505F2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7D841BD-66BE-8505-830A-99211F1A5C4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3.3.5. Integración de audio en la web: la etiqueta &lt;audio&gt; de HTML5</a:t>
            </a:r>
            <a:endParaRPr lang="es-ES" dirty="0"/>
          </a:p>
        </p:txBody>
      </p:sp>
      <p:sp>
        <p:nvSpPr>
          <p:cNvPr id="10" name="Rectangle 9">
            <a:extLst>
              <a:ext uri="{FF2B5EF4-FFF2-40B4-BE49-F238E27FC236}">
                <a16:creationId xmlns:a16="http://schemas.microsoft.com/office/drawing/2014/main" id="{DCD4B0E7-4BE6-FE07-DE76-5C9DC4DA5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644818F-1F9B-5F8A-EB5D-FEE6A6B59C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4943C44-7E75-B7E3-230C-0788E7D8CE19}"/>
              </a:ext>
            </a:extLst>
          </p:cNvPr>
          <p:cNvSpPr>
            <a:spLocks noGrp="1"/>
          </p:cNvSpPr>
          <p:nvPr>
            <p:ph idx="1"/>
          </p:nvPr>
        </p:nvSpPr>
        <p:spPr>
          <a:xfrm>
            <a:off x="1587710" y="2160016"/>
            <a:ext cx="9486690" cy="3926152"/>
          </a:xfrm>
        </p:spPr>
        <p:txBody>
          <a:bodyPr vert="horz" lIns="91440" tIns="45720" rIns="91440" bIns="45720" rtlCol="0" anchor="t">
            <a:normAutofit fontScale="85000" lnSpcReduction="10000"/>
          </a:bodyPr>
          <a:lstStyle/>
          <a:p>
            <a:r>
              <a:rPr lang="es-ES" dirty="0">
                <a:ea typeface="+mn-lt"/>
                <a:cs typeface="+mn-lt"/>
              </a:rPr>
              <a:t>La etiqueta &lt;audio&gt; de HTML5 simplificó la integración de archivos de sonido en las páginas web, eliminando la necesidad de </a:t>
            </a:r>
            <a:r>
              <a:rPr lang="es-ES" dirty="0" err="1">
                <a:ea typeface="+mn-lt"/>
                <a:cs typeface="+mn-lt"/>
              </a:rPr>
              <a:t>plugins</a:t>
            </a:r>
            <a:r>
              <a:rPr lang="es-ES" dirty="0">
                <a:ea typeface="+mn-lt"/>
                <a:cs typeface="+mn-lt"/>
              </a:rPr>
              <a:t> de terceros como Flash. Permite la reproducción de audio de forma nativa, ofreciendo controles por defecto y una API de JavaScript para una manipulación más avanzada.</a:t>
            </a:r>
            <a:endParaRPr lang="es-ES" dirty="0"/>
          </a:p>
          <a:p>
            <a:r>
              <a:rPr lang="es-ES" dirty="0">
                <a:ea typeface="+mn-lt"/>
                <a:cs typeface="+mn-lt"/>
              </a:rPr>
              <a:t>La forma más simple de usar la etiqueta &lt;audio&gt; es especificando la fuente del archivo. Sin embargo, para garantizar la máxima compatibilidad, lo ideal es incluir varias fuentes con la etiqueta &lt;</a:t>
            </a:r>
            <a:r>
              <a:rPr lang="es-ES" dirty="0" err="1">
                <a:ea typeface="+mn-lt"/>
                <a:cs typeface="+mn-lt"/>
              </a:rPr>
              <a:t>source</a:t>
            </a:r>
            <a:r>
              <a:rPr lang="es-ES" dirty="0">
                <a:ea typeface="+mn-lt"/>
                <a:cs typeface="+mn-lt"/>
              </a:rPr>
              <a:t>&gt;. Sintaxis básica con un solo archivo:</a:t>
            </a:r>
            <a:endParaRPr lang="es-ES" dirty="0"/>
          </a:p>
          <a:p>
            <a:pPr marL="0" indent="0">
              <a:buNone/>
            </a:pPr>
            <a:r>
              <a:rPr lang="es-ES" b="1" dirty="0">
                <a:latin typeface="Consolas"/>
                <a:ea typeface="+mn-lt"/>
                <a:cs typeface="+mn-lt"/>
              </a:rPr>
              <a:t>&lt;audio </a:t>
            </a:r>
            <a:r>
              <a:rPr lang="es-ES" b="1" err="1">
                <a:latin typeface="Consolas"/>
                <a:ea typeface="+mn-lt"/>
                <a:cs typeface="+mn-lt"/>
              </a:rPr>
              <a:t>src</a:t>
            </a:r>
            <a:r>
              <a:rPr lang="es-ES" b="1" dirty="0">
                <a:latin typeface="Consolas"/>
                <a:ea typeface="+mn-lt"/>
                <a:cs typeface="+mn-lt"/>
              </a:rPr>
              <a:t>="audio/mi-cancion.mp3" </a:t>
            </a:r>
            <a:r>
              <a:rPr lang="es-ES" b="1" err="1">
                <a:latin typeface="Consolas"/>
                <a:ea typeface="+mn-lt"/>
                <a:cs typeface="+mn-lt"/>
              </a:rPr>
              <a:t>controls</a:t>
            </a:r>
            <a:r>
              <a:rPr lang="es-ES" b="1" dirty="0">
                <a:latin typeface="Consolas"/>
                <a:ea typeface="+mn-lt"/>
                <a:cs typeface="+mn-lt"/>
              </a:rPr>
              <a:t>&gt;&lt;/audio&gt;</a:t>
            </a:r>
            <a:endParaRPr lang="es-ES" b="1" dirty="0">
              <a:latin typeface="Consolas"/>
            </a:endParaRPr>
          </a:p>
          <a:p>
            <a:pPr lvl="1">
              <a:buFont typeface="Courier New" panose="020B0604020202020204" pitchFamily="34" charset="0"/>
              <a:buChar char="o"/>
            </a:pPr>
            <a:r>
              <a:rPr lang="es-ES" dirty="0" err="1">
                <a:ea typeface="+mn-lt"/>
                <a:cs typeface="+mn-lt"/>
              </a:rPr>
              <a:t>src</a:t>
            </a:r>
            <a:r>
              <a:rPr lang="es-ES" dirty="0">
                <a:ea typeface="+mn-lt"/>
                <a:cs typeface="+mn-lt"/>
              </a:rPr>
              <a:t>: La ruta del archivo de audio.</a:t>
            </a:r>
            <a:endParaRPr lang="es-ES"/>
          </a:p>
          <a:p>
            <a:pPr lvl="1">
              <a:buFont typeface="Courier New" panose="020B0604020202020204" pitchFamily="34" charset="0"/>
              <a:buChar char="o"/>
            </a:pPr>
            <a:r>
              <a:rPr lang="es-ES" dirty="0" err="1">
                <a:ea typeface="+mn-lt"/>
                <a:cs typeface="+mn-lt"/>
              </a:rPr>
              <a:t>controls</a:t>
            </a:r>
            <a:r>
              <a:rPr lang="es-ES" dirty="0">
                <a:ea typeface="+mn-lt"/>
                <a:cs typeface="+mn-lt"/>
              </a:rPr>
              <a:t>: Un atributo booleano que muestra los controles de reproducción nativos del navegador (reproducir, pausar, volumen, etc.).</a:t>
            </a:r>
            <a:endParaRPr lang="es-ES" dirty="0"/>
          </a:p>
        </p:txBody>
      </p:sp>
    </p:spTree>
    <p:extLst>
      <p:ext uri="{BB962C8B-B14F-4D97-AF65-F5344CB8AC3E}">
        <p14:creationId xmlns:p14="http://schemas.microsoft.com/office/powerpoint/2010/main" val="217636400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E422C5-AFF0-8600-D201-9C11BC1883A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E5E6D0-1E70-4905-E5ED-8434BB38B7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7CCC415-8654-DDCC-2007-FED8657088FC}"/>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3.3.5. Integración de audio en la web: la etiqueta &lt;audio&gt; de HTML5</a:t>
            </a:r>
            <a:endParaRPr lang="es-ES" dirty="0"/>
          </a:p>
        </p:txBody>
      </p:sp>
      <p:sp>
        <p:nvSpPr>
          <p:cNvPr id="10" name="Rectangle 9">
            <a:extLst>
              <a:ext uri="{FF2B5EF4-FFF2-40B4-BE49-F238E27FC236}">
                <a16:creationId xmlns:a16="http://schemas.microsoft.com/office/drawing/2014/main" id="{75278CCD-12E9-6E20-41F7-4405CBDA2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4C12B71-13D2-66C5-E091-FCA5F2686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531CFE4-4113-F329-2B15-AE0EF31EFC7A}"/>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Sintaxis recomendada con múltiples formatos (para compatibilidad):</a:t>
            </a:r>
            <a:endParaRPr lang="es-ES" dirty="0"/>
          </a:p>
          <a:p>
            <a:pPr marL="0" indent="0">
              <a:buNone/>
            </a:pPr>
            <a:r>
              <a:rPr lang="es-ES" b="1" dirty="0">
                <a:latin typeface="Consolas"/>
                <a:ea typeface="+mn-lt"/>
                <a:cs typeface="+mn-lt"/>
              </a:rPr>
              <a:t>&lt;audio </a:t>
            </a:r>
            <a:r>
              <a:rPr lang="es-ES" b="1" err="1">
                <a:latin typeface="Consolas"/>
                <a:ea typeface="+mn-lt"/>
                <a:cs typeface="+mn-lt"/>
              </a:rPr>
              <a:t>controls</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="audio/mi-cancion.ogg" </a:t>
            </a:r>
            <a:r>
              <a:rPr lang="es-ES" b="1" err="1">
                <a:latin typeface="Consolas"/>
                <a:ea typeface="+mn-lt"/>
                <a:cs typeface="+mn-lt"/>
              </a:rPr>
              <a:t>type</a:t>
            </a:r>
            <a:r>
              <a:rPr lang="es-ES" b="1" dirty="0">
                <a:latin typeface="Consolas"/>
                <a:ea typeface="+mn-lt"/>
                <a:cs typeface="+mn-lt"/>
              </a:rPr>
              <a:t>="audio/</a:t>
            </a:r>
            <a:r>
              <a:rPr lang="es-ES" b="1" err="1">
                <a:latin typeface="Consolas"/>
                <a:ea typeface="+mn-lt"/>
                <a:cs typeface="+mn-lt"/>
              </a:rPr>
              <a:t>ogg</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="audio/mi-cancion.mp3" </a:t>
            </a:r>
            <a:r>
              <a:rPr lang="es-ES" b="1" err="1">
                <a:latin typeface="Consolas"/>
                <a:ea typeface="+mn-lt"/>
                <a:cs typeface="+mn-lt"/>
              </a:rPr>
              <a:t>type</a:t>
            </a:r>
            <a:r>
              <a:rPr lang="es-ES" b="1" dirty="0">
                <a:latin typeface="Consolas"/>
                <a:ea typeface="+mn-lt"/>
                <a:cs typeface="+mn-lt"/>
              </a:rPr>
              <a:t>="audio/</a:t>
            </a:r>
            <a:r>
              <a:rPr lang="es-ES" b="1" err="1">
                <a:latin typeface="Consolas"/>
                <a:ea typeface="+mn-lt"/>
                <a:cs typeface="+mn-lt"/>
              </a:rPr>
              <a:t>mpeg</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Tu navegador no soporta el elemento de audio.</a:t>
            </a:r>
            <a:br>
              <a:rPr lang="es-ES" b="1" dirty="0">
                <a:latin typeface="Consolas"/>
                <a:ea typeface="+mn-lt"/>
                <a:cs typeface="+mn-lt"/>
              </a:rPr>
            </a:br>
            <a:r>
              <a:rPr lang="es-ES" b="1" dirty="0">
                <a:latin typeface="Consolas"/>
                <a:ea typeface="+mn-lt"/>
                <a:cs typeface="+mn-lt"/>
              </a:rPr>
              <a:t>&lt;/audio&gt;</a:t>
            </a:r>
          </a:p>
          <a:p>
            <a:r>
              <a:rPr lang="es-ES" dirty="0">
                <a:ea typeface="+mn-lt"/>
                <a:cs typeface="+mn-lt"/>
              </a:rPr>
              <a:t>En este caso, el navegador lee las etiquetas &lt;</a:t>
            </a:r>
            <a:r>
              <a:rPr lang="es-ES" err="1">
                <a:ea typeface="+mn-lt"/>
                <a:cs typeface="+mn-lt"/>
              </a:rPr>
              <a:t>source</a:t>
            </a:r>
            <a:r>
              <a:rPr lang="es-ES" dirty="0">
                <a:ea typeface="+mn-lt"/>
                <a:cs typeface="+mn-lt"/>
              </a:rPr>
              <a:t>&gt; de arriba abajo y reproducirá la primera que pueda manejar. Si no puede con ninguna, mostrará el texto de reserva.</a:t>
            </a:r>
            <a:endParaRPr lang="es-ES" dirty="0"/>
          </a:p>
        </p:txBody>
      </p:sp>
    </p:spTree>
    <p:extLst>
      <p:ext uri="{BB962C8B-B14F-4D97-AF65-F5344CB8AC3E}">
        <p14:creationId xmlns:p14="http://schemas.microsoft.com/office/powerpoint/2010/main" val="28371694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3C0A0D-8542-2A6A-435B-60984A85394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C73B8BA-4D6D-50DC-865D-E5AB7741F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021246B-0662-E899-2EC6-3512482DCC9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3.3.5. Integración de audio en la web: la etiqueta &lt;audio&gt; de HTML5</a:t>
            </a:r>
            <a:endParaRPr lang="es-ES" dirty="0"/>
          </a:p>
        </p:txBody>
      </p:sp>
      <p:sp>
        <p:nvSpPr>
          <p:cNvPr id="10" name="Rectangle 9">
            <a:extLst>
              <a:ext uri="{FF2B5EF4-FFF2-40B4-BE49-F238E27FC236}">
                <a16:creationId xmlns:a16="http://schemas.microsoft.com/office/drawing/2014/main" id="{782F379C-EF23-A459-2334-DA484576A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33EB2A7-2AAD-3273-9193-C4A9B32825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E78AA63-030D-3B2C-E15E-9CBDF43F193C}"/>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Otros atributos importantes</a:t>
            </a:r>
            <a:endParaRPr lang="es-ES" dirty="0"/>
          </a:p>
          <a:p>
            <a:pPr lvl="1">
              <a:buFont typeface="Courier New" panose="020B0604020202020204" pitchFamily="34" charset="0"/>
              <a:buChar char="o"/>
            </a:pPr>
            <a:r>
              <a:rPr lang="es-ES" err="1">
                <a:ea typeface="+mn-lt"/>
                <a:cs typeface="+mn-lt"/>
              </a:rPr>
              <a:t>autoplay</a:t>
            </a:r>
            <a:r>
              <a:rPr lang="es-ES" dirty="0">
                <a:ea typeface="+mn-lt"/>
                <a:cs typeface="+mn-lt"/>
              </a:rPr>
              <a:t>: El audio se reproducirá automáticamente al cargar la página. (Muchos navegadores modernos bloquean la reproducción automática para mejorar la experiencia del usuario. Es mejor evitarlo, a menos que el usuario lo active de forma explícita).</a:t>
            </a:r>
            <a:endParaRPr lang="es-ES"/>
          </a:p>
          <a:p>
            <a:pPr lvl="1">
              <a:buFont typeface="Courier New" panose="020B0604020202020204" pitchFamily="34" charset="0"/>
              <a:buChar char="o"/>
            </a:pPr>
            <a:r>
              <a:rPr lang="es-ES" err="1">
                <a:ea typeface="+mn-lt"/>
                <a:cs typeface="+mn-lt"/>
              </a:rPr>
              <a:t>loop</a:t>
            </a:r>
            <a:r>
              <a:rPr lang="es-ES" dirty="0">
                <a:ea typeface="+mn-lt"/>
                <a:cs typeface="+mn-lt"/>
              </a:rPr>
              <a:t>: El audio se repetirá en un bucle infinito. Ideal para música de fondo o efectos ambientales.</a:t>
            </a:r>
            <a:endParaRPr lang="es-ES"/>
          </a:p>
          <a:p>
            <a:pPr lvl="1">
              <a:buFont typeface="Courier New" panose="020B0604020202020204" pitchFamily="34" charset="0"/>
              <a:buChar char="o"/>
            </a:pPr>
            <a:r>
              <a:rPr lang="es-ES" dirty="0" err="1">
                <a:ea typeface="+mn-lt"/>
                <a:cs typeface="+mn-lt"/>
              </a:rPr>
              <a:t>preload</a:t>
            </a:r>
            <a:r>
              <a:rPr lang="es-ES" dirty="0">
                <a:ea typeface="+mn-lt"/>
                <a:cs typeface="+mn-lt"/>
              </a:rPr>
              <a:t>: Le indica al navegador cómo debe cargar el archivo de audio.</a:t>
            </a:r>
          </a:p>
          <a:p>
            <a:pPr lvl="2">
              <a:buFont typeface="Wingdings" panose="020B0604020202020204" pitchFamily="34" charset="0"/>
              <a:buChar char="§"/>
            </a:pPr>
            <a:r>
              <a:rPr lang="es-ES" dirty="0">
                <a:ea typeface="+mn-lt"/>
                <a:cs typeface="+mn-lt"/>
              </a:rPr>
              <a:t>auto: El navegador carga todo el archivo.</a:t>
            </a:r>
            <a:endParaRPr lang="es-ES"/>
          </a:p>
          <a:p>
            <a:pPr lvl="2">
              <a:buFont typeface="Wingdings" panose="020B0604020202020204" pitchFamily="34" charset="0"/>
              <a:buChar char="§"/>
            </a:pPr>
            <a:r>
              <a:rPr lang="es-ES" err="1">
                <a:ea typeface="+mn-lt"/>
                <a:cs typeface="+mn-lt"/>
              </a:rPr>
              <a:t>metadata</a:t>
            </a:r>
            <a:r>
              <a:rPr lang="es-ES" dirty="0">
                <a:ea typeface="+mn-lt"/>
                <a:cs typeface="+mn-lt"/>
              </a:rPr>
              <a:t>: Solo carga los metadatos (duración, etc.).</a:t>
            </a:r>
          </a:p>
          <a:p>
            <a:pPr lvl="2">
              <a:buFont typeface="Wingdings" panose="020B0604020202020204" pitchFamily="34" charset="0"/>
              <a:buChar char="§"/>
            </a:pPr>
            <a:r>
              <a:rPr lang="es-ES" err="1">
                <a:ea typeface="+mn-lt"/>
                <a:cs typeface="+mn-lt"/>
              </a:rPr>
              <a:t>none</a:t>
            </a:r>
            <a:r>
              <a:rPr lang="es-ES" dirty="0">
                <a:ea typeface="+mn-lt"/>
                <a:cs typeface="+mn-lt"/>
              </a:rPr>
              <a:t>: No carga nada hasta que el usuario lo solicita. Es la opción más eficiente para el rendimiento.</a:t>
            </a:r>
            <a:endParaRPr lang="es-ES"/>
          </a:p>
          <a:p>
            <a:pPr lvl="1">
              <a:buFont typeface="Courier New" panose="020B0604020202020204" pitchFamily="34" charset="0"/>
              <a:buChar char="o"/>
            </a:pPr>
            <a:r>
              <a:rPr lang="es-ES" dirty="0" err="1">
                <a:ea typeface="+mn-lt"/>
                <a:cs typeface="+mn-lt"/>
              </a:rPr>
              <a:t>muted</a:t>
            </a:r>
            <a:r>
              <a:rPr lang="es-ES" dirty="0">
                <a:ea typeface="+mn-lt"/>
                <a:cs typeface="+mn-lt"/>
              </a:rPr>
              <a:t>: Silencia el audio por defecto.</a:t>
            </a:r>
            <a:endParaRPr lang="es-ES" dirty="0"/>
          </a:p>
        </p:txBody>
      </p:sp>
    </p:spTree>
    <p:extLst>
      <p:ext uri="{BB962C8B-B14F-4D97-AF65-F5344CB8AC3E}">
        <p14:creationId xmlns:p14="http://schemas.microsoft.com/office/powerpoint/2010/main" val="263596001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13D573-17FB-372F-38A2-62AC6995C04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0E3086C-47A5-982A-0933-BD4AF0B4D7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4243987-2F5E-7BD4-BA8C-E0DA882C95C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3.3.5. Integración de audio en la web: la etiqueta &lt;audio&gt; de HTML5</a:t>
            </a:r>
            <a:endParaRPr lang="es-ES" dirty="0"/>
          </a:p>
        </p:txBody>
      </p:sp>
      <p:sp>
        <p:nvSpPr>
          <p:cNvPr id="10" name="Rectangle 9">
            <a:extLst>
              <a:ext uri="{FF2B5EF4-FFF2-40B4-BE49-F238E27FC236}">
                <a16:creationId xmlns:a16="http://schemas.microsoft.com/office/drawing/2014/main" id="{D444453D-01C4-3BF6-B13A-9A1BCC5790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D174796-87E9-1E89-010F-79140A7E4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1B5C476-3F3D-17EA-BC41-2573F71CC1F9}"/>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La etiqueta &lt;audio&gt; también puede ser manipulada a través de la API de JavaScript, lo que permite crear controles personalizados o ejecutar acciones en respuesta a eventos de audio.</a:t>
            </a:r>
          </a:p>
          <a:p>
            <a:r>
              <a:rPr lang="es-ES" dirty="0">
                <a:ea typeface="+mn-lt"/>
                <a:cs typeface="+mn-lt"/>
              </a:rPr>
              <a:t>Ejemplo de control con JavaScript:</a:t>
            </a:r>
            <a:endParaRPr lang="es-ES" dirty="0"/>
          </a:p>
          <a:p>
            <a:pPr marL="0" indent="0">
              <a:buNone/>
            </a:pPr>
            <a:r>
              <a:rPr lang="es-ES" b="1" dirty="0">
                <a:latin typeface="Consolas"/>
                <a:ea typeface="+mn-lt"/>
                <a:cs typeface="+mn-lt"/>
              </a:rPr>
              <a:t>&lt;audio id="</a:t>
            </a:r>
            <a:r>
              <a:rPr lang="es-ES" b="1" err="1">
                <a:latin typeface="Consolas"/>
                <a:ea typeface="+mn-lt"/>
                <a:cs typeface="+mn-lt"/>
              </a:rPr>
              <a:t>miAudio</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="audio/mi-cancion.mp3" </a:t>
            </a:r>
            <a:r>
              <a:rPr lang="es-ES" b="1" err="1">
                <a:latin typeface="Consolas"/>
                <a:ea typeface="+mn-lt"/>
                <a:cs typeface="+mn-lt"/>
              </a:rPr>
              <a:t>type</a:t>
            </a:r>
            <a:r>
              <a:rPr lang="es-ES" b="1" dirty="0">
                <a:latin typeface="Consolas"/>
                <a:ea typeface="+mn-lt"/>
                <a:cs typeface="+mn-lt"/>
              </a:rPr>
              <a:t>="audio/</a:t>
            </a:r>
            <a:r>
              <a:rPr lang="es-ES" b="1" err="1">
                <a:latin typeface="Consolas"/>
                <a:ea typeface="+mn-lt"/>
                <a:cs typeface="+mn-lt"/>
              </a:rPr>
              <a:t>mpeg</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&lt;/audio&gt;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button</a:t>
            </a:r>
            <a:r>
              <a:rPr lang="es-ES" b="1" dirty="0">
                <a:latin typeface="Consolas"/>
                <a:ea typeface="+mn-lt"/>
                <a:cs typeface="+mn-lt"/>
              </a:rPr>
              <a:t> </a:t>
            </a:r>
            <a:r>
              <a:rPr lang="es-ES" b="1" err="1">
                <a:latin typeface="Consolas"/>
                <a:ea typeface="+mn-lt"/>
                <a:cs typeface="+mn-lt"/>
              </a:rPr>
              <a:t>onclick</a:t>
            </a:r>
            <a:r>
              <a:rPr lang="es-ES" b="1" dirty="0">
                <a:latin typeface="Consolas"/>
                <a:ea typeface="+mn-lt"/>
                <a:cs typeface="+mn-lt"/>
              </a:rPr>
              <a:t>="</a:t>
            </a:r>
            <a:r>
              <a:rPr lang="es-ES" b="1" err="1">
                <a:latin typeface="Consolas"/>
                <a:ea typeface="+mn-lt"/>
                <a:cs typeface="+mn-lt"/>
              </a:rPr>
              <a:t>document.getElementById</a:t>
            </a:r>
            <a:r>
              <a:rPr lang="es-ES" b="1" dirty="0">
                <a:latin typeface="Consolas"/>
                <a:ea typeface="+mn-lt"/>
                <a:cs typeface="+mn-lt"/>
              </a:rPr>
              <a:t>('</a:t>
            </a:r>
            <a:r>
              <a:rPr lang="es-ES" b="1" err="1">
                <a:latin typeface="Consolas"/>
                <a:ea typeface="+mn-lt"/>
                <a:cs typeface="+mn-lt"/>
              </a:rPr>
              <a:t>miAudio</a:t>
            </a:r>
            <a:r>
              <a:rPr lang="es-ES" b="1" dirty="0">
                <a:latin typeface="Consolas"/>
                <a:ea typeface="+mn-lt"/>
                <a:cs typeface="+mn-lt"/>
              </a:rPr>
              <a:t>').</a:t>
            </a:r>
            <a:r>
              <a:rPr lang="es-ES" b="1" err="1">
                <a:latin typeface="Consolas"/>
                <a:ea typeface="+mn-lt"/>
                <a:cs typeface="+mn-lt"/>
              </a:rPr>
              <a:t>play</a:t>
            </a:r>
            <a:r>
              <a:rPr lang="es-ES" b="1" dirty="0">
                <a:latin typeface="Consolas"/>
                <a:ea typeface="+mn-lt"/>
                <a:cs typeface="+mn-lt"/>
              </a:rPr>
              <a:t>()"&gt;Reproducir&lt;/</a:t>
            </a:r>
            <a:r>
              <a:rPr lang="es-ES" b="1" err="1">
                <a:latin typeface="Consolas"/>
                <a:ea typeface="+mn-lt"/>
                <a:cs typeface="+mn-lt"/>
              </a:rPr>
              <a:t>button</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button</a:t>
            </a:r>
            <a:r>
              <a:rPr lang="es-ES" b="1" dirty="0">
                <a:latin typeface="Consolas"/>
                <a:ea typeface="+mn-lt"/>
                <a:cs typeface="+mn-lt"/>
              </a:rPr>
              <a:t> </a:t>
            </a:r>
            <a:r>
              <a:rPr lang="es-ES" b="1" err="1">
                <a:latin typeface="Consolas"/>
                <a:ea typeface="+mn-lt"/>
                <a:cs typeface="+mn-lt"/>
              </a:rPr>
              <a:t>onclick</a:t>
            </a:r>
            <a:r>
              <a:rPr lang="es-ES" b="1" dirty="0">
                <a:latin typeface="Consolas"/>
                <a:ea typeface="+mn-lt"/>
                <a:cs typeface="+mn-lt"/>
              </a:rPr>
              <a:t>="</a:t>
            </a:r>
            <a:r>
              <a:rPr lang="es-ES" b="1" err="1">
                <a:latin typeface="Consolas"/>
                <a:ea typeface="+mn-lt"/>
                <a:cs typeface="+mn-lt"/>
              </a:rPr>
              <a:t>document.getElementById</a:t>
            </a:r>
            <a:r>
              <a:rPr lang="es-ES" b="1" dirty="0">
                <a:latin typeface="Consolas"/>
                <a:ea typeface="+mn-lt"/>
                <a:cs typeface="+mn-lt"/>
              </a:rPr>
              <a:t>('</a:t>
            </a:r>
            <a:r>
              <a:rPr lang="es-ES" b="1" err="1">
                <a:latin typeface="Consolas"/>
                <a:ea typeface="+mn-lt"/>
                <a:cs typeface="+mn-lt"/>
              </a:rPr>
              <a:t>miAudio</a:t>
            </a:r>
            <a:r>
              <a:rPr lang="es-ES" b="1" dirty="0">
                <a:latin typeface="Consolas"/>
                <a:ea typeface="+mn-lt"/>
                <a:cs typeface="+mn-lt"/>
              </a:rPr>
              <a:t>').pause()"&gt;Pausar&lt;/</a:t>
            </a:r>
            <a:r>
              <a:rPr lang="es-ES" b="1" err="1">
                <a:latin typeface="Consolas"/>
                <a:ea typeface="+mn-lt"/>
                <a:cs typeface="+mn-lt"/>
              </a:rPr>
              <a:t>button</a:t>
            </a:r>
            <a:r>
              <a:rPr lang="es-ES" b="1" dirty="0">
                <a:latin typeface="Consolas"/>
                <a:ea typeface="+mn-lt"/>
                <a:cs typeface="+mn-lt"/>
              </a:rPr>
              <a:t>&gt;</a:t>
            </a:r>
            <a:endParaRPr lang="es-ES" b="1">
              <a:latin typeface="Consolas"/>
            </a:endParaRPr>
          </a:p>
          <a:p>
            <a:r>
              <a:rPr lang="es-ES" dirty="0">
                <a:ea typeface="+mn-lt"/>
                <a:cs typeface="+mn-lt"/>
              </a:rPr>
              <a:t>Este es solo un ejemplo básico. Con JavaScript, se puede acceder a propiedades como </a:t>
            </a:r>
            <a:r>
              <a:rPr lang="es-ES" dirty="0" err="1">
                <a:ea typeface="+mn-lt"/>
                <a:cs typeface="+mn-lt"/>
              </a:rPr>
              <a:t>currentTime</a:t>
            </a:r>
            <a:r>
              <a:rPr lang="es-ES" dirty="0">
                <a:ea typeface="+mn-lt"/>
                <a:cs typeface="+mn-lt"/>
              </a:rPr>
              <a:t>, </a:t>
            </a:r>
            <a:r>
              <a:rPr lang="es-ES" dirty="0" err="1">
                <a:ea typeface="+mn-lt"/>
                <a:cs typeface="+mn-lt"/>
              </a:rPr>
              <a:t>duration</a:t>
            </a:r>
            <a:r>
              <a:rPr lang="es-ES" dirty="0">
                <a:ea typeface="+mn-lt"/>
                <a:cs typeface="+mn-lt"/>
              </a:rPr>
              <a:t> o eventos como </a:t>
            </a:r>
            <a:r>
              <a:rPr lang="es-ES" dirty="0" err="1">
                <a:ea typeface="+mn-lt"/>
                <a:cs typeface="+mn-lt"/>
              </a:rPr>
              <a:t>onended</a:t>
            </a:r>
            <a:r>
              <a:rPr lang="es-ES" dirty="0">
                <a:ea typeface="+mn-lt"/>
                <a:cs typeface="+mn-lt"/>
              </a:rPr>
              <a:t> para crear experiencias de audio muy sofisticadas.</a:t>
            </a:r>
          </a:p>
        </p:txBody>
      </p:sp>
    </p:spTree>
    <p:extLst>
      <p:ext uri="{BB962C8B-B14F-4D97-AF65-F5344CB8AC3E}">
        <p14:creationId xmlns:p14="http://schemas.microsoft.com/office/powerpoint/2010/main" val="315940646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8BE490-DE05-2720-C40E-87D11EF9651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12EC0E-4D2E-BD45-897A-B8BA43CA96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AF6CC5A-EBF0-3E28-423D-375C369B4F50}"/>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3.3.6. Importación y exportación de audio según finalidad</a:t>
            </a:r>
            <a:endParaRPr lang="es-ES" dirty="0"/>
          </a:p>
        </p:txBody>
      </p:sp>
      <p:sp>
        <p:nvSpPr>
          <p:cNvPr id="10" name="Rectangle 9">
            <a:extLst>
              <a:ext uri="{FF2B5EF4-FFF2-40B4-BE49-F238E27FC236}">
                <a16:creationId xmlns:a16="http://schemas.microsoft.com/office/drawing/2014/main" id="{09F7492F-A95D-19B8-57B7-E89C547277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6E18A2E-2C0D-6875-A515-62BBAE10A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D1E8661-DC36-4193-9299-3AB82D831E5E}"/>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La importación y exportación de audio es un proceso clave en la producción de contenido web. Al igual que con las imágenes, el formato de audio que importamos (abrimos) y exportamos (guardamos) debe elegirse en función de su uso final, buscando un equilibrio entre calidad, compatibilidad y tamaño del archivo.</a:t>
            </a:r>
            <a:endParaRPr lang="es-ES" dirty="0"/>
          </a:p>
          <a:p>
            <a:r>
              <a:rPr lang="es-ES" dirty="0">
                <a:ea typeface="+mn-lt"/>
                <a:cs typeface="+mn-lt"/>
              </a:rPr>
              <a:t>Al comenzar a trabajar con audio, es común importar archivos en formatos de alta calidad, a menudo sin comprimir. Estos formatos son ideales para la edición porque no pierden datos en cada guardado, lo que permite un trabajo no destructivo.</a:t>
            </a:r>
            <a:endParaRPr lang="es-ES" dirty="0"/>
          </a:p>
          <a:p>
            <a:pPr lvl="1">
              <a:buFont typeface="Courier New" panose="020B0604020202020204" pitchFamily="34" charset="0"/>
              <a:buChar char="o"/>
            </a:pPr>
            <a:r>
              <a:rPr lang="es-ES" dirty="0">
                <a:ea typeface="+mn-lt"/>
                <a:cs typeface="+mn-lt"/>
              </a:rPr>
              <a:t>WAV (</a:t>
            </a:r>
            <a:r>
              <a:rPr lang="es-ES" dirty="0" err="1">
                <a:ea typeface="+mn-lt"/>
                <a:cs typeface="+mn-lt"/>
              </a:rPr>
              <a:t>Waveform</a:t>
            </a:r>
            <a:r>
              <a:rPr lang="es-ES" dirty="0">
                <a:ea typeface="+mn-lt"/>
                <a:cs typeface="+mn-lt"/>
              </a:rPr>
              <a:t> Audio File </a:t>
            </a:r>
            <a:r>
              <a:rPr lang="es-ES" dirty="0" err="1">
                <a:ea typeface="+mn-lt"/>
                <a:cs typeface="+mn-lt"/>
              </a:rPr>
              <a:t>Format</a:t>
            </a:r>
            <a:r>
              <a:rPr lang="es-ES" dirty="0">
                <a:ea typeface="+mn-lt"/>
                <a:cs typeface="+mn-lt"/>
              </a:rPr>
              <a:t>): Un formato de audio sin compresión, popular en entornos de grabación y edición profesional. Ocupa mucho espacio, pero mantiene la máxima fidelidad de la fuente original.</a:t>
            </a:r>
            <a:endParaRPr lang="es-ES" dirty="0"/>
          </a:p>
          <a:p>
            <a:pPr lvl="1">
              <a:buFont typeface="Courier New" panose="020B0604020202020204" pitchFamily="34" charset="0"/>
              <a:buChar char="o"/>
            </a:pPr>
            <a:r>
              <a:rPr lang="es-ES" dirty="0">
                <a:ea typeface="+mn-lt"/>
                <a:cs typeface="+mn-lt"/>
              </a:rPr>
              <a:t>AIFF (Audio </a:t>
            </a:r>
            <a:r>
              <a:rPr lang="es-ES" dirty="0" err="1">
                <a:ea typeface="+mn-lt"/>
                <a:cs typeface="+mn-lt"/>
              </a:rPr>
              <a:t>Interchange</a:t>
            </a:r>
            <a:r>
              <a:rPr lang="es-ES" dirty="0">
                <a:ea typeface="+mn-lt"/>
                <a:cs typeface="+mn-lt"/>
              </a:rPr>
              <a:t> File </a:t>
            </a:r>
            <a:r>
              <a:rPr lang="es-ES" dirty="0" err="1">
                <a:ea typeface="+mn-lt"/>
                <a:cs typeface="+mn-lt"/>
              </a:rPr>
              <a:t>Format</a:t>
            </a:r>
            <a:r>
              <a:rPr lang="es-ES" dirty="0">
                <a:ea typeface="+mn-lt"/>
                <a:cs typeface="+mn-lt"/>
              </a:rPr>
              <a:t>): El equivalente de Apple al formato WAV. También es un formato de audio sin compresión de alta calidad.</a:t>
            </a:r>
            <a:endParaRPr lang="es-ES" dirty="0"/>
          </a:p>
          <a:p>
            <a:pPr lvl="1">
              <a:buFont typeface="Courier New" panose="020B0604020202020204" pitchFamily="34" charset="0"/>
              <a:buChar char="o"/>
            </a:pPr>
            <a:r>
              <a:rPr lang="es-ES" dirty="0">
                <a:ea typeface="+mn-lt"/>
                <a:cs typeface="+mn-lt"/>
              </a:rPr>
              <a:t>Archivos de proyecto: Formatos propietarios de software de edición como Audacity (.aup3), Adobe </a:t>
            </a:r>
            <a:r>
              <a:rPr lang="es-ES" dirty="0" err="1">
                <a:ea typeface="+mn-lt"/>
                <a:cs typeface="+mn-lt"/>
              </a:rPr>
              <a:t>Audition</a:t>
            </a:r>
            <a:r>
              <a:rPr lang="es-ES" dirty="0">
                <a:ea typeface="+mn-lt"/>
                <a:cs typeface="+mn-lt"/>
              </a:rPr>
              <a:t> o FL Studio, que guardan la mezcla de pistas, efectos y otros datos de edición.</a:t>
            </a:r>
            <a:endParaRPr lang="es-ES" dirty="0"/>
          </a:p>
        </p:txBody>
      </p:sp>
    </p:spTree>
    <p:extLst>
      <p:ext uri="{BB962C8B-B14F-4D97-AF65-F5344CB8AC3E}">
        <p14:creationId xmlns:p14="http://schemas.microsoft.com/office/powerpoint/2010/main" val="268552647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C73EA9-00E7-CB91-ABAC-AD301A32E93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2B4C77-2803-35F7-1E0F-900B78230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8729F9F-0F9F-DF7C-3F47-C4385F451DEC}"/>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3.3.6. Importación y exportación de audio según finalidad</a:t>
            </a:r>
            <a:endParaRPr lang="es-ES" dirty="0"/>
          </a:p>
        </p:txBody>
      </p:sp>
      <p:sp>
        <p:nvSpPr>
          <p:cNvPr id="10" name="Rectangle 9">
            <a:extLst>
              <a:ext uri="{FF2B5EF4-FFF2-40B4-BE49-F238E27FC236}">
                <a16:creationId xmlns:a16="http://schemas.microsoft.com/office/drawing/2014/main" id="{305EBE6F-E186-5157-74C9-ABC709DAF1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BA73186-7575-12F9-E355-5325FDBBC6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A59F411-3CF6-75BA-420C-DE7345384A38}"/>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Una vez que el audio está editado, se exporta a un formato optimizado para su uso en la web. El objetivo principal es reducir el tamaño del archivo para que se cargue rápidamente, sin comprometer la calidad del sonido.</a:t>
            </a:r>
            <a:endParaRPr lang="es-ES" dirty="0"/>
          </a:p>
          <a:p>
            <a:pPr lvl="1">
              <a:buFont typeface="Courier New" panose="020B0604020202020204" pitchFamily="34" charset="0"/>
              <a:buChar char="o"/>
            </a:pPr>
            <a:r>
              <a:rPr lang="es-ES" dirty="0">
                <a:ea typeface="+mn-lt"/>
                <a:cs typeface="+mn-lt"/>
              </a:rPr>
              <a:t>Para la mayoría de los casos (música, podcasts): MP3 y Ogg </a:t>
            </a:r>
            <a:r>
              <a:rPr lang="es-ES" dirty="0" err="1">
                <a:ea typeface="+mn-lt"/>
                <a:cs typeface="+mn-lt"/>
              </a:rPr>
              <a:t>Vorbis</a:t>
            </a:r>
            <a:r>
              <a:rPr lang="es-ES" dirty="0">
                <a:ea typeface="+mn-lt"/>
                <a:cs typeface="+mn-lt"/>
              </a:rPr>
              <a:t> son los formatos de elección. Ambos utilizan compresión con pérdida y ofrecen un excelente equilibrio entre tamaño y calidad. Es una buena práctica exportar el mismo archivo a ambos formatos y ofrecerlos como &lt;</a:t>
            </a:r>
            <a:r>
              <a:rPr lang="es-ES" dirty="0" err="1">
                <a:ea typeface="+mn-lt"/>
                <a:cs typeface="+mn-lt"/>
              </a:rPr>
              <a:t>source</a:t>
            </a:r>
            <a:r>
              <a:rPr lang="es-ES" dirty="0">
                <a:ea typeface="+mn-lt"/>
                <a:cs typeface="+mn-lt"/>
              </a:rPr>
              <a:t>&gt; en la etiqueta &lt;audio&gt; para maximizar la compatibilidad.</a:t>
            </a:r>
          </a:p>
          <a:p>
            <a:pPr lvl="1">
              <a:buFont typeface="Courier New" panose="020B0604020202020204" pitchFamily="34" charset="0"/>
              <a:buChar char="o"/>
            </a:pPr>
            <a:r>
              <a:rPr lang="es-ES" dirty="0">
                <a:ea typeface="+mn-lt"/>
                <a:cs typeface="+mn-lt"/>
              </a:rPr>
              <a:t>Para efectos de sonido o clips cortos: Ogg </a:t>
            </a:r>
            <a:r>
              <a:rPr lang="es-ES" dirty="0" err="1">
                <a:ea typeface="+mn-lt"/>
                <a:cs typeface="+mn-lt"/>
              </a:rPr>
              <a:t>Vorbis</a:t>
            </a:r>
            <a:r>
              <a:rPr lang="es-ES" dirty="0">
                <a:ea typeface="+mn-lt"/>
                <a:cs typeface="+mn-lt"/>
              </a:rPr>
              <a:t> o AAC. Debido a sus algoritmos de compresión eficientes, estos formatos pueden ser una mejor opción que el MP3 para clips muy cortos.</a:t>
            </a:r>
          </a:p>
          <a:p>
            <a:pPr lvl="1">
              <a:buFont typeface="Courier New" panose="020B0604020202020204" pitchFamily="34" charset="0"/>
              <a:buChar char="o"/>
            </a:pPr>
            <a:r>
              <a:rPr lang="es-ES" dirty="0">
                <a:ea typeface="+mn-lt"/>
                <a:cs typeface="+mn-lt"/>
              </a:rPr>
              <a:t>Para efectos de sonido simples sin compresión: Un archivo WAV sin comprimir podría ser una opción si el archivo es muy pequeño y necesitas la máxima fidelidad sin latencia de decodificación, aunque esto es raro.</a:t>
            </a:r>
          </a:p>
        </p:txBody>
      </p:sp>
    </p:spTree>
    <p:extLst>
      <p:ext uri="{BB962C8B-B14F-4D97-AF65-F5344CB8AC3E}">
        <p14:creationId xmlns:p14="http://schemas.microsoft.com/office/powerpoint/2010/main" val="238902047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64347B-C1F2-E364-273E-3F37B8D2106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2571F4B-458A-AEF1-2084-3795233EB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DCBF94A-06BF-B649-C92B-BAFF3A2E96AE}"/>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3.3.6. Importación y exportación de audio según finalidad</a:t>
            </a:r>
            <a:endParaRPr lang="es-ES" dirty="0"/>
          </a:p>
        </p:txBody>
      </p:sp>
      <p:sp>
        <p:nvSpPr>
          <p:cNvPr id="10" name="Rectangle 9">
            <a:extLst>
              <a:ext uri="{FF2B5EF4-FFF2-40B4-BE49-F238E27FC236}">
                <a16:creationId xmlns:a16="http://schemas.microsoft.com/office/drawing/2014/main" id="{FD18DAAB-7218-FFB1-91D8-6C7BF13662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85B041B-0C34-44A1-F2B9-5E204EC51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703A17C-5D3F-0976-D479-23A014ACE2BF}"/>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Configuración clave durante la exportación:</a:t>
            </a:r>
            <a:endParaRPr lang="es-ES" dirty="0"/>
          </a:p>
          <a:p>
            <a:pPr lvl="1">
              <a:buFont typeface="Courier New" panose="020B0604020202020204" pitchFamily="34" charset="0"/>
              <a:buChar char="o"/>
            </a:pPr>
            <a:r>
              <a:rPr lang="es-ES" dirty="0">
                <a:ea typeface="+mn-lt"/>
                <a:cs typeface="+mn-lt"/>
              </a:rPr>
              <a:t>Tasa de bits (</a:t>
            </a:r>
            <a:r>
              <a:rPr lang="es-ES" dirty="0" err="1">
                <a:ea typeface="+mn-lt"/>
                <a:cs typeface="+mn-lt"/>
              </a:rPr>
              <a:t>bitrate</a:t>
            </a:r>
            <a:r>
              <a:rPr lang="es-ES" dirty="0">
                <a:ea typeface="+mn-lt"/>
                <a:cs typeface="+mn-lt"/>
              </a:rPr>
              <a:t>): Es la configuración más importante para la compresión con pérdida. Una tasa de bits más alta resulta en mejor calidad y mayor tamaño de archivo. Para voz, una tasa de 64 kbps es a menudo suficiente. Para música, 128 kbps es una buena calidad estándar, mientras que 192 kbps o más se considera alta calidad.</a:t>
            </a:r>
          </a:p>
          <a:p>
            <a:pPr lvl="1">
              <a:buFont typeface="Courier New" panose="020B0604020202020204" pitchFamily="34" charset="0"/>
              <a:buChar char="o"/>
            </a:pPr>
            <a:r>
              <a:rPr lang="es-ES" dirty="0">
                <a:ea typeface="+mn-lt"/>
                <a:cs typeface="+mn-lt"/>
              </a:rPr>
              <a:t>Frecuencia de muestreo (</a:t>
            </a:r>
            <a:r>
              <a:rPr lang="es-ES" dirty="0" err="1">
                <a:ea typeface="+mn-lt"/>
                <a:cs typeface="+mn-lt"/>
              </a:rPr>
              <a:t>sample</a:t>
            </a:r>
            <a:r>
              <a:rPr lang="es-ES" dirty="0">
                <a:ea typeface="+mn-lt"/>
                <a:cs typeface="+mn-lt"/>
              </a:rPr>
              <a:t> </a:t>
            </a:r>
            <a:r>
              <a:rPr lang="es-ES" dirty="0" err="1">
                <a:ea typeface="+mn-lt"/>
                <a:cs typeface="+mn-lt"/>
              </a:rPr>
              <a:t>rate</a:t>
            </a:r>
            <a:r>
              <a:rPr lang="es-ES" dirty="0">
                <a:ea typeface="+mn-lt"/>
                <a:cs typeface="+mn-lt"/>
              </a:rPr>
              <a:t>): Generalmente se mantiene en el estándar de 44.1 kHz, que es la frecuencia utilizada en los </a:t>
            </a:r>
            <a:r>
              <a:rPr lang="es-ES" dirty="0" err="1">
                <a:ea typeface="+mn-lt"/>
                <a:cs typeface="+mn-lt"/>
              </a:rPr>
              <a:t>CDs</a:t>
            </a:r>
            <a:r>
              <a:rPr lang="es-ES" dirty="0">
                <a:ea typeface="+mn-lt"/>
                <a:cs typeface="+mn-lt"/>
              </a:rPr>
              <a:t> de audio. No es necesario aumentarla, ya que no proporciona beneficios perceptibles para el oído humano.</a:t>
            </a:r>
          </a:p>
          <a:p>
            <a:pPr lvl="1">
              <a:buFont typeface="Courier New" panose="020B0604020202020204" pitchFamily="34" charset="0"/>
              <a:buChar char="o"/>
            </a:pPr>
            <a:r>
              <a:rPr lang="es-ES" dirty="0">
                <a:ea typeface="+mn-lt"/>
                <a:cs typeface="+mn-lt"/>
              </a:rPr>
              <a:t>Canales: Decide si el audio será estéreo (dos canales) o mono (un canal). Para la mayoría de los podcasts o grabaciones de voz, el audio mono es suficiente y reduce el tamaño del archivo a la mitad.</a:t>
            </a:r>
          </a:p>
        </p:txBody>
      </p:sp>
    </p:spTree>
    <p:extLst>
      <p:ext uri="{BB962C8B-B14F-4D97-AF65-F5344CB8AC3E}">
        <p14:creationId xmlns:p14="http://schemas.microsoft.com/office/powerpoint/2010/main" val="201069687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C98D1C-F5F2-CD34-1334-B46EF444A5A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848B4ED-6811-1F4D-EBD9-B28869550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C092713-77B6-5777-ED5B-A588BF59C27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3.3.7. Consideraciones para el uso de audio en un sitio web</a:t>
            </a:r>
            <a:endParaRPr lang="es-ES" dirty="0"/>
          </a:p>
        </p:txBody>
      </p:sp>
      <p:sp>
        <p:nvSpPr>
          <p:cNvPr id="10" name="Rectangle 9">
            <a:extLst>
              <a:ext uri="{FF2B5EF4-FFF2-40B4-BE49-F238E27FC236}">
                <a16:creationId xmlns:a16="http://schemas.microsoft.com/office/drawing/2014/main" id="{62985184-B8D4-0941-695E-BBE0628816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ACB77F4-5924-6891-F3FD-FCC74DFA8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4E9C9B5-E481-425C-C9C2-7861F93AFD4B}"/>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Integrar audio en una página web requiere algo más que simplemente insertar la etiqueta &lt;audio&gt;. Para crear una experiencia positiva para el usuario, es fundamental tener en cuenta varios factores que afectan el rendimiento, la accesibilidad y la usabilidad.</a:t>
            </a:r>
            <a:endParaRPr lang="es-ES" dirty="0"/>
          </a:p>
          <a:p>
            <a:pPr lvl="1">
              <a:buFont typeface="Courier New" panose="020B0604020202020204" pitchFamily="34" charset="0"/>
              <a:buChar char="o"/>
            </a:pPr>
            <a:r>
              <a:rPr lang="es-ES" dirty="0">
                <a:ea typeface="+mn-lt"/>
                <a:cs typeface="+mn-lt"/>
              </a:rPr>
              <a:t>Rendimiento y velocidad de carga: Los archivos de audio, especialmente si son largos, pueden ser pesados. Es crucial optimizarlos mediante una compresión adecuada y el uso de formatos modernos como MP3 y Ogg </a:t>
            </a:r>
            <a:r>
              <a:rPr lang="es-ES" dirty="0" err="1">
                <a:ea typeface="+mn-lt"/>
                <a:cs typeface="+mn-lt"/>
              </a:rPr>
              <a:t>Vorbis</a:t>
            </a:r>
            <a:r>
              <a:rPr lang="es-ES" dirty="0">
                <a:ea typeface="+mn-lt"/>
                <a:cs typeface="+mn-lt"/>
              </a:rPr>
              <a:t>. Además, utiliza el atributo </a:t>
            </a:r>
            <a:r>
              <a:rPr lang="es-ES" dirty="0" err="1">
                <a:ea typeface="+mn-lt"/>
                <a:cs typeface="+mn-lt"/>
              </a:rPr>
              <a:t>preload</a:t>
            </a:r>
            <a:r>
              <a:rPr lang="es-ES" dirty="0">
                <a:ea typeface="+mn-lt"/>
                <a:cs typeface="+mn-lt"/>
              </a:rPr>
              <a:t>="</a:t>
            </a:r>
            <a:r>
              <a:rPr lang="es-ES" dirty="0" err="1">
                <a:ea typeface="+mn-lt"/>
                <a:cs typeface="+mn-lt"/>
              </a:rPr>
              <a:t>none</a:t>
            </a:r>
            <a:r>
              <a:rPr lang="es-ES" dirty="0">
                <a:ea typeface="+mn-lt"/>
                <a:cs typeface="+mn-lt"/>
              </a:rPr>
              <a:t>" en la etiqueta &lt;audio&gt; para evitar que el navegador descargue el archivo completo antes de que el usuario decida reproducirlo. Esto mejora significativamente el tiempo de carga inicial de la página.</a:t>
            </a:r>
            <a:endParaRPr lang="es-ES" dirty="0"/>
          </a:p>
          <a:p>
            <a:pPr lvl="1">
              <a:buFont typeface="Courier New" panose="020B0604020202020204" pitchFamily="34" charset="0"/>
              <a:buChar char="o"/>
            </a:pPr>
            <a:r>
              <a:rPr lang="es-ES" dirty="0">
                <a:ea typeface="+mn-lt"/>
                <a:cs typeface="+mn-lt"/>
              </a:rPr>
              <a:t>Usabilidad y control del usuario: El audio que se reproduce automáticamente (</a:t>
            </a:r>
            <a:r>
              <a:rPr lang="es-ES" dirty="0" err="1">
                <a:ea typeface="+mn-lt"/>
                <a:cs typeface="+mn-lt"/>
              </a:rPr>
              <a:t>autoplay</a:t>
            </a:r>
            <a:r>
              <a:rPr lang="es-ES" dirty="0">
                <a:ea typeface="+mn-lt"/>
                <a:cs typeface="+mn-lt"/>
              </a:rPr>
              <a:t>) puede ser molesto para los usuarios, especialmente si están en un entorno público o no esperan el sonido. La mayoría de los navegadores modernos ahora bloquean la reproducción automática de audio con sonido. Para respetar al usuario, es una buena práctica iniciar el audio solo cuando el usuario lo pida, a través de un botón o un control explícito.</a:t>
            </a:r>
            <a:endParaRPr lang="es-ES" dirty="0"/>
          </a:p>
          <a:p>
            <a:pPr lvl="1">
              <a:buFont typeface="Courier New" panose="020B0604020202020204" pitchFamily="34" charset="0"/>
              <a:buChar char="o"/>
            </a:pPr>
            <a:r>
              <a:rPr lang="es-ES" dirty="0">
                <a:ea typeface="+mn-lt"/>
                <a:cs typeface="+mn-lt"/>
              </a:rPr>
              <a:t>Accesibilidad: Es importante que el contenido de audio sea accesible para todos los usuarios.</a:t>
            </a:r>
            <a:endParaRPr lang="es-ES" dirty="0"/>
          </a:p>
        </p:txBody>
      </p:sp>
    </p:spTree>
    <p:extLst>
      <p:ext uri="{BB962C8B-B14F-4D97-AF65-F5344CB8AC3E}">
        <p14:creationId xmlns:p14="http://schemas.microsoft.com/office/powerpoint/2010/main" val="318695485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960185-DCA4-7778-FABD-7D599419861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D3C3EC9-BB16-8597-EEF0-21698E1CC9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A1AF1ED-C63C-FC3C-DFDB-A0B952F61168}"/>
              </a:ext>
            </a:extLst>
          </p:cNvPr>
          <p:cNvSpPr>
            <a:spLocks noGrp="1"/>
          </p:cNvSpPr>
          <p:nvPr>
            <p:ph type="title"/>
          </p:nvPr>
        </p:nvSpPr>
        <p:spPr>
          <a:xfrm>
            <a:off x="1587710" y="455362"/>
            <a:ext cx="9486690" cy="1550419"/>
          </a:xfrm>
        </p:spPr>
        <p:txBody>
          <a:bodyPr>
            <a:normAutofit/>
          </a:bodyPr>
          <a:lstStyle/>
          <a:p>
            <a:r>
              <a:rPr lang="es-ES" b="0" dirty="0">
                <a:ea typeface="+mj-lt"/>
                <a:cs typeface="+mj-lt"/>
              </a:rPr>
              <a:t>3.3.7. Consideraciones para el uso de audio en un sitio web</a:t>
            </a:r>
            <a:endParaRPr lang="es-ES" dirty="0"/>
          </a:p>
        </p:txBody>
      </p:sp>
      <p:sp>
        <p:nvSpPr>
          <p:cNvPr id="10" name="Rectangle 9">
            <a:extLst>
              <a:ext uri="{FF2B5EF4-FFF2-40B4-BE49-F238E27FC236}">
                <a16:creationId xmlns:a16="http://schemas.microsoft.com/office/drawing/2014/main" id="{7710592B-A952-2DB8-1C09-24C172701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FF77B95-F576-9094-DE38-49EDA2440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6F5F2E0-A840-0CD2-7E82-86625A644D8D}"/>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pPr lvl="1">
              <a:buFont typeface="Courier New" panose="020B0604020202020204" pitchFamily="34" charset="0"/>
              <a:buChar char="o"/>
            </a:pPr>
            <a:r>
              <a:rPr lang="es-ES" dirty="0">
                <a:ea typeface="+mn-lt"/>
                <a:cs typeface="+mn-lt"/>
              </a:rPr>
              <a:t>Transparencia: Si el audio es una locución o un podcast, proporciona una transcripción de texto para las personas con discapacidad auditiva.</a:t>
            </a:r>
          </a:p>
          <a:p>
            <a:pPr lvl="1">
              <a:buFont typeface="Courier New" panose="020B0604020202020204" pitchFamily="34" charset="0"/>
              <a:buChar char="o"/>
            </a:pPr>
            <a:r>
              <a:rPr lang="es-ES" dirty="0">
                <a:ea typeface="+mn-lt"/>
                <a:cs typeface="+mn-lt"/>
              </a:rPr>
              <a:t>Controles: Asegúrate de que los controles de audio (reproducir, pausar, volumen) sean accesibles a través del teclado y estén claramente etiquetados para lectores de pantalla.</a:t>
            </a:r>
          </a:p>
          <a:p>
            <a:pPr lvl="1">
              <a:buFont typeface="Courier New" panose="020B0604020202020204" pitchFamily="34" charset="0"/>
              <a:buChar char="o"/>
            </a:pPr>
            <a:r>
              <a:rPr lang="es-ES" dirty="0">
                <a:ea typeface="+mn-lt"/>
                <a:cs typeface="+mn-lt"/>
              </a:rPr>
              <a:t>Bucle y música de fondo: Si decides usar música de fondo, ten en cuenta que puede ser muy molesta si no se puede silenciar o detener fácilmente. Si se reproduce en bucle, asegúrate de que el usuario tenga un control visible y accesible para pausarla. Lo ideal es que el audio ambiental sea discreto y no distraiga.</a:t>
            </a:r>
          </a:p>
          <a:p>
            <a:pPr lvl="1">
              <a:buFont typeface="Courier New" panose="020B0604020202020204" pitchFamily="34" charset="0"/>
              <a:buChar char="o"/>
            </a:pPr>
            <a:r>
              <a:rPr lang="es-ES" dirty="0">
                <a:ea typeface="+mn-lt"/>
                <a:cs typeface="+mn-lt"/>
              </a:rPr>
              <a:t>Compatibilidad: Para garantizar que el audio se reproduzca en la mayor cantidad de navegadores posible, proporciona múltiples formatos de archivo dentro de la etiqueta &lt;audio&gt;.</a:t>
            </a:r>
            <a:endParaRPr lang="es-ES" dirty="0"/>
          </a:p>
          <a:p>
            <a:pPr marL="0" indent="0">
              <a:buNone/>
            </a:pPr>
            <a:r>
              <a:rPr lang="es-ES" b="1" dirty="0">
                <a:latin typeface="Consolas"/>
                <a:ea typeface="+mn-lt"/>
                <a:cs typeface="+mn-lt"/>
              </a:rPr>
              <a:t>&lt;audio </a:t>
            </a:r>
            <a:r>
              <a:rPr lang="es-ES" b="1" dirty="0" err="1">
                <a:latin typeface="Consolas"/>
                <a:ea typeface="+mn-lt"/>
                <a:cs typeface="+mn-lt"/>
              </a:rPr>
              <a:t>controls</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dirty="0" err="1">
                <a:latin typeface="Consolas"/>
                <a:ea typeface="+mn-lt"/>
                <a:cs typeface="+mn-lt"/>
              </a:rPr>
              <a:t>source</a:t>
            </a:r>
            <a:r>
              <a:rPr lang="es-ES" b="1" dirty="0">
                <a:latin typeface="Consolas"/>
                <a:ea typeface="+mn-lt"/>
                <a:cs typeface="+mn-lt"/>
              </a:rPr>
              <a:t> </a:t>
            </a:r>
            <a:r>
              <a:rPr lang="es-ES" b="1" dirty="0" err="1">
                <a:latin typeface="Consolas"/>
                <a:ea typeface="+mn-lt"/>
                <a:cs typeface="+mn-lt"/>
              </a:rPr>
              <a:t>src</a:t>
            </a:r>
            <a:r>
              <a:rPr lang="es-ES" b="1" dirty="0">
                <a:latin typeface="Consolas"/>
                <a:ea typeface="+mn-lt"/>
                <a:cs typeface="+mn-lt"/>
              </a:rPr>
              <a:t>="mi-audio.ogg" </a:t>
            </a:r>
            <a:r>
              <a:rPr lang="es-ES" b="1" dirty="0" err="1">
                <a:latin typeface="Consolas"/>
                <a:ea typeface="+mn-lt"/>
                <a:cs typeface="+mn-lt"/>
              </a:rPr>
              <a:t>type</a:t>
            </a:r>
            <a:r>
              <a:rPr lang="es-ES" b="1" dirty="0">
                <a:latin typeface="Consolas"/>
                <a:ea typeface="+mn-lt"/>
                <a:cs typeface="+mn-lt"/>
              </a:rPr>
              <a:t>="audio/</a:t>
            </a:r>
            <a:r>
              <a:rPr lang="es-ES" b="1" dirty="0" err="1">
                <a:latin typeface="Consolas"/>
                <a:ea typeface="+mn-lt"/>
                <a:cs typeface="+mn-lt"/>
              </a:rPr>
              <a:t>ogg</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dirty="0" err="1">
                <a:latin typeface="Consolas"/>
                <a:ea typeface="+mn-lt"/>
                <a:cs typeface="+mn-lt"/>
              </a:rPr>
              <a:t>source</a:t>
            </a:r>
            <a:r>
              <a:rPr lang="es-ES" b="1" dirty="0">
                <a:latin typeface="Consolas"/>
                <a:ea typeface="+mn-lt"/>
                <a:cs typeface="+mn-lt"/>
              </a:rPr>
              <a:t> </a:t>
            </a:r>
            <a:r>
              <a:rPr lang="es-ES" b="1" dirty="0" err="1">
                <a:latin typeface="Consolas"/>
                <a:ea typeface="+mn-lt"/>
                <a:cs typeface="+mn-lt"/>
              </a:rPr>
              <a:t>src</a:t>
            </a:r>
            <a:r>
              <a:rPr lang="es-ES" b="1" dirty="0">
                <a:latin typeface="Consolas"/>
                <a:ea typeface="+mn-lt"/>
                <a:cs typeface="+mn-lt"/>
              </a:rPr>
              <a:t>="mi-audio.mp3" </a:t>
            </a:r>
            <a:r>
              <a:rPr lang="es-ES" b="1" dirty="0" err="1">
                <a:latin typeface="Consolas"/>
                <a:ea typeface="+mn-lt"/>
                <a:cs typeface="+mn-lt"/>
              </a:rPr>
              <a:t>type</a:t>
            </a:r>
            <a:r>
              <a:rPr lang="es-ES" b="1" dirty="0">
                <a:latin typeface="Consolas"/>
                <a:ea typeface="+mn-lt"/>
                <a:cs typeface="+mn-lt"/>
              </a:rPr>
              <a:t>="audio/</a:t>
            </a:r>
            <a:r>
              <a:rPr lang="es-ES" b="1" dirty="0" err="1">
                <a:latin typeface="Consolas"/>
                <a:ea typeface="+mn-lt"/>
                <a:cs typeface="+mn-lt"/>
              </a:rPr>
              <a:t>mpeg</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&lt;/audio&gt;</a:t>
            </a:r>
            <a:endParaRPr lang="es-ES" b="1" dirty="0">
              <a:latin typeface="Consolas"/>
            </a:endParaRPr>
          </a:p>
          <a:p>
            <a:r>
              <a:rPr lang="es-ES" dirty="0">
                <a:ea typeface="+mn-lt"/>
                <a:cs typeface="+mn-lt"/>
              </a:rPr>
              <a:t>Esta práctica, conocida como fuentes de reserva, permite que el navegador elija el formato que puede reproducir.</a:t>
            </a:r>
          </a:p>
        </p:txBody>
      </p:sp>
    </p:spTree>
    <p:extLst>
      <p:ext uri="{BB962C8B-B14F-4D97-AF65-F5344CB8AC3E}">
        <p14:creationId xmlns:p14="http://schemas.microsoft.com/office/powerpoint/2010/main" val="62143799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7616E4-40C2-3F02-9EBE-8892C9A63C1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ECC243C-73D3-68B8-C175-1E43A4223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8ABC839-628D-93AE-B89F-1CD1F3A5DAA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 Video para la Web</a:t>
            </a:r>
            <a:endParaRPr lang="es-ES" dirty="0"/>
          </a:p>
        </p:txBody>
      </p:sp>
      <p:sp>
        <p:nvSpPr>
          <p:cNvPr id="10" name="Rectangle 9">
            <a:extLst>
              <a:ext uri="{FF2B5EF4-FFF2-40B4-BE49-F238E27FC236}">
                <a16:creationId xmlns:a16="http://schemas.microsoft.com/office/drawing/2014/main" id="{AC57071D-95B5-18EE-BC3A-1A5826D07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FAF64AF-37D4-9352-F91E-2D781FD69D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1B91493-02AF-A3FA-B556-AF8B9F5C62B4}"/>
              </a:ext>
            </a:extLst>
          </p:cNvPr>
          <p:cNvSpPr>
            <a:spLocks noGrp="1"/>
          </p:cNvSpPr>
          <p:nvPr>
            <p:ph idx="1"/>
          </p:nvPr>
        </p:nvSpPr>
        <p:spPr>
          <a:xfrm>
            <a:off x="1587710" y="2160016"/>
            <a:ext cx="9486690" cy="3926152"/>
          </a:xfrm>
        </p:spPr>
        <p:txBody>
          <a:bodyPr vert="horz" lIns="91440" tIns="45720" rIns="91440" bIns="45720" rtlCol="0" anchor="t">
            <a:normAutofit fontScale="92500"/>
          </a:bodyPr>
          <a:lstStyle/>
          <a:p>
            <a:r>
              <a:rPr lang="es-ES" dirty="0">
                <a:ea typeface="+mn-lt"/>
                <a:cs typeface="+mn-lt"/>
              </a:rPr>
              <a:t>La integración de video en las páginas web se ha convertido en una práctica común, utilizada para atraer la atención, contar historias y transmitir información de manera dinámica. Sin embargo, para que el video sea efectivo, es crucial optimizarlo para la web, ya que los archivos de video suelen ser pesados y pueden afectar gravemente el rendimiento del sitio.</a:t>
            </a:r>
            <a:endParaRPr lang="es-ES" dirty="0"/>
          </a:p>
          <a:p>
            <a:r>
              <a:rPr lang="es-ES" dirty="0">
                <a:ea typeface="+mn-lt"/>
                <a:cs typeface="+mn-lt"/>
              </a:rPr>
              <a:t>La implantación de video para la web abarca varios aspectos técnicos clave:</a:t>
            </a:r>
            <a:endParaRPr lang="es-ES" dirty="0"/>
          </a:p>
          <a:p>
            <a:pPr lvl="1">
              <a:buFont typeface="Courier New" panose="020B0604020202020204" pitchFamily="34" charset="0"/>
              <a:buChar char="o"/>
            </a:pPr>
            <a:r>
              <a:rPr lang="es-ES" dirty="0">
                <a:ea typeface="+mn-lt"/>
                <a:cs typeface="+mn-lt"/>
              </a:rPr>
              <a:t>Formatos y códecs modernos: Se utilizan formatos de archivo y códecs específicos para el </a:t>
            </a:r>
            <a:r>
              <a:rPr lang="es-ES" dirty="0" err="1">
                <a:ea typeface="+mn-lt"/>
                <a:cs typeface="+mn-lt"/>
              </a:rPr>
              <a:t>streaming</a:t>
            </a:r>
            <a:r>
              <a:rPr lang="es-ES" dirty="0">
                <a:ea typeface="+mn-lt"/>
                <a:cs typeface="+mn-lt"/>
              </a:rPr>
              <a:t> en línea. Estos permiten una alta compresión para reducir el tamaño del archivo sin sacrificar significativamente la calidad. La elección del formato es vital para la compatibilidad con los diferentes navegadores.</a:t>
            </a:r>
            <a:endParaRPr lang="es-ES"/>
          </a:p>
        </p:txBody>
      </p:sp>
    </p:spTree>
    <p:extLst>
      <p:ext uri="{BB962C8B-B14F-4D97-AF65-F5344CB8AC3E}">
        <p14:creationId xmlns:p14="http://schemas.microsoft.com/office/powerpoint/2010/main" val="170085440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AC682F-0009-5D69-20BD-81A196F0322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A7405FA-F293-2BA4-9888-305931A8C1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47DEE2F-BBD2-5D7D-5B1A-6B71F707EE37}"/>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 Video para la Web</a:t>
            </a:r>
            <a:endParaRPr lang="es-ES" dirty="0"/>
          </a:p>
        </p:txBody>
      </p:sp>
      <p:sp>
        <p:nvSpPr>
          <p:cNvPr id="10" name="Rectangle 9">
            <a:extLst>
              <a:ext uri="{FF2B5EF4-FFF2-40B4-BE49-F238E27FC236}">
                <a16:creationId xmlns:a16="http://schemas.microsoft.com/office/drawing/2014/main" id="{2645DEF1-B837-4DF1-9B9D-87D563B527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6928191-D03A-42CA-B59E-A98743DF9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BF6F928-E5B9-4777-6766-B7ADC05B010A}"/>
              </a:ext>
            </a:extLst>
          </p:cNvPr>
          <p:cNvSpPr>
            <a:spLocks noGrp="1"/>
          </p:cNvSpPr>
          <p:nvPr>
            <p:ph idx="1"/>
          </p:nvPr>
        </p:nvSpPr>
        <p:spPr>
          <a:xfrm>
            <a:off x="1587710" y="2160016"/>
            <a:ext cx="9486690" cy="3926152"/>
          </a:xfrm>
        </p:spPr>
        <p:txBody>
          <a:bodyPr vert="horz" lIns="91440" tIns="45720" rIns="91440" bIns="45720" rtlCol="0" anchor="t">
            <a:normAutofit lnSpcReduction="10000"/>
          </a:bodyPr>
          <a:lstStyle/>
          <a:p>
            <a:pPr lvl="1">
              <a:buFont typeface="Courier New" panose="020B0604020202020204" pitchFamily="34" charset="0"/>
              <a:buChar char="o"/>
            </a:pPr>
            <a:r>
              <a:rPr lang="es-ES" dirty="0">
                <a:ea typeface="+mn-lt"/>
                <a:cs typeface="+mn-lt"/>
              </a:rPr>
              <a:t>Codificación y optimización: Este proceso implica comprimir el video y ajustar sus parámetros (como la resolución y la tasa de bits) para que se adapte a la velocidad de la conexión del usuario y al tamaño de la pantalla.</a:t>
            </a:r>
          </a:p>
          <a:p>
            <a:pPr lvl="1">
              <a:buFont typeface="Courier New" panose="020B0604020202020204" pitchFamily="34" charset="0"/>
              <a:buChar char="o"/>
            </a:pPr>
            <a:r>
              <a:rPr lang="es-ES" dirty="0">
                <a:ea typeface="+mn-lt"/>
                <a:cs typeface="+mn-lt"/>
              </a:rPr>
              <a:t>Herramientas de manipulación: Existen herramientas de software de escritorio y de línea de comandos que permiten editar, cortar y convertir videos a formatos compatibles con la web.</a:t>
            </a:r>
            <a:endParaRPr lang="es-ES" dirty="0"/>
          </a:p>
          <a:p>
            <a:pPr lvl="1">
              <a:buFont typeface="Courier New" panose="020B0604020202020204" pitchFamily="34" charset="0"/>
              <a:buChar char="o"/>
            </a:pPr>
            <a:r>
              <a:rPr lang="es-ES" dirty="0">
                <a:ea typeface="+mn-lt"/>
                <a:cs typeface="+mn-lt"/>
              </a:rPr>
              <a:t>Integración con HTML5: La etiqueta &lt;video&gt; de HTML5 simplificó la incrustación de videos, ofreciendo controles nativos y una API de JavaScript para un control más avanzado.</a:t>
            </a:r>
            <a:endParaRPr lang="es-ES" dirty="0"/>
          </a:p>
          <a:p>
            <a:pPr lvl="1">
              <a:buFont typeface="Courier New" panose="020B0604020202020204" pitchFamily="34" charset="0"/>
              <a:buChar char="o"/>
            </a:pPr>
            <a:r>
              <a:rPr lang="es-ES" dirty="0">
                <a:ea typeface="+mn-lt"/>
                <a:cs typeface="+mn-lt"/>
              </a:rPr>
              <a:t>Transmisiones en vivo (</a:t>
            </a:r>
            <a:r>
              <a:rPr lang="es-ES" dirty="0" err="1">
                <a:ea typeface="+mn-lt"/>
                <a:cs typeface="+mn-lt"/>
              </a:rPr>
              <a:t>streaming</a:t>
            </a:r>
            <a:r>
              <a:rPr lang="es-ES" dirty="0">
                <a:ea typeface="+mn-lt"/>
                <a:cs typeface="+mn-lt"/>
              </a:rPr>
              <a:t>): Para eventos en tiempo real, se utilizan plataformas y protocolos especializados que permiten transmitir el video en vivo a una audiencia.</a:t>
            </a:r>
          </a:p>
        </p:txBody>
      </p:sp>
    </p:spTree>
    <p:extLst>
      <p:ext uri="{BB962C8B-B14F-4D97-AF65-F5344CB8AC3E}">
        <p14:creationId xmlns:p14="http://schemas.microsoft.com/office/powerpoint/2010/main" val="159957025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2DCF5E-C3FB-D6A8-46CE-05CA28ADE04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F03845-4E75-611A-DB3A-0B9E7DB76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C25FAE9-451E-81D0-571D-724BFB51890C}"/>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3.4.1. Formatos y códecs de video</a:t>
            </a:r>
            <a:endParaRPr lang="es-ES" b="0" dirty="0"/>
          </a:p>
        </p:txBody>
      </p:sp>
      <p:sp>
        <p:nvSpPr>
          <p:cNvPr id="10" name="Rectangle 9">
            <a:extLst>
              <a:ext uri="{FF2B5EF4-FFF2-40B4-BE49-F238E27FC236}">
                <a16:creationId xmlns:a16="http://schemas.microsoft.com/office/drawing/2014/main" id="{0B6BC985-70BE-0649-3C3A-3BEB835AFD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054DDEE-61BE-9539-B43F-1A05A70E3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86F115F-601D-A484-8012-3171D429917B}"/>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Para servir video en la web de manera eficiente, es esencial comprender la diferencia entre un formato de archivo (o contenedor) y un códec. El formato de archivo (como MP4 o </a:t>
            </a:r>
            <a:r>
              <a:rPr lang="es-ES" dirty="0" err="1">
                <a:ea typeface="+mn-lt"/>
                <a:cs typeface="+mn-lt"/>
              </a:rPr>
              <a:t>WebM</a:t>
            </a:r>
            <a:r>
              <a:rPr lang="es-ES" dirty="0">
                <a:ea typeface="+mn-lt"/>
                <a:cs typeface="+mn-lt"/>
              </a:rPr>
              <a:t>) es como la "caja" que contiene el video, el audio y otros datos como los subtítulos. El códec (como H.264 o VP9) es el algoritmo que comprime y descomprime la información de video y audio dentro de esa caja. La elección del códec es lo que determina la calidad, el tamaño del archivo y la compatibilidad.</a:t>
            </a:r>
            <a:endParaRPr lang="es-ES" dirty="0"/>
          </a:p>
          <a:p>
            <a:r>
              <a:rPr lang="es-ES" dirty="0">
                <a:ea typeface="+mn-lt"/>
                <a:cs typeface="+mn-lt"/>
              </a:rPr>
              <a:t>Actualmente, los formatos y códecs más utilizados en la web son:</a:t>
            </a:r>
            <a:endParaRPr lang="es-ES" dirty="0"/>
          </a:p>
          <a:p>
            <a:pPr lvl="1">
              <a:buFont typeface="Courier New" panose="020B0604020202020204" pitchFamily="34" charset="0"/>
              <a:buChar char="o"/>
            </a:pPr>
            <a:r>
              <a:rPr lang="es-ES" dirty="0">
                <a:ea typeface="+mn-lt"/>
                <a:cs typeface="+mn-lt"/>
              </a:rPr>
              <a:t>MP4 con códec H.264: Este formato es el estándar de oro por su amplia compatibilidad. Es soportado por prácticamente todos los navegadores, dispositivos y plataformas de </a:t>
            </a:r>
            <a:r>
              <a:rPr lang="es-ES" dirty="0" err="1">
                <a:ea typeface="+mn-lt"/>
                <a:cs typeface="+mn-lt"/>
              </a:rPr>
              <a:t>streaming</a:t>
            </a:r>
            <a:r>
              <a:rPr lang="es-ES" dirty="0">
                <a:ea typeface="+mn-lt"/>
                <a:cs typeface="+mn-lt"/>
              </a:rPr>
              <a:t> (incluyendo YouTube y </a:t>
            </a:r>
            <a:r>
              <a:rPr lang="es-ES" dirty="0" err="1">
                <a:ea typeface="+mn-lt"/>
                <a:cs typeface="+mn-lt"/>
              </a:rPr>
              <a:t>Twitch</a:t>
            </a:r>
            <a:r>
              <a:rPr lang="es-ES" dirty="0">
                <a:ea typeface="+mn-lt"/>
                <a:cs typeface="+mn-lt"/>
              </a:rPr>
              <a:t>). El códec H.264 ofrece un excelente equilibrio entre calidad de video y tamaño de archivo, lo que lo hace una opción segura y confiable para la mayoría de los usos.</a:t>
            </a:r>
            <a:endParaRPr lang="es-ES"/>
          </a:p>
        </p:txBody>
      </p:sp>
    </p:spTree>
    <p:extLst>
      <p:ext uri="{BB962C8B-B14F-4D97-AF65-F5344CB8AC3E}">
        <p14:creationId xmlns:p14="http://schemas.microsoft.com/office/powerpoint/2010/main" val="257436594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367855-D625-613B-D4F2-EA867430367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5829782-3530-A2A0-9ECA-C430240B5C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A7127EE-024A-E769-3F11-336E07C06FFC}"/>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3.4.1. Formatos y códecs de video</a:t>
            </a:r>
            <a:endParaRPr lang="es-ES" b="0" dirty="0"/>
          </a:p>
        </p:txBody>
      </p:sp>
      <p:sp>
        <p:nvSpPr>
          <p:cNvPr id="10" name="Rectangle 9">
            <a:extLst>
              <a:ext uri="{FF2B5EF4-FFF2-40B4-BE49-F238E27FC236}">
                <a16:creationId xmlns:a16="http://schemas.microsoft.com/office/drawing/2014/main" id="{EF8696A4-10B3-5DCF-EAE7-5CE2685C7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55D6F8-01E2-7823-2742-5A6A91FA0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0A05A07-CA72-34F9-1A0F-AA341F8704F9}"/>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pPr lvl="1">
              <a:buFont typeface="Courier New" panose="020B0604020202020204" pitchFamily="34" charset="0"/>
              <a:buChar char="o"/>
            </a:pPr>
            <a:r>
              <a:rPr lang="es-ES" dirty="0" err="1">
                <a:ea typeface="+mn-lt"/>
                <a:cs typeface="+mn-lt"/>
              </a:rPr>
              <a:t>WebM</a:t>
            </a:r>
            <a:r>
              <a:rPr lang="es-ES" dirty="0">
                <a:ea typeface="+mn-lt"/>
                <a:cs typeface="+mn-lt"/>
              </a:rPr>
              <a:t> con códec VP9: </a:t>
            </a:r>
            <a:r>
              <a:rPr lang="es-ES" dirty="0" err="1">
                <a:ea typeface="+mn-lt"/>
                <a:cs typeface="+mn-lt"/>
              </a:rPr>
              <a:t>WebM</a:t>
            </a:r>
            <a:r>
              <a:rPr lang="es-ES" dirty="0">
                <a:ea typeface="+mn-lt"/>
                <a:cs typeface="+mn-lt"/>
              </a:rPr>
              <a:t> es un formato de código abierto impulsado por Google. Su códec, VP9, es conocido por su alta eficiencia de compresión. Un video codificado con VP9 puede tener una calidad similar a la de H.264, pero con un tamaño de archivo significativamente menor. Esto lo hace ideal para el </a:t>
            </a:r>
            <a:r>
              <a:rPr lang="es-ES" dirty="0" err="1">
                <a:ea typeface="+mn-lt"/>
                <a:cs typeface="+mn-lt"/>
              </a:rPr>
              <a:t>streaming</a:t>
            </a:r>
            <a:r>
              <a:rPr lang="es-ES" dirty="0">
                <a:ea typeface="+mn-lt"/>
                <a:cs typeface="+mn-lt"/>
              </a:rPr>
              <a:t> de alta calidad y para ahorrar ancho de banda. Sin embargo, su compatibilidad no es tan universal como la de H.264, especialmente en navegadores como Safari.</a:t>
            </a:r>
          </a:p>
          <a:p>
            <a:pPr lvl="1">
              <a:buFont typeface="Courier New" panose="020B0604020202020204" pitchFamily="34" charset="0"/>
              <a:buChar char="o"/>
            </a:pPr>
            <a:r>
              <a:rPr lang="es-ES" dirty="0">
                <a:ea typeface="+mn-lt"/>
                <a:cs typeface="+mn-lt"/>
              </a:rPr>
              <a:t>Ogg con códec </a:t>
            </a:r>
            <a:r>
              <a:rPr lang="es-ES" dirty="0" err="1">
                <a:ea typeface="+mn-lt"/>
                <a:cs typeface="+mn-lt"/>
              </a:rPr>
              <a:t>Theora</a:t>
            </a:r>
            <a:r>
              <a:rPr lang="es-ES" dirty="0">
                <a:ea typeface="+mn-lt"/>
                <a:cs typeface="+mn-lt"/>
              </a:rPr>
              <a:t>: Ogg es un formato de contenedor de código abierto. Su códec de video, </a:t>
            </a:r>
            <a:r>
              <a:rPr lang="es-ES" dirty="0" err="1">
                <a:ea typeface="+mn-lt"/>
                <a:cs typeface="+mn-lt"/>
              </a:rPr>
              <a:t>Theora</a:t>
            </a:r>
            <a:r>
              <a:rPr lang="es-ES" dirty="0">
                <a:ea typeface="+mn-lt"/>
                <a:cs typeface="+mn-lt"/>
              </a:rPr>
              <a:t>, se desarrolló como una alternativa a formatos propietarios. Al igual que Ogg </a:t>
            </a:r>
            <a:r>
              <a:rPr lang="es-ES" dirty="0" err="1">
                <a:ea typeface="+mn-lt"/>
                <a:cs typeface="+mn-lt"/>
              </a:rPr>
              <a:t>Vorbis</a:t>
            </a:r>
            <a:r>
              <a:rPr lang="es-ES" dirty="0">
                <a:ea typeface="+mn-lt"/>
                <a:cs typeface="+mn-lt"/>
              </a:rPr>
              <a:t> para el audio, Ogg </a:t>
            </a:r>
            <a:r>
              <a:rPr lang="es-ES" dirty="0" err="1">
                <a:ea typeface="+mn-lt"/>
                <a:cs typeface="+mn-lt"/>
              </a:rPr>
              <a:t>Theora</a:t>
            </a:r>
            <a:r>
              <a:rPr lang="es-ES" dirty="0">
                <a:ea typeface="+mn-lt"/>
                <a:cs typeface="+mn-lt"/>
              </a:rPr>
              <a:t> fue una de las primeras opciones abiertas para video en la web. Aunque su eficiencia de compresión es inferior a la de H.264 y VP9, sigue siendo relevante por su naturaleza libre de patentes. Su compatibilidad es principalmente en navegadores como Firefox y Chrome, pero no en Safari.</a:t>
            </a:r>
            <a:endParaRPr lang="es-ES" dirty="0"/>
          </a:p>
        </p:txBody>
      </p:sp>
    </p:spTree>
    <p:extLst>
      <p:ext uri="{BB962C8B-B14F-4D97-AF65-F5344CB8AC3E}">
        <p14:creationId xmlns:p14="http://schemas.microsoft.com/office/powerpoint/2010/main" val="214014929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25AF82-4E1C-4722-428A-77CBEF91B8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E1CC89B-E4B6-7F2B-C88C-0E96BD3E3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F6608D3-0CBE-FE11-8EF0-2771A2FEABF0}"/>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3.4.1. Formatos y códecs de video</a:t>
            </a:r>
            <a:endParaRPr lang="es-ES" b="0" dirty="0"/>
          </a:p>
        </p:txBody>
      </p:sp>
      <p:sp>
        <p:nvSpPr>
          <p:cNvPr id="10" name="Rectangle 9">
            <a:extLst>
              <a:ext uri="{FF2B5EF4-FFF2-40B4-BE49-F238E27FC236}">
                <a16:creationId xmlns:a16="http://schemas.microsoft.com/office/drawing/2014/main" id="{1CDD62C2-AE55-3E77-AC42-4D71AE9C79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8090D1-ADAD-FB19-D274-33F45E5AD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507CF95-3BE2-44B8-5385-E3BC9243428F}"/>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Para garantizar que un video sea accesible para la mayor cantidad de usuarios, la práctica recomendada es codificar el mismo video en múltiples formatos y utilizar la etiqueta &lt;</a:t>
            </a:r>
            <a:r>
              <a:rPr lang="es-ES" dirty="0" err="1">
                <a:ea typeface="+mn-lt"/>
                <a:cs typeface="+mn-lt"/>
              </a:rPr>
              <a:t>source</a:t>
            </a:r>
            <a:r>
              <a:rPr lang="es-ES" dirty="0">
                <a:ea typeface="+mn-lt"/>
                <a:cs typeface="+mn-lt"/>
              </a:rPr>
              <a:t>&gt; de HTML5. Esto permite que el navegador elija la versión más eficiente que pueda reproducir.</a:t>
            </a:r>
          </a:p>
          <a:p>
            <a:r>
              <a:rPr lang="es-ES" dirty="0">
                <a:ea typeface="+mn-lt"/>
                <a:cs typeface="+mn-lt"/>
              </a:rPr>
              <a:t>Ejemplo de código HTML:</a:t>
            </a:r>
            <a:endParaRPr lang="es-ES" dirty="0"/>
          </a:p>
          <a:p>
            <a:pPr marL="0" indent="0">
              <a:buNone/>
            </a:pPr>
            <a:r>
              <a:rPr lang="es-ES" b="1" dirty="0">
                <a:latin typeface="Consolas"/>
                <a:ea typeface="+mn-lt"/>
                <a:cs typeface="+mn-lt"/>
              </a:rPr>
              <a:t>&lt;video </a:t>
            </a:r>
            <a:r>
              <a:rPr lang="es-ES" b="1" err="1">
                <a:latin typeface="Consolas"/>
                <a:ea typeface="+mn-lt"/>
                <a:cs typeface="+mn-lt"/>
              </a:rPr>
              <a:t>controls</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="video/</a:t>
            </a:r>
            <a:r>
              <a:rPr lang="es-ES" b="1" err="1">
                <a:latin typeface="Consolas"/>
                <a:ea typeface="+mn-lt"/>
                <a:cs typeface="+mn-lt"/>
              </a:rPr>
              <a:t>ejemplo.webm</a:t>
            </a:r>
            <a:r>
              <a:rPr lang="es-ES" b="1" dirty="0">
                <a:latin typeface="Consolas"/>
                <a:ea typeface="+mn-lt"/>
                <a:cs typeface="+mn-lt"/>
              </a:rPr>
              <a:t>" </a:t>
            </a:r>
            <a:r>
              <a:rPr lang="es-ES" b="1" err="1">
                <a:latin typeface="Consolas"/>
                <a:ea typeface="+mn-lt"/>
                <a:cs typeface="+mn-lt"/>
              </a:rPr>
              <a:t>type</a:t>
            </a:r>
            <a:r>
              <a:rPr lang="es-ES" b="1" dirty="0">
                <a:latin typeface="Consolas"/>
                <a:ea typeface="+mn-lt"/>
                <a:cs typeface="+mn-lt"/>
              </a:rPr>
              <a:t>="video/</a:t>
            </a:r>
            <a:r>
              <a:rPr lang="es-ES" b="1" err="1">
                <a:latin typeface="Consolas"/>
                <a:ea typeface="+mn-lt"/>
                <a:cs typeface="+mn-lt"/>
              </a:rPr>
              <a:t>webm</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="video/ejemplo.mp4" </a:t>
            </a:r>
            <a:r>
              <a:rPr lang="es-ES" b="1" err="1">
                <a:latin typeface="Consolas"/>
                <a:ea typeface="+mn-lt"/>
                <a:cs typeface="+mn-lt"/>
              </a:rPr>
              <a:t>type</a:t>
            </a:r>
            <a:r>
              <a:rPr lang="es-ES" b="1" dirty="0">
                <a:latin typeface="Consolas"/>
                <a:ea typeface="+mn-lt"/>
                <a:cs typeface="+mn-lt"/>
              </a:rPr>
              <a:t>="video/mp4"&gt;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="video/</a:t>
            </a:r>
            <a:r>
              <a:rPr lang="es-ES" b="1" err="1">
                <a:latin typeface="Consolas"/>
                <a:ea typeface="+mn-lt"/>
                <a:cs typeface="+mn-lt"/>
              </a:rPr>
              <a:t>ejemplo.ogv</a:t>
            </a:r>
            <a:r>
              <a:rPr lang="es-ES" b="1" dirty="0">
                <a:latin typeface="Consolas"/>
                <a:ea typeface="+mn-lt"/>
                <a:cs typeface="+mn-lt"/>
              </a:rPr>
              <a:t>" </a:t>
            </a:r>
            <a:r>
              <a:rPr lang="es-ES" b="1" err="1">
                <a:latin typeface="Consolas"/>
                <a:ea typeface="+mn-lt"/>
                <a:cs typeface="+mn-lt"/>
              </a:rPr>
              <a:t>type</a:t>
            </a:r>
            <a:r>
              <a:rPr lang="es-ES" b="1" dirty="0">
                <a:latin typeface="Consolas"/>
                <a:ea typeface="+mn-lt"/>
                <a:cs typeface="+mn-lt"/>
              </a:rPr>
              <a:t>="video/</a:t>
            </a:r>
            <a:r>
              <a:rPr lang="es-ES" b="1" err="1">
                <a:latin typeface="Consolas"/>
                <a:ea typeface="+mn-lt"/>
                <a:cs typeface="+mn-lt"/>
              </a:rPr>
              <a:t>ogg</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&lt;p&gt;Tu navegador no soporta el formato de video.&lt;/p&gt;</a:t>
            </a:r>
            <a:br>
              <a:rPr lang="es-ES" b="1" dirty="0">
                <a:latin typeface="Consolas"/>
                <a:ea typeface="+mn-lt"/>
                <a:cs typeface="+mn-lt"/>
              </a:rPr>
            </a:br>
            <a:r>
              <a:rPr lang="es-ES" b="1" dirty="0">
                <a:latin typeface="Consolas"/>
                <a:ea typeface="+mn-lt"/>
                <a:cs typeface="+mn-lt"/>
              </a:rPr>
              <a:t>&lt;/video&gt;</a:t>
            </a:r>
            <a:endParaRPr lang="es-ES" b="1">
              <a:latin typeface="Consolas"/>
            </a:endParaRPr>
          </a:p>
          <a:p>
            <a:r>
              <a:rPr lang="es-ES" dirty="0">
                <a:ea typeface="+mn-lt"/>
                <a:cs typeface="+mn-lt"/>
              </a:rPr>
              <a:t>En este caso, los navegadores modernos como Chrome o Firefox probablemente cargarán la versión </a:t>
            </a:r>
            <a:r>
              <a:rPr lang="es-ES" dirty="0" err="1">
                <a:ea typeface="+mn-lt"/>
                <a:cs typeface="+mn-lt"/>
              </a:rPr>
              <a:t>WebM</a:t>
            </a:r>
            <a:r>
              <a:rPr lang="es-ES" dirty="0">
                <a:ea typeface="+mn-lt"/>
                <a:cs typeface="+mn-lt"/>
              </a:rPr>
              <a:t>, que es más pequeña. Si el navegador no puede, automáticamente retrocederá a la versión MP4, y si tampoco, a la Ogg </a:t>
            </a:r>
            <a:r>
              <a:rPr lang="es-ES" dirty="0" err="1">
                <a:ea typeface="+mn-lt"/>
                <a:cs typeface="+mn-lt"/>
              </a:rPr>
              <a:t>Theora</a:t>
            </a:r>
            <a:r>
              <a:rPr lang="es-ES" dirty="0">
                <a:ea typeface="+mn-lt"/>
                <a:cs typeface="+mn-lt"/>
              </a:rPr>
              <a:t>, asegurando que el video siempre se reproduzca.</a:t>
            </a:r>
          </a:p>
          <a:p>
            <a:pPr lvl="1">
              <a:buFont typeface="Courier New" panose="020B0604020202020204" pitchFamily="34" charset="0"/>
              <a:buChar char="o"/>
            </a:pPr>
            <a:endParaRPr lang="es-ES" dirty="0"/>
          </a:p>
        </p:txBody>
      </p:sp>
    </p:spTree>
    <p:extLst>
      <p:ext uri="{BB962C8B-B14F-4D97-AF65-F5344CB8AC3E}">
        <p14:creationId xmlns:p14="http://schemas.microsoft.com/office/powerpoint/2010/main" val="48522759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B2CCDC-F465-01C7-4778-D19EEB8E2C1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E8AE30-C790-1712-C33D-49D841224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67F631B-0EAE-42F5-9DB1-E8F868FCC7E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3.4.2. Codificación y optimización de video para </a:t>
            </a:r>
            <a:r>
              <a:rPr lang="es-ES" b="0" dirty="0" err="1">
                <a:ea typeface="+mj-lt"/>
                <a:cs typeface="+mj-lt"/>
              </a:rPr>
              <a:t>streaming</a:t>
            </a:r>
            <a:endParaRPr lang="es-ES" dirty="0" err="1"/>
          </a:p>
        </p:txBody>
      </p:sp>
      <p:sp>
        <p:nvSpPr>
          <p:cNvPr id="10" name="Rectangle 9">
            <a:extLst>
              <a:ext uri="{FF2B5EF4-FFF2-40B4-BE49-F238E27FC236}">
                <a16:creationId xmlns:a16="http://schemas.microsoft.com/office/drawing/2014/main" id="{A7A4D656-7BFD-8749-0215-2AB35C6D7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43645C-1DEC-B29C-68D8-82D75290D5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991F2E5-5D89-9719-A33B-70EEBBBFA583}"/>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La codificación y optimización de video son procesos esenciales para que los archivos de video se reproduzcan de manera fluida en la web. La meta es reducir el tamaño del archivo al mínimo sin comprometer la calidad visual, asegurando una carga rápida y una reproducción sin interrupciones, un proceso conocido como </a:t>
            </a:r>
            <a:r>
              <a:rPr lang="es-ES" dirty="0" err="1">
                <a:ea typeface="+mn-lt"/>
                <a:cs typeface="+mn-lt"/>
              </a:rPr>
              <a:t>streaming</a:t>
            </a:r>
            <a:r>
              <a:rPr lang="es-ES" dirty="0">
                <a:ea typeface="+mn-lt"/>
                <a:cs typeface="+mn-lt"/>
              </a:rPr>
              <a:t>.</a:t>
            </a:r>
            <a:endParaRPr lang="es-ES" dirty="0"/>
          </a:p>
          <a:p>
            <a:r>
              <a:rPr lang="es-ES" dirty="0">
                <a:ea typeface="+mn-lt"/>
                <a:cs typeface="+mn-lt"/>
              </a:rPr>
              <a:t>El proceso de optimización implica varios conceptos clave:</a:t>
            </a:r>
            <a:endParaRPr lang="es-ES" dirty="0"/>
          </a:p>
          <a:p>
            <a:pPr lvl="1">
              <a:buFont typeface="Courier New" panose="020B0604020202020204" pitchFamily="34" charset="0"/>
              <a:buChar char="o"/>
            </a:pPr>
            <a:r>
              <a:rPr lang="es-ES" dirty="0">
                <a:ea typeface="+mn-lt"/>
                <a:cs typeface="+mn-lt"/>
              </a:rPr>
              <a:t>Tasa de bits (</a:t>
            </a:r>
            <a:r>
              <a:rPr lang="es-ES" dirty="0" err="1">
                <a:ea typeface="+mn-lt"/>
                <a:cs typeface="+mn-lt"/>
              </a:rPr>
              <a:t>bitrate</a:t>
            </a:r>
            <a:r>
              <a:rPr lang="es-ES" dirty="0">
                <a:ea typeface="+mn-lt"/>
                <a:cs typeface="+mn-lt"/>
              </a:rPr>
              <a:t>): Es la cantidad de datos que se usan para codificar un segundo de video, medida en kilobits por segundo (kbps) o megabits por segundo (Mbps). Una tasa de bits más alta produce una mejor calidad de video, pero un archivo más grande. Para la web, se busca un equilibrio. Un </a:t>
            </a:r>
            <a:r>
              <a:rPr lang="es-ES" dirty="0" err="1">
                <a:ea typeface="+mn-lt"/>
                <a:cs typeface="+mn-lt"/>
              </a:rPr>
              <a:t>bitrate</a:t>
            </a:r>
            <a:r>
              <a:rPr lang="es-ES" dirty="0">
                <a:ea typeface="+mn-lt"/>
                <a:cs typeface="+mn-lt"/>
              </a:rPr>
              <a:t> variable (VBR) es ideal porque ajusta la calidad según la complejidad de la escena, ahorrando datos en escenas con pocos cambios y usándolos en escenas de acción.</a:t>
            </a:r>
            <a:endParaRPr lang="es-ES"/>
          </a:p>
        </p:txBody>
      </p:sp>
    </p:spTree>
    <p:extLst>
      <p:ext uri="{BB962C8B-B14F-4D97-AF65-F5344CB8AC3E}">
        <p14:creationId xmlns:p14="http://schemas.microsoft.com/office/powerpoint/2010/main" val="2758419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B6EE6A-1E1A-EC27-5EE6-F74188B9889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A059416-E70D-9444-970E-F58DDBCEAF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DF91C8D-2F5B-7594-B4FB-0B2F0646D1A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3.4.2. Codificación y optimización de video para </a:t>
            </a:r>
            <a:r>
              <a:rPr lang="es-ES" b="0" dirty="0" err="1">
                <a:ea typeface="+mj-lt"/>
                <a:cs typeface="+mj-lt"/>
              </a:rPr>
              <a:t>streaming</a:t>
            </a:r>
            <a:endParaRPr lang="es-ES" dirty="0" err="1"/>
          </a:p>
        </p:txBody>
      </p:sp>
      <p:sp>
        <p:nvSpPr>
          <p:cNvPr id="10" name="Rectangle 9">
            <a:extLst>
              <a:ext uri="{FF2B5EF4-FFF2-40B4-BE49-F238E27FC236}">
                <a16:creationId xmlns:a16="http://schemas.microsoft.com/office/drawing/2014/main" id="{0CA753A8-C3A8-B7B6-A845-D5FFA2AD17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5CBAEE-1382-9B91-0339-DEC7F9334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A05E51B0-EA95-DCD0-37A2-DD9158C587ED}"/>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pPr lvl="1">
              <a:buFont typeface="Courier New" panose="020B0604020202020204" pitchFamily="34" charset="0"/>
              <a:buChar char="o"/>
            </a:pPr>
            <a:r>
              <a:rPr lang="es-ES" dirty="0">
                <a:ea typeface="+mn-lt"/>
                <a:cs typeface="+mn-lt"/>
              </a:rPr>
              <a:t>Resolución: Es el tamaño del video en píxeles (ancho x alto), como 1920x1080 (Full HD) o 1280x720 (HD). Servir un video con una resolución demasiado alta para la pantalla del usuario es un desperdicio de recursos. La optimización implica crear varias versiones del mismo video en diferentes resoluciones para que el navegador elija la más adecuada.</a:t>
            </a:r>
            <a:endParaRPr lang="es-ES"/>
          </a:p>
          <a:p>
            <a:pPr lvl="1">
              <a:buFont typeface="Courier New" panose="020B0604020202020204" pitchFamily="34" charset="0"/>
              <a:buChar char="o"/>
            </a:pPr>
            <a:r>
              <a:rPr lang="es-ES" dirty="0">
                <a:ea typeface="+mn-lt"/>
                <a:cs typeface="+mn-lt"/>
              </a:rPr>
              <a:t>Velocidad de fotogramas (</a:t>
            </a:r>
            <a:r>
              <a:rPr lang="es-ES" err="1">
                <a:ea typeface="+mn-lt"/>
                <a:cs typeface="+mn-lt"/>
              </a:rPr>
              <a:t>frame</a:t>
            </a:r>
            <a:r>
              <a:rPr lang="es-ES" dirty="0">
                <a:ea typeface="+mn-lt"/>
                <a:cs typeface="+mn-lt"/>
              </a:rPr>
              <a:t> </a:t>
            </a:r>
            <a:r>
              <a:rPr lang="es-ES" err="1">
                <a:ea typeface="+mn-lt"/>
                <a:cs typeface="+mn-lt"/>
              </a:rPr>
              <a:t>rate</a:t>
            </a:r>
            <a:r>
              <a:rPr lang="es-ES" dirty="0">
                <a:ea typeface="+mn-lt"/>
                <a:cs typeface="+mn-lt"/>
              </a:rPr>
              <a:t>): Es el número de imágenes fijas (fotogramas) que se muestran por segundo, medido en fotogramas por segundo (</a:t>
            </a:r>
            <a:r>
              <a:rPr lang="es-ES" err="1">
                <a:ea typeface="+mn-lt"/>
                <a:cs typeface="+mn-lt"/>
              </a:rPr>
              <a:t>fps</a:t>
            </a:r>
            <a:r>
              <a:rPr lang="es-ES" dirty="0">
                <a:ea typeface="+mn-lt"/>
                <a:cs typeface="+mn-lt"/>
              </a:rPr>
              <a:t>). El estándar para la web suele ser 24, 25 o 30 </a:t>
            </a:r>
            <a:r>
              <a:rPr lang="es-ES" err="1">
                <a:ea typeface="+mn-lt"/>
                <a:cs typeface="+mn-lt"/>
              </a:rPr>
              <a:t>fps</a:t>
            </a:r>
            <a:r>
              <a:rPr lang="es-ES" dirty="0">
                <a:ea typeface="+mn-lt"/>
                <a:cs typeface="+mn-lt"/>
              </a:rPr>
              <a:t>. Para la mayoría de los videos, no es necesario un </a:t>
            </a:r>
            <a:r>
              <a:rPr lang="es-ES" err="1">
                <a:ea typeface="+mn-lt"/>
                <a:cs typeface="+mn-lt"/>
              </a:rPr>
              <a:t>frame</a:t>
            </a:r>
            <a:r>
              <a:rPr lang="es-ES" dirty="0">
                <a:ea typeface="+mn-lt"/>
                <a:cs typeface="+mn-lt"/>
              </a:rPr>
              <a:t> </a:t>
            </a:r>
            <a:r>
              <a:rPr lang="es-ES" err="1">
                <a:ea typeface="+mn-lt"/>
                <a:cs typeface="+mn-lt"/>
              </a:rPr>
              <a:t>rate</a:t>
            </a:r>
            <a:r>
              <a:rPr lang="es-ES" dirty="0">
                <a:ea typeface="+mn-lt"/>
                <a:cs typeface="+mn-lt"/>
              </a:rPr>
              <a:t> superior, ya que no se percibe una mejora sustancial y el tamaño del archivo aumenta.</a:t>
            </a:r>
          </a:p>
          <a:p>
            <a:pPr lvl="1">
              <a:buFont typeface="Courier New" panose="020B0604020202020204" pitchFamily="34" charset="0"/>
              <a:buChar char="o"/>
            </a:pPr>
            <a:r>
              <a:rPr lang="es-ES" dirty="0">
                <a:ea typeface="+mn-lt"/>
                <a:cs typeface="+mn-lt"/>
              </a:rPr>
              <a:t>Codificación de un solo paso: Es más rápida. El codificador procesa el video en una sola pasada, sin conocer lo que vendrá después. Es adecuada para la codificación en tiempo real o para procesos donde la velocidad es la prioridad.</a:t>
            </a:r>
          </a:p>
          <a:p>
            <a:pPr lvl="1">
              <a:buFont typeface="Courier New" panose="020B0604020202020204" pitchFamily="34" charset="0"/>
              <a:buChar char="o"/>
            </a:pPr>
            <a:r>
              <a:rPr lang="es-ES" dirty="0">
                <a:ea typeface="+mn-lt"/>
                <a:cs typeface="+mn-lt"/>
              </a:rPr>
              <a:t>Codificación de dos pasos: Es más lenta pero más eficiente. En la primera pasada, el codificador analiza el video. En la segunda, aplica la codificación de forma más inteligente, asignando más bits a las escenas complejas y menos a las simples, lo que resulta en un archivo final de menor tamaño y mejor calidad. Es el método preferido para videos pregrabados.</a:t>
            </a:r>
            <a:endParaRPr lang="es-ES"/>
          </a:p>
          <a:p>
            <a:pPr lvl="1">
              <a:buFont typeface="Courier New" panose="020B0604020202020204" pitchFamily="34" charset="0"/>
              <a:buChar char="o"/>
            </a:pPr>
            <a:endParaRPr lang="es-ES" dirty="0">
              <a:ea typeface="+mn-lt"/>
              <a:cs typeface="+mn-lt"/>
            </a:endParaRPr>
          </a:p>
        </p:txBody>
      </p:sp>
    </p:spTree>
    <p:extLst>
      <p:ext uri="{BB962C8B-B14F-4D97-AF65-F5344CB8AC3E}">
        <p14:creationId xmlns:p14="http://schemas.microsoft.com/office/powerpoint/2010/main" val="229947943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C1553B-A122-979E-161F-A220B0BEB7C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C1A8A3-2514-83E9-5CAF-ECCBB314FB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DD0FC16-BDB5-C406-E6B5-656AA4C3435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3.4.2. Codificación y optimización de video para </a:t>
            </a:r>
            <a:r>
              <a:rPr lang="es-ES" b="0" dirty="0" err="1">
                <a:ea typeface="+mj-lt"/>
                <a:cs typeface="+mj-lt"/>
              </a:rPr>
              <a:t>streaming</a:t>
            </a:r>
            <a:endParaRPr lang="es-ES" dirty="0" err="1"/>
          </a:p>
        </p:txBody>
      </p:sp>
      <p:sp>
        <p:nvSpPr>
          <p:cNvPr id="10" name="Rectangle 9">
            <a:extLst>
              <a:ext uri="{FF2B5EF4-FFF2-40B4-BE49-F238E27FC236}">
                <a16:creationId xmlns:a16="http://schemas.microsoft.com/office/drawing/2014/main" id="{E4BA61C3-902E-683A-7DFF-1B6CD7E23F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89CBDB7-418A-6A37-AD61-C137E7CCDA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AD28C58-1516-AF04-DDF2-43A39C12C742}"/>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Ejemplo: </a:t>
            </a:r>
            <a:r>
              <a:rPr lang="es-ES" err="1">
                <a:ea typeface="+mn-lt"/>
                <a:cs typeface="+mn-lt"/>
              </a:rPr>
              <a:t>FFmpeg</a:t>
            </a:r>
            <a:endParaRPr lang="es-ES" dirty="0" err="1">
              <a:ea typeface="+mn-lt"/>
              <a:cs typeface="+mn-lt"/>
            </a:endParaRPr>
          </a:p>
          <a:p>
            <a:pPr lvl="1">
              <a:buFont typeface="Courier New" panose="020B0604020202020204" pitchFamily="34" charset="0"/>
              <a:buChar char="o"/>
            </a:pPr>
            <a:r>
              <a:rPr lang="es-ES" dirty="0">
                <a:ea typeface="+mn-lt"/>
                <a:cs typeface="+mn-lt"/>
              </a:rPr>
              <a:t># Codificación de dos pasos (VBR) para optimización</a:t>
            </a:r>
          </a:p>
          <a:p>
            <a:pPr lvl="1">
              <a:buFont typeface="Courier New" panose="020B0604020202020204" pitchFamily="34" charset="0"/>
              <a:buChar char="o"/>
            </a:pPr>
            <a:r>
              <a:rPr lang="es-ES" dirty="0">
                <a:ea typeface="+mn-lt"/>
                <a:cs typeface="+mn-lt"/>
              </a:rPr>
              <a:t># Paso 1: Análisis del video</a:t>
            </a:r>
            <a:endParaRPr lang="es-ES" dirty="0" err="1">
              <a:ea typeface="+mn-lt"/>
              <a:cs typeface="+mn-lt"/>
            </a:endParaRPr>
          </a:p>
          <a:p>
            <a:pPr marL="0" indent="0">
              <a:buNone/>
            </a:pPr>
            <a:r>
              <a:rPr lang="es-ES" b="1" err="1">
                <a:latin typeface="Consolas"/>
                <a:ea typeface="+mn-lt"/>
                <a:cs typeface="+mn-lt"/>
              </a:rPr>
              <a:t>ffmpeg</a:t>
            </a:r>
            <a:r>
              <a:rPr lang="es-ES" b="1" dirty="0">
                <a:latin typeface="Consolas"/>
                <a:ea typeface="+mn-lt"/>
                <a:cs typeface="+mn-lt"/>
              </a:rPr>
              <a:t> -i input.mp4 -</a:t>
            </a:r>
            <a:r>
              <a:rPr lang="es-ES" b="1" err="1">
                <a:latin typeface="Consolas"/>
                <a:ea typeface="+mn-lt"/>
                <a:cs typeface="+mn-lt"/>
              </a:rPr>
              <a:t>c:v</a:t>
            </a:r>
            <a:r>
              <a:rPr lang="es-ES" b="1" dirty="0">
                <a:latin typeface="Consolas"/>
                <a:ea typeface="+mn-lt"/>
                <a:cs typeface="+mn-lt"/>
              </a:rPr>
              <a:t> libx264 -</a:t>
            </a:r>
            <a:r>
              <a:rPr lang="es-ES" b="1" err="1">
                <a:latin typeface="Consolas"/>
                <a:ea typeface="+mn-lt"/>
                <a:cs typeface="+mn-lt"/>
              </a:rPr>
              <a:t>b:v</a:t>
            </a:r>
            <a:r>
              <a:rPr lang="es-ES" b="1" dirty="0">
                <a:latin typeface="Consolas"/>
                <a:ea typeface="+mn-lt"/>
                <a:cs typeface="+mn-lt"/>
              </a:rPr>
              <a:t> 1.5M -</a:t>
            </a:r>
            <a:r>
              <a:rPr lang="es-ES" b="1" err="1">
                <a:latin typeface="Consolas"/>
                <a:ea typeface="+mn-lt"/>
                <a:cs typeface="+mn-lt"/>
              </a:rPr>
              <a:t>pass</a:t>
            </a:r>
            <a:r>
              <a:rPr lang="es-ES" b="1" dirty="0">
                <a:latin typeface="Consolas"/>
                <a:ea typeface="+mn-lt"/>
                <a:cs typeface="+mn-lt"/>
              </a:rPr>
              <a:t> 1 -</a:t>
            </a:r>
            <a:r>
              <a:rPr lang="es-ES" b="1" err="1">
                <a:latin typeface="Consolas"/>
                <a:ea typeface="+mn-lt"/>
                <a:cs typeface="+mn-lt"/>
              </a:rPr>
              <a:t>an</a:t>
            </a:r>
            <a:r>
              <a:rPr lang="es-ES" b="1" dirty="0">
                <a:latin typeface="Consolas"/>
                <a:ea typeface="+mn-lt"/>
                <a:cs typeface="+mn-lt"/>
              </a:rPr>
              <a:t> -f </a:t>
            </a:r>
            <a:r>
              <a:rPr lang="es-ES" b="1" err="1">
                <a:latin typeface="Consolas"/>
                <a:ea typeface="+mn-lt"/>
                <a:cs typeface="+mn-lt"/>
              </a:rPr>
              <a:t>null</a:t>
            </a:r>
            <a:r>
              <a:rPr lang="es-ES" b="1" dirty="0">
                <a:latin typeface="Consolas"/>
                <a:ea typeface="+mn-lt"/>
                <a:cs typeface="+mn-lt"/>
              </a:rPr>
              <a:t> /</a:t>
            </a:r>
            <a:r>
              <a:rPr lang="es-ES" b="1" err="1">
                <a:latin typeface="Consolas"/>
                <a:ea typeface="+mn-lt"/>
                <a:cs typeface="+mn-lt"/>
              </a:rPr>
              <a:t>dev</a:t>
            </a:r>
            <a:r>
              <a:rPr lang="es-ES" b="1" dirty="0">
                <a:latin typeface="Consolas"/>
                <a:ea typeface="+mn-lt"/>
                <a:cs typeface="+mn-lt"/>
              </a:rPr>
              <a:t>/</a:t>
            </a:r>
            <a:r>
              <a:rPr lang="es-ES" b="1" err="1">
                <a:latin typeface="Consolas"/>
                <a:ea typeface="+mn-lt"/>
                <a:cs typeface="+mn-lt"/>
              </a:rPr>
              <a:t>null</a:t>
            </a:r>
            <a:endParaRPr lang="es-ES" b="1">
              <a:latin typeface="Consolas"/>
              <a:ea typeface="+mn-lt"/>
              <a:cs typeface="+mn-lt"/>
            </a:endParaRPr>
          </a:p>
          <a:p>
            <a:pPr lvl="1">
              <a:buFont typeface="Courier New" panose="020B0604020202020204" pitchFamily="34" charset="0"/>
              <a:buChar char="o"/>
            </a:pPr>
            <a:r>
              <a:rPr lang="es-ES" dirty="0">
                <a:ea typeface="+mn-lt"/>
                <a:cs typeface="+mn-lt"/>
              </a:rPr>
              <a:t># Paso 2: Codificación final</a:t>
            </a:r>
          </a:p>
          <a:p>
            <a:pPr marL="0" indent="0">
              <a:buNone/>
            </a:pPr>
            <a:r>
              <a:rPr lang="es-ES" b="1" dirty="0" err="1">
                <a:latin typeface="Consolas"/>
                <a:ea typeface="+mn-lt"/>
                <a:cs typeface="+mn-lt"/>
              </a:rPr>
              <a:t>ffmpeg</a:t>
            </a:r>
            <a:r>
              <a:rPr lang="es-ES" b="1" dirty="0">
                <a:latin typeface="Consolas"/>
                <a:ea typeface="+mn-lt"/>
                <a:cs typeface="+mn-lt"/>
              </a:rPr>
              <a:t> -i input.mp4 -</a:t>
            </a:r>
            <a:r>
              <a:rPr lang="es-ES" b="1" dirty="0" err="1">
                <a:latin typeface="Consolas"/>
                <a:ea typeface="+mn-lt"/>
                <a:cs typeface="+mn-lt"/>
              </a:rPr>
              <a:t>c:v</a:t>
            </a:r>
            <a:r>
              <a:rPr lang="es-ES" b="1" dirty="0">
                <a:latin typeface="Consolas"/>
                <a:ea typeface="+mn-lt"/>
                <a:cs typeface="+mn-lt"/>
              </a:rPr>
              <a:t> libx264 -</a:t>
            </a:r>
            <a:r>
              <a:rPr lang="es-ES" b="1" dirty="0" err="1">
                <a:latin typeface="Consolas"/>
                <a:ea typeface="+mn-lt"/>
                <a:cs typeface="+mn-lt"/>
              </a:rPr>
              <a:t>b:v</a:t>
            </a:r>
            <a:r>
              <a:rPr lang="es-ES" b="1" dirty="0">
                <a:latin typeface="Consolas"/>
                <a:ea typeface="+mn-lt"/>
                <a:cs typeface="+mn-lt"/>
              </a:rPr>
              <a:t> 1.5M -</a:t>
            </a:r>
            <a:r>
              <a:rPr lang="es-ES" b="1" dirty="0" err="1">
                <a:latin typeface="Consolas"/>
                <a:ea typeface="+mn-lt"/>
                <a:cs typeface="+mn-lt"/>
              </a:rPr>
              <a:t>pass</a:t>
            </a:r>
            <a:r>
              <a:rPr lang="es-ES" b="1" dirty="0">
                <a:latin typeface="Consolas"/>
                <a:ea typeface="+mn-lt"/>
                <a:cs typeface="+mn-lt"/>
              </a:rPr>
              <a:t> 2 -</a:t>
            </a:r>
            <a:r>
              <a:rPr lang="es-ES" b="1" dirty="0" err="1">
                <a:latin typeface="Consolas"/>
                <a:ea typeface="+mn-lt"/>
                <a:cs typeface="+mn-lt"/>
              </a:rPr>
              <a:t>c:a</a:t>
            </a:r>
            <a:r>
              <a:rPr lang="es-ES" b="1" dirty="0">
                <a:latin typeface="Consolas"/>
                <a:ea typeface="+mn-lt"/>
                <a:cs typeface="+mn-lt"/>
              </a:rPr>
              <a:t> </a:t>
            </a:r>
            <a:r>
              <a:rPr lang="es-ES" b="1" dirty="0" err="1">
                <a:latin typeface="Consolas"/>
                <a:ea typeface="+mn-lt"/>
                <a:cs typeface="+mn-lt"/>
              </a:rPr>
              <a:t>aac</a:t>
            </a:r>
            <a:r>
              <a:rPr lang="es-ES" b="1" dirty="0">
                <a:latin typeface="Consolas"/>
                <a:ea typeface="+mn-lt"/>
                <a:cs typeface="+mn-lt"/>
              </a:rPr>
              <a:t> -</a:t>
            </a:r>
            <a:r>
              <a:rPr lang="es-ES" b="1" dirty="0" err="1">
                <a:latin typeface="Consolas"/>
                <a:ea typeface="+mn-lt"/>
                <a:cs typeface="+mn-lt"/>
              </a:rPr>
              <a:t>b:a</a:t>
            </a:r>
            <a:r>
              <a:rPr lang="es-ES" b="1" dirty="0">
                <a:latin typeface="Consolas"/>
                <a:ea typeface="+mn-lt"/>
                <a:cs typeface="+mn-lt"/>
              </a:rPr>
              <a:t> 128k output.mp4</a:t>
            </a:r>
          </a:p>
          <a:p>
            <a:pPr lvl="2">
              <a:buFont typeface="Wingdings" panose="020B0604020202020204" pitchFamily="34" charset="0"/>
              <a:buChar char="§"/>
            </a:pPr>
            <a:r>
              <a:rPr lang="es-ES" err="1">
                <a:ea typeface="+mn-lt"/>
                <a:cs typeface="+mn-lt"/>
              </a:rPr>
              <a:t>c:v</a:t>
            </a:r>
            <a:r>
              <a:rPr lang="es-ES" dirty="0">
                <a:ea typeface="+mn-lt"/>
                <a:cs typeface="+mn-lt"/>
              </a:rPr>
              <a:t> libx264: Usa el códec H.264 para el video.</a:t>
            </a:r>
          </a:p>
          <a:p>
            <a:pPr lvl="2">
              <a:buFont typeface="Wingdings" panose="020B0604020202020204" pitchFamily="34" charset="0"/>
              <a:buChar char="§"/>
            </a:pPr>
            <a:r>
              <a:rPr lang="es-ES" dirty="0" err="1">
                <a:ea typeface="+mn-lt"/>
                <a:cs typeface="+mn-lt"/>
              </a:rPr>
              <a:t>b:v</a:t>
            </a:r>
            <a:r>
              <a:rPr lang="es-ES" dirty="0">
                <a:ea typeface="+mn-lt"/>
                <a:cs typeface="+mn-lt"/>
              </a:rPr>
              <a:t> 1.5M: Establece la tasa de bits del video a 1.5 Mbps.</a:t>
            </a:r>
          </a:p>
          <a:p>
            <a:pPr lvl="2">
              <a:buFont typeface="Wingdings" panose="020B0604020202020204" pitchFamily="34" charset="0"/>
              <a:buChar char="§"/>
            </a:pPr>
            <a:r>
              <a:rPr lang="es-ES" err="1">
                <a:ea typeface="+mn-lt"/>
                <a:cs typeface="+mn-lt"/>
              </a:rPr>
              <a:t>pass</a:t>
            </a:r>
            <a:r>
              <a:rPr lang="es-ES" dirty="0">
                <a:ea typeface="+mn-lt"/>
                <a:cs typeface="+mn-lt"/>
              </a:rPr>
              <a:t> 1 y </a:t>
            </a:r>
            <a:r>
              <a:rPr lang="es-ES" err="1">
                <a:ea typeface="+mn-lt"/>
                <a:cs typeface="+mn-lt"/>
              </a:rPr>
              <a:t>pass</a:t>
            </a:r>
            <a:r>
              <a:rPr lang="es-ES" dirty="0">
                <a:ea typeface="+mn-lt"/>
                <a:cs typeface="+mn-lt"/>
              </a:rPr>
              <a:t> 2: Indica al codificador que utilice el método de dos pasos.</a:t>
            </a:r>
          </a:p>
          <a:p>
            <a:pPr lvl="1">
              <a:buFont typeface="Courier New" panose="020B0604020202020204" pitchFamily="34" charset="0"/>
              <a:buChar char="o"/>
            </a:pPr>
            <a:endParaRPr lang="es-ES" dirty="0">
              <a:ea typeface="+mn-lt"/>
              <a:cs typeface="+mn-lt"/>
            </a:endParaRPr>
          </a:p>
        </p:txBody>
      </p:sp>
    </p:spTree>
    <p:extLst>
      <p:ext uri="{BB962C8B-B14F-4D97-AF65-F5344CB8AC3E}">
        <p14:creationId xmlns:p14="http://schemas.microsoft.com/office/powerpoint/2010/main" val="343694792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AB7865-0DC7-D4CD-2742-954B891D885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BE34FF-B7CA-507F-B748-CDA5C9474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AD2F23B-1F3F-A3C3-BF29-CB6EB279B24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3.4.3. Conversión de formatos de video</a:t>
            </a:r>
            <a:endParaRPr lang="es-ES" dirty="0"/>
          </a:p>
        </p:txBody>
      </p:sp>
      <p:sp>
        <p:nvSpPr>
          <p:cNvPr id="10" name="Rectangle 9">
            <a:extLst>
              <a:ext uri="{FF2B5EF4-FFF2-40B4-BE49-F238E27FC236}">
                <a16:creationId xmlns:a16="http://schemas.microsoft.com/office/drawing/2014/main" id="{33D9B767-7480-AF81-A73C-AD0521B09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A6D1E03-AC92-8A1F-A972-9DA9BE7813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5D7706A-AF54-BEC0-DA4D-B62526F4E7E9}"/>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La conversión de formatos de video es un proceso esencial en el desarrollo web. Permite transformar un archivo de video de un formato a otro para garantizar la compatibilidad con todos los navegadores y dispositivos, además de optimizar el tamaño y la calidad. Al igual que con el audio, la herramienta de línea de comandos </a:t>
            </a:r>
            <a:r>
              <a:rPr lang="es-ES" dirty="0" err="1">
                <a:ea typeface="+mn-lt"/>
                <a:cs typeface="+mn-lt"/>
              </a:rPr>
              <a:t>FFmpeg</a:t>
            </a:r>
            <a:r>
              <a:rPr lang="es-ES" dirty="0">
                <a:ea typeface="+mn-lt"/>
                <a:cs typeface="+mn-lt"/>
              </a:rPr>
              <a:t> es el estándar de la industria para esta tarea.</a:t>
            </a:r>
            <a:endParaRPr lang="es-ES" dirty="0"/>
          </a:p>
          <a:p>
            <a:r>
              <a:rPr lang="es-ES" dirty="0">
                <a:ea typeface="+mn-lt"/>
                <a:cs typeface="+mn-lt"/>
              </a:rPr>
              <a:t>Ejemplos prácticos de conversión:</a:t>
            </a:r>
          </a:p>
          <a:p>
            <a:r>
              <a:rPr lang="es-ES" dirty="0">
                <a:ea typeface="+mn-lt"/>
                <a:cs typeface="+mn-lt"/>
              </a:rPr>
              <a:t>Convertir de MP4 a </a:t>
            </a:r>
            <a:r>
              <a:rPr lang="es-ES" dirty="0" err="1">
                <a:ea typeface="+mn-lt"/>
                <a:cs typeface="+mn-lt"/>
              </a:rPr>
              <a:t>WebM</a:t>
            </a:r>
            <a:r>
              <a:rPr lang="es-ES" dirty="0">
                <a:ea typeface="+mn-lt"/>
                <a:cs typeface="+mn-lt"/>
              </a:rPr>
              <a:t> (con códec VP9):</a:t>
            </a:r>
            <a:endParaRPr lang="es-ES" dirty="0"/>
          </a:p>
          <a:p>
            <a:pPr marL="0" indent="0">
              <a:buNone/>
            </a:pPr>
            <a:r>
              <a:rPr lang="es-ES" b="1" dirty="0" err="1">
                <a:latin typeface="Consolas"/>
                <a:ea typeface="+mn-lt"/>
                <a:cs typeface="+mn-lt"/>
              </a:rPr>
              <a:t>ffmpeg</a:t>
            </a:r>
            <a:r>
              <a:rPr lang="es-ES" b="1" dirty="0">
                <a:latin typeface="Consolas"/>
                <a:ea typeface="+mn-lt"/>
                <a:cs typeface="+mn-lt"/>
              </a:rPr>
              <a:t> -i video.mp4 -</a:t>
            </a:r>
            <a:r>
              <a:rPr lang="es-ES" b="1" dirty="0" err="1">
                <a:latin typeface="Consolas"/>
                <a:ea typeface="+mn-lt"/>
                <a:cs typeface="+mn-lt"/>
              </a:rPr>
              <a:t>c:v</a:t>
            </a:r>
            <a:r>
              <a:rPr lang="es-ES" b="1" dirty="0">
                <a:latin typeface="Consolas"/>
                <a:ea typeface="+mn-lt"/>
                <a:cs typeface="+mn-lt"/>
              </a:rPr>
              <a:t> libvpx-vp9 -</a:t>
            </a:r>
            <a:r>
              <a:rPr lang="es-ES" b="1" dirty="0" err="1">
                <a:latin typeface="Consolas"/>
                <a:ea typeface="+mn-lt"/>
                <a:cs typeface="+mn-lt"/>
              </a:rPr>
              <a:t>b:v</a:t>
            </a:r>
            <a:r>
              <a:rPr lang="es-ES" b="1" dirty="0">
                <a:latin typeface="Consolas"/>
                <a:ea typeface="+mn-lt"/>
                <a:cs typeface="+mn-lt"/>
              </a:rPr>
              <a:t> 1M -</a:t>
            </a:r>
            <a:r>
              <a:rPr lang="es-ES" b="1" dirty="0" err="1">
                <a:latin typeface="Consolas"/>
                <a:ea typeface="+mn-lt"/>
                <a:cs typeface="+mn-lt"/>
              </a:rPr>
              <a:t>c:a</a:t>
            </a:r>
            <a:r>
              <a:rPr lang="es-ES" b="1" dirty="0">
                <a:latin typeface="Consolas"/>
                <a:ea typeface="+mn-lt"/>
                <a:cs typeface="+mn-lt"/>
              </a:rPr>
              <a:t> </a:t>
            </a:r>
            <a:r>
              <a:rPr lang="es-ES" b="1" dirty="0" err="1">
                <a:latin typeface="Consolas"/>
                <a:ea typeface="+mn-lt"/>
                <a:cs typeface="+mn-lt"/>
              </a:rPr>
              <a:t>libopus</a:t>
            </a:r>
            <a:r>
              <a:rPr lang="es-ES" b="1" dirty="0">
                <a:latin typeface="Consolas"/>
                <a:ea typeface="+mn-lt"/>
                <a:cs typeface="+mn-lt"/>
              </a:rPr>
              <a:t> </a:t>
            </a:r>
            <a:r>
              <a:rPr lang="es-ES" b="1" dirty="0" err="1">
                <a:latin typeface="Consolas"/>
                <a:ea typeface="+mn-lt"/>
                <a:cs typeface="+mn-lt"/>
              </a:rPr>
              <a:t>video.webm</a:t>
            </a:r>
            <a:endParaRPr lang="es-ES" b="1" dirty="0" err="1">
              <a:latin typeface="Consolas"/>
            </a:endParaRPr>
          </a:p>
          <a:p>
            <a:pPr lvl="1">
              <a:buFont typeface="Courier New" panose="020B0604020202020204" pitchFamily="34" charset="0"/>
              <a:buChar char="o"/>
            </a:pPr>
            <a:r>
              <a:rPr lang="es-ES" dirty="0">
                <a:ea typeface="+mn-lt"/>
                <a:cs typeface="+mn-lt"/>
              </a:rPr>
              <a:t>-i video.mp4: Especifica el archivo de entrada.</a:t>
            </a:r>
            <a:endParaRPr lang="es-ES"/>
          </a:p>
          <a:p>
            <a:pPr lvl="1">
              <a:buFont typeface="Courier New" panose="020B0604020202020204" pitchFamily="34" charset="0"/>
              <a:buChar char="o"/>
            </a:pPr>
            <a:r>
              <a:rPr lang="es-ES" dirty="0">
                <a:ea typeface="+mn-lt"/>
                <a:cs typeface="+mn-lt"/>
              </a:rPr>
              <a:t>-</a:t>
            </a:r>
            <a:r>
              <a:rPr lang="es-ES" dirty="0" err="1">
                <a:ea typeface="+mn-lt"/>
                <a:cs typeface="+mn-lt"/>
              </a:rPr>
              <a:t>c:v</a:t>
            </a:r>
            <a:r>
              <a:rPr lang="es-ES" dirty="0">
                <a:ea typeface="+mn-lt"/>
                <a:cs typeface="+mn-lt"/>
              </a:rPr>
              <a:t> libvpx-vp9: Usa el códec de video VP9.</a:t>
            </a:r>
          </a:p>
          <a:p>
            <a:pPr lvl="1">
              <a:buFont typeface="Courier New" panose="020B0604020202020204" pitchFamily="34" charset="0"/>
              <a:buChar char="o"/>
            </a:pPr>
            <a:r>
              <a:rPr lang="es-ES" dirty="0">
                <a:ea typeface="+mn-lt"/>
                <a:cs typeface="+mn-lt"/>
              </a:rPr>
              <a:t>-</a:t>
            </a:r>
            <a:r>
              <a:rPr lang="es-ES" dirty="0" err="1">
                <a:ea typeface="+mn-lt"/>
                <a:cs typeface="+mn-lt"/>
              </a:rPr>
              <a:t>b:v</a:t>
            </a:r>
            <a:r>
              <a:rPr lang="es-ES" dirty="0">
                <a:ea typeface="+mn-lt"/>
                <a:cs typeface="+mn-lt"/>
              </a:rPr>
              <a:t> 1M: Establece la tasa de bits de video en 1 Mbps.</a:t>
            </a:r>
            <a:endParaRPr lang="es-ES" dirty="0"/>
          </a:p>
          <a:p>
            <a:pPr lvl="1">
              <a:buFont typeface="Courier New" panose="020B0604020202020204" pitchFamily="34" charset="0"/>
              <a:buChar char="o"/>
            </a:pPr>
            <a:r>
              <a:rPr lang="es-ES" dirty="0">
                <a:ea typeface="+mn-lt"/>
                <a:cs typeface="+mn-lt"/>
              </a:rPr>
              <a:t>-</a:t>
            </a:r>
            <a:r>
              <a:rPr lang="es-ES" dirty="0" err="1">
                <a:ea typeface="+mn-lt"/>
                <a:cs typeface="+mn-lt"/>
              </a:rPr>
              <a:t>c:a</a:t>
            </a:r>
            <a:r>
              <a:rPr lang="es-ES" dirty="0">
                <a:ea typeface="+mn-lt"/>
                <a:cs typeface="+mn-lt"/>
              </a:rPr>
              <a:t> </a:t>
            </a:r>
            <a:r>
              <a:rPr lang="es-ES" dirty="0" err="1">
                <a:ea typeface="+mn-lt"/>
                <a:cs typeface="+mn-lt"/>
              </a:rPr>
              <a:t>libopus</a:t>
            </a:r>
            <a:r>
              <a:rPr lang="es-ES" dirty="0">
                <a:ea typeface="+mn-lt"/>
                <a:cs typeface="+mn-lt"/>
              </a:rPr>
              <a:t>: Usa el códec de audio Opus, que es el códec de audio estándar para </a:t>
            </a:r>
            <a:r>
              <a:rPr lang="es-ES" dirty="0" err="1">
                <a:ea typeface="+mn-lt"/>
                <a:cs typeface="+mn-lt"/>
              </a:rPr>
              <a:t>WebM</a:t>
            </a:r>
            <a:r>
              <a:rPr lang="es-ES" dirty="0">
                <a:ea typeface="+mn-lt"/>
                <a:cs typeface="+mn-lt"/>
              </a:rPr>
              <a:t>.</a:t>
            </a:r>
            <a:endParaRPr lang="es-ES" dirty="0"/>
          </a:p>
          <a:p>
            <a:pPr lvl="1">
              <a:buFont typeface="Courier New" panose="020B0604020202020204" pitchFamily="34" charset="0"/>
              <a:buChar char="o"/>
            </a:pPr>
            <a:r>
              <a:rPr lang="es-ES" dirty="0" err="1">
                <a:ea typeface="+mn-lt"/>
                <a:cs typeface="+mn-lt"/>
              </a:rPr>
              <a:t>video.webm</a:t>
            </a:r>
            <a:r>
              <a:rPr lang="es-ES" dirty="0">
                <a:ea typeface="+mn-lt"/>
                <a:cs typeface="+mn-lt"/>
              </a:rPr>
              <a:t>: Define el nombre del archivo de salida.</a:t>
            </a:r>
          </a:p>
        </p:txBody>
      </p:sp>
    </p:spTree>
    <p:extLst>
      <p:ext uri="{BB962C8B-B14F-4D97-AF65-F5344CB8AC3E}">
        <p14:creationId xmlns:p14="http://schemas.microsoft.com/office/powerpoint/2010/main" val="36895983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664189-95A2-6DB1-1DEC-CD5AB62D869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F3BA648-914E-D78E-9243-F2C33563F1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8625183-3129-FE9B-85E4-43A2AF3C9F7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3.4.3. Conversión de formatos de video</a:t>
            </a:r>
            <a:endParaRPr lang="es-ES" dirty="0"/>
          </a:p>
        </p:txBody>
      </p:sp>
      <p:sp>
        <p:nvSpPr>
          <p:cNvPr id="10" name="Rectangle 9">
            <a:extLst>
              <a:ext uri="{FF2B5EF4-FFF2-40B4-BE49-F238E27FC236}">
                <a16:creationId xmlns:a16="http://schemas.microsoft.com/office/drawing/2014/main" id="{DFDEDF89-7618-7195-5B20-5201A904FC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335C70B-089D-293F-E3B9-EA9808804E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EAEDE2F-EEB8-E100-4287-F2DC34076910}"/>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Convertir a MP4 (con códec H.264):</a:t>
            </a:r>
          </a:p>
          <a:p>
            <a:pPr marL="0" indent="0">
              <a:buNone/>
            </a:pPr>
            <a:r>
              <a:rPr lang="es-ES" b="1" dirty="0" err="1">
                <a:latin typeface="Consolas"/>
                <a:ea typeface="+mn-lt"/>
                <a:cs typeface="+mn-lt"/>
              </a:rPr>
              <a:t>ffmpeg</a:t>
            </a:r>
            <a:r>
              <a:rPr lang="es-ES" b="1" dirty="0">
                <a:latin typeface="Consolas"/>
                <a:ea typeface="+mn-lt"/>
                <a:cs typeface="+mn-lt"/>
              </a:rPr>
              <a:t> -i </a:t>
            </a:r>
            <a:r>
              <a:rPr lang="es-ES" b="1" dirty="0" err="1">
                <a:latin typeface="Consolas"/>
                <a:ea typeface="+mn-lt"/>
                <a:cs typeface="+mn-lt"/>
              </a:rPr>
              <a:t>video.webm</a:t>
            </a:r>
            <a:r>
              <a:rPr lang="es-ES" b="1" dirty="0">
                <a:latin typeface="Consolas"/>
                <a:ea typeface="+mn-lt"/>
                <a:cs typeface="+mn-lt"/>
              </a:rPr>
              <a:t> -</a:t>
            </a:r>
            <a:r>
              <a:rPr lang="es-ES" b="1" dirty="0" err="1">
                <a:latin typeface="Consolas"/>
                <a:ea typeface="+mn-lt"/>
                <a:cs typeface="+mn-lt"/>
              </a:rPr>
              <a:t>c:v</a:t>
            </a:r>
            <a:r>
              <a:rPr lang="es-ES" b="1" dirty="0">
                <a:latin typeface="Consolas"/>
                <a:ea typeface="+mn-lt"/>
                <a:cs typeface="+mn-lt"/>
              </a:rPr>
              <a:t> libx264 -</a:t>
            </a:r>
            <a:r>
              <a:rPr lang="es-ES" b="1" dirty="0" err="1">
                <a:latin typeface="Consolas"/>
                <a:ea typeface="+mn-lt"/>
                <a:cs typeface="+mn-lt"/>
              </a:rPr>
              <a:t>crf</a:t>
            </a:r>
            <a:r>
              <a:rPr lang="es-ES" b="1" dirty="0">
                <a:latin typeface="Consolas"/>
                <a:ea typeface="+mn-lt"/>
                <a:cs typeface="+mn-lt"/>
              </a:rPr>
              <a:t> 23 -</a:t>
            </a:r>
            <a:r>
              <a:rPr lang="es-ES" b="1" dirty="0" err="1">
                <a:latin typeface="Consolas"/>
                <a:ea typeface="+mn-lt"/>
                <a:cs typeface="+mn-lt"/>
              </a:rPr>
              <a:t>c:a</a:t>
            </a:r>
            <a:r>
              <a:rPr lang="es-ES" b="1" dirty="0">
                <a:latin typeface="Consolas"/>
                <a:ea typeface="+mn-lt"/>
                <a:cs typeface="+mn-lt"/>
              </a:rPr>
              <a:t> </a:t>
            </a:r>
            <a:r>
              <a:rPr lang="es-ES" b="1" dirty="0" err="1">
                <a:latin typeface="Consolas"/>
                <a:ea typeface="+mn-lt"/>
                <a:cs typeface="+mn-lt"/>
              </a:rPr>
              <a:t>aac</a:t>
            </a:r>
            <a:r>
              <a:rPr lang="es-ES" b="1" dirty="0">
                <a:latin typeface="Consolas"/>
                <a:ea typeface="+mn-lt"/>
                <a:cs typeface="+mn-lt"/>
              </a:rPr>
              <a:t> video.mp4</a:t>
            </a:r>
          </a:p>
          <a:p>
            <a:pPr lvl="1">
              <a:buFont typeface="Courier New" panose="020B0604020202020204" pitchFamily="34" charset="0"/>
              <a:buChar char="o"/>
            </a:pPr>
            <a:r>
              <a:rPr lang="es-ES" dirty="0">
                <a:ea typeface="+mn-lt"/>
                <a:cs typeface="+mn-lt"/>
              </a:rPr>
              <a:t>-</a:t>
            </a:r>
            <a:r>
              <a:rPr lang="es-ES" dirty="0" err="1">
                <a:ea typeface="+mn-lt"/>
                <a:cs typeface="+mn-lt"/>
              </a:rPr>
              <a:t>c:v</a:t>
            </a:r>
            <a:r>
              <a:rPr lang="es-ES" dirty="0">
                <a:ea typeface="+mn-lt"/>
                <a:cs typeface="+mn-lt"/>
              </a:rPr>
              <a:t> libx264: Usa el códec de video H.264.</a:t>
            </a:r>
          </a:p>
          <a:p>
            <a:pPr lvl="1">
              <a:buFont typeface="Courier New" panose="020B0604020202020204" pitchFamily="34" charset="0"/>
              <a:buChar char="o"/>
            </a:pPr>
            <a:r>
              <a:rPr lang="es-ES" dirty="0">
                <a:ea typeface="+mn-lt"/>
                <a:cs typeface="+mn-lt"/>
              </a:rPr>
              <a:t>-</a:t>
            </a:r>
            <a:r>
              <a:rPr lang="es-ES" dirty="0" err="1">
                <a:ea typeface="+mn-lt"/>
                <a:cs typeface="+mn-lt"/>
              </a:rPr>
              <a:t>crf</a:t>
            </a:r>
            <a:r>
              <a:rPr lang="es-ES" dirty="0">
                <a:ea typeface="+mn-lt"/>
                <a:cs typeface="+mn-lt"/>
              </a:rPr>
              <a:t> 23: El factor de tasa constante (</a:t>
            </a:r>
            <a:r>
              <a:rPr lang="es-ES" dirty="0" err="1">
                <a:ea typeface="+mn-lt"/>
                <a:cs typeface="+mn-lt"/>
              </a:rPr>
              <a:t>Constant</a:t>
            </a:r>
            <a:r>
              <a:rPr lang="es-ES" dirty="0">
                <a:ea typeface="+mn-lt"/>
                <a:cs typeface="+mn-lt"/>
              </a:rPr>
              <a:t> </a:t>
            </a:r>
            <a:r>
              <a:rPr lang="es-ES" dirty="0" err="1">
                <a:ea typeface="+mn-lt"/>
                <a:cs typeface="+mn-lt"/>
              </a:rPr>
              <a:t>Rate</a:t>
            </a:r>
            <a:r>
              <a:rPr lang="es-ES" dirty="0">
                <a:ea typeface="+mn-lt"/>
                <a:cs typeface="+mn-lt"/>
              </a:rPr>
              <a:t> Factor). CRF es una forma más simple de controlar la calidad que el </a:t>
            </a:r>
            <a:r>
              <a:rPr lang="es-ES" dirty="0" err="1">
                <a:ea typeface="+mn-lt"/>
                <a:cs typeface="+mn-lt"/>
              </a:rPr>
              <a:t>bitrate</a:t>
            </a:r>
            <a:r>
              <a:rPr lang="es-ES" dirty="0">
                <a:ea typeface="+mn-lt"/>
                <a:cs typeface="+mn-lt"/>
              </a:rPr>
              <a:t>. Un valor de 23 es un buen punto de partida para una calidad media. Los valores más bajos dan mayor calidad y archivos más grandes.</a:t>
            </a:r>
          </a:p>
          <a:p>
            <a:pPr lvl="1">
              <a:buFont typeface="Courier New" panose="020B0604020202020204" pitchFamily="34" charset="0"/>
              <a:buChar char="o"/>
            </a:pPr>
            <a:r>
              <a:rPr lang="es-ES" dirty="0">
                <a:ea typeface="+mn-lt"/>
                <a:cs typeface="+mn-lt"/>
              </a:rPr>
              <a:t>-</a:t>
            </a:r>
            <a:r>
              <a:rPr lang="es-ES" dirty="0" err="1">
                <a:ea typeface="+mn-lt"/>
                <a:cs typeface="+mn-lt"/>
              </a:rPr>
              <a:t>c:a</a:t>
            </a:r>
            <a:r>
              <a:rPr lang="es-ES" dirty="0">
                <a:ea typeface="+mn-lt"/>
                <a:cs typeface="+mn-lt"/>
              </a:rPr>
              <a:t> </a:t>
            </a:r>
            <a:r>
              <a:rPr lang="es-ES" dirty="0" err="1">
                <a:ea typeface="+mn-lt"/>
                <a:cs typeface="+mn-lt"/>
              </a:rPr>
              <a:t>aac</a:t>
            </a:r>
            <a:r>
              <a:rPr lang="es-ES" dirty="0">
                <a:ea typeface="+mn-lt"/>
                <a:cs typeface="+mn-lt"/>
              </a:rPr>
              <a:t>: Usa el códec de audio AAC, que es el códec de audio estándar para MP4.</a:t>
            </a:r>
          </a:p>
          <a:p>
            <a:r>
              <a:rPr lang="es-ES" dirty="0">
                <a:ea typeface="+mn-lt"/>
                <a:cs typeface="+mn-lt"/>
              </a:rPr>
              <a:t>Crear un gif animado de un video:</a:t>
            </a:r>
            <a:endParaRPr lang="es-ES" dirty="0"/>
          </a:p>
          <a:p>
            <a:pPr marL="0" indent="0">
              <a:buNone/>
            </a:pPr>
            <a:r>
              <a:rPr lang="es-ES" b="1" err="1">
                <a:latin typeface="Consolas"/>
                <a:ea typeface="+mn-lt"/>
                <a:cs typeface="+mn-lt"/>
              </a:rPr>
              <a:t>ffmpeg</a:t>
            </a:r>
            <a:r>
              <a:rPr lang="es-ES" b="1" dirty="0">
                <a:latin typeface="Consolas"/>
                <a:ea typeface="+mn-lt"/>
                <a:cs typeface="+mn-lt"/>
              </a:rPr>
              <a:t> -i video.mp4 -</a:t>
            </a:r>
            <a:r>
              <a:rPr lang="es-ES" b="1" err="1">
                <a:latin typeface="Consolas"/>
                <a:ea typeface="+mn-lt"/>
                <a:cs typeface="+mn-lt"/>
              </a:rPr>
              <a:t>ss</a:t>
            </a:r>
            <a:r>
              <a:rPr lang="es-ES" b="1" dirty="0">
                <a:latin typeface="Consolas"/>
                <a:ea typeface="+mn-lt"/>
                <a:cs typeface="+mn-lt"/>
              </a:rPr>
              <a:t> 00:00:05 -t 3 -</a:t>
            </a:r>
            <a:r>
              <a:rPr lang="es-ES" b="1" err="1">
                <a:latin typeface="Consolas"/>
                <a:ea typeface="+mn-lt"/>
                <a:cs typeface="+mn-lt"/>
              </a:rPr>
              <a:t>vf</a:t>
            </a:r>
            <a:r>
              <a:rPr lang="es-ES" b="1" dirty="0">
                <a:latin typeface="Consolas"/>
                <a:ea typeface="+mn-lt"/>
                <a:cs typeface="+mn-lt"/>
              </a:rPr>
              <a:t> "</a:t>
            </a:r>
            <a:r>
              <a:rPr lang="es-ES" b="1" err="1">
                <a:latin typeface="Consolas"/>
                <a:ea typeface="+mn-lt"/>
                <a:cs typeface="+mn-lt"/>
              </a:rPr>
              <a:t>fps</a:t>
            </a:r>
            <a:r>
              <a:rPr lang="es-ES" b="1" dirty="0">
                <a:latin typeface="Consolas"/>
                <a:ea typeface="+mn-lt"/>
                <a:cs typeface="+mn-lt"/>
              </a:rPr>
              <a:t>=10,scale=320:-1:flags=</a:t>
            </a:r>
            <a:r>
              <a:rPr lang="es-ES" b="1" err="1">
                <a:latin typeface="Consolas"/>
                <a:ea typeface="+mn-lt"/>
                <a:cs typeface="+mn-lt"/>
              </a:rPr>
              <a:t>lanczos</a:t>
            </a:r>
            <a:r>
              <a:rPr lang="es-ES" b="1" dirty="0">
                <a:latin typeface="Consolas"/>
                <a:ea typeface="+mn-lt"/>
                <a:cs typeface="+mn-lt"/>
              </a:rPr>
              <a:t>" video.gif</a:t>
            </a:r>
            <a:endParaRPr lang="es-ES" b="1">
              <a:latin typeface="Consolas"/>
            </a:endParaRPr>
          </a:p>
          <a:p>
            <a:pPr lvl="1">
              <a:buFont typeface="Courier New" panose="020B0604020202020204" pitchFamily="34" charset="0"/>
              <a:buChar char="o"/>
            </a:pPr>
            <a:r>
              <a:rPr lang="es-ES" dirty="0">
                <a:ea typeface="+mn-lt"/>
                <a:cs typeface="+mn-lt"/>
              </a:rPr>
              <a:t>-</a:t>
            </a:r>
            <a:r>
              <a:rPr lang="es-ES" dirty="0" err="1">
                <a:ea typeface="+mn-lt"/>
                <a:cs typeface="+mn-lt"/>
              </a:rPr>
              <a:t>ss</a:t>
            </a:r>
            <a:r>
              <a:rPr lang="es-ES" dirty="0">
                <a:ea typeface="+mn-lt"/>
                <a:cs typeface="+mn-lt"/>
              </a:rPr>
              <a:t> 00:00:05: Inicia la conversión en el segundo 5 del video.</a:t>
            </a:r>
            <a:endParaRPr lang="es-ES"/>
          </a:p>
          <a:p>
            <a:pPr lvl="1">
              <a:buFont typeface="Courier New" panose="020B0604020202020204" pitchFamily="34" charset="0"/>
              <a:buChar char="o"/>
            </a:pPr>
            <a:r>
              <a:rPr lang="es-ES" dirty="0">
                <a:ea typeface="+mn-lt"/>
                <a:cs typeface="+mn-lt"/>
              </a:rPr>
              <a:t>-t 3: Convierte solo una duración de 3 segundos.</a:t>
            </a:r>
            <a:endParaRPr lang="es-ES"/>
          </a:p>
          <a:p>
            <a:pPr lvl="1">
              <a:buFont typeface="Courier New" panose="020B0604020202020204" pitchFamily="34" charset="0"/>
              <a:buChar char="o"/>
            </a:pPr>
            <a:r>
              <a:rPr lang="es-ES" dirty="0">
                <a:ea typeface="+mn-lt"/>
                <a:cs typeface="+mn-lt"/>
              </a:rPr>
              <a:t>-</a:t>
            </a:r>
            <a:r>
              <a:rPr lang="es-ES" dirty="0" err="1">
                <a:ea typeface="+mn-lt"/>
                <a:cs typeface="+mn-lt"/>
              </a:rPr>
              <a:t>vf</a:t>
            </a:r>
            <a:r>
              <a:rPr lang="es-ES" dirty="0">
                <a:ea typeface="+mn-lt"/>
                <a:cs typeface="+mn-lt"/>
              </a:rPr>
              <a:t>: </a:t>
            </a:r>
            <a:r>
              <a:rPr lang="es-ES" dirty="0" err="1">
                <a:ea typeface="+mn-lt"/>
                <a:cs typeface="+mn-lt"/>
              </a:rPr>
              <a:t>fps</a:t>
            </a:r>
            <a:r>
              <a:rPr lang="es-ES" dirty="0">
                <a:ea typeface="+mn-lt"/>
                <a:cs typeface="+mn-lt"/>
              </a:rPr>
              <a:t>=10 establece los fotogramas por segundo a 10, y </a:t>
            </a:r>
            <a:r>
              <a:rPr lang="es-ES" dirty="0" err="1">
                <a:ea typeface="+mn-lt"/>
                <a:cs typeface="+mn-lt"/>
              </a:rPr>
              <a:t>scale</a:t>
            </a:r>
            <a:r>
              <a:rPr lang="es-ES" dirty="0">
                <a:ea typeface="+mn-lt"/>
                <a:cs typeface="+mn-lt"/>
              </a:rPr>
              <a:t>=320:-1 cambia el ancho a 320 píxeles, manteniendo la relación de aspecto.</a:t>
            </a:r>
          </a:p>
          <a:p>
            <a:endParaRPr lang="es-ES" dirty="0">
              <a:ea typeface="+mn-lt"/>
              <a:cs typeface="+mn-lt"/>
            </a:endParaRPr>
          </a:p>
        </p:txBody>
      </p:sp>
    </p:spTree>
    <p:extLst>
      <p:ext uri="{BB962C8B-B14F-4D97-AF65-F5344CB8AC3E}">
        <p14:creationId xmlns:p14="http://schemas.microsoft.com/office/powerpoint/2010/main" val="214031911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30A2E8-EDAD-90BF-D539-63E778C58E9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12E423-117F-072A-F538-D32E1E39BA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C953295-4E1C-1848-A00C-67A7AF4DCD65}"/>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3.4.4. Herramientas para manipulación de vídeo</a:t>
            </a:r>
            <a:endParaRPr lang="es-ES" dirty="0"/>
          </a:p>
        </p:txBody>
      </p:sp>
      <p:sp>
        <p:nvSpPr>
          <p:cNvPr id="10" name="Rectangle 9">
            <a:extLst>
              <a:ext uri="{FF2B5EF4-FFF2-40B4-BE49-F238E27FC236}">
                <a16:creationId xmlns:a16="http://schemas.microsoft.com/office/drawing/2014/main" id="{B290EA24-65B9-090E-9B65-64853E6DA6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AB8282-A373-9DC5-8F6D-8C730DE55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E474CE0-8D97-8A37-1CEB-F105362C734C}"/>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La manipulación de video es el proceso de editar, cortar, unir y aplicar efectos a un archivo de video. Para la web, estas tareas son esenciales para adaptar el contenido a las necesidades de la interfaz, como crear clips cortos, generar </a:t>
            </a:r>
            <a:r>
              <a:rPr lang="es-ES" dirty="0" err="1">
                <a:ea typeface="+mn-lt"/>
                <a:cs typeface="+mn-lt"/>
              </a:rPr>
              <a:t>GIFs</a:t>
            </a:r>
            <a:r>
              <a:rPr lang="es-ES" dirty="0">
                <a:ea typeface="+mn-lt"/>
                <a:cs typeface="+mn-lt"/>
              </a:rPr>
              <a:t> animados o agregar marcas de agua. Aunque existen herramientas de escritorio profesionales, las más utilizadas en el desarrollo web son de línea de comandos o de propósito específico.</a:t>
            </a:r>
            <a:endParaRPr lang="es-ES" dirty="0"/>
          </a:p>
          <a:p>
            <a:r>
              <a:rPr lang="es-ES" dirty="0" err="1">
                <a:ea typeface="+mn-lt"/>
                <a:cs typeface="+mn-lt"/>
              </a:rPr>
              <a:t>FFmpeg</a:t>
            </a:r>
            <a:r>
              <a:rPr lang="es-ES" dirty="0">
                <a:ea typeface="+mn-lt"/>
                <a:cs typeface="+mn-lt"/>
              </a:rPr>
              <a:t> es la herramienta más versátil y potente para la manipulación de video. Al ser de línea de comandos, es ideal para automatizar tareas en el servidor o en flujos de trabajo de desarrollo.</a:t>
            </a:r>
            <a:endParaRPr lang="es-ES" dirty="0"/>
          </a:p>
        </p:txBody>
      </p:sp>
    </p:spTree>
    <p:extLst>
      <p:ext uri="{BB962C8B-B14F-4D97-AF65-F5344CB8AC3E}">
        <p14:creationId xmlns:p14="http://schemas.microsoft.com/office/powerpoint/2010/main" val="202483614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15A8C6-5324-DBFB-2921-B41467A74D7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88A045-13CC-FD82-09F9-03F2D74F6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8708A6B-AF44-015F-9972-70836A25A36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3.4.4. Herramientas para manipulación de vídeo</a:t>
            </a:r>
            <a:endParaRPr lang="es-ES" dirty="0"/>
          </a:p>
        </p:txBody>
      </p:sp>
      <p:sp>
        <p:nvSpPr>
          <p:cNvPr id="10" name="Rectangle 9">
            <a:extLst>
              <a:ext uri="{FF2B5EF4-FFF2-40B4-BE49-F238E27FC236}">
                <a16:creationId xmlns:a16="http://schemas.microsoft.com/office/drawing/2014/main" id="{1A22B964-E337-ED2F-3CE1-0D497D0A03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7703816-9E1C-764D-5F51-5CBC518733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CF2B06A-EC2F-C6A4-3087-2EB734DB8D44}"/>
              </a:ext>
            </a:extLst>
          </p:cNvPr>
          <p:cNvSpPr>
            <a:spLocks noGrp="1"/>
          </p:cNvSpPr>
          <p:nvPr>
            <p:ph idx="1"/>
          </p:nvPr>
        </p:nvSpPr>
        <p:spPr>
          <a:xfrm>
            <a:off x="1587710" y="2160016"/>
            <a:ext cx="9486690" cy="3926152"/>
          </a:xfrm>
        </p:spPr>
        <p:txBody>
          <a:bodyPr vert="horz" lIns="91440" tIns="45720" rIns="91440" bIns="45720" rtlCol="0" anchor="t">
            <a:normAutofit fontScale="55000" lnSpcReduction="20000"/>
          </a:bodyPr>
          <a:lstStyle/>
          <a:p>
            <a:r>
              <a:rPr lang="es-ES" dirty="0">
                <a:ea typeface="+mn-lt"/>
                <a:cs typeface="+mn-lt"/>
              </a:rPr>
              <a:t>Ejemplos de manipulación con </a:t>
            </a:r>
            <a:r>
              <a:rPr lang="es-ES" dirty="0" err="1">
                <a:ea typeface="+mn-lt"/>
                <a:cs typeface="+mn-lt"/>
              </a:rPr>
              <a:t>FFmpeg</a:t>
            </a:r>
            <a:r>
              <a:rPr lang="es-ES" dirty="0">
                <a:ea typeface="+mn-lt"/>
                <a:cs typeface="+mn-lt"/>
              </a:rPr>
              <a:t>:</a:t>
            </a:r>
          </a:p>
          <a:p>
            <a:pPr lvl="1">
              <a:buFont typeface="Courier New" panose="020B0604020202020204" pitchFamily="34" charset="0"/>
              <a:buChar char="o"/>
            </a:pPr>
            <a:r>
              <a:rPr lang="es-ES" dirty="0">
                <a:ea typeface="+mn-lt"/>
                <a:cs typeface="+mn-lt"/>
              </a:rPr>
              <a:t>Recortar un fragmento de video: Para obtener un clip más corto de un video largo, se usan los parámetros -</a:t>
            </a:r>
            <a:r>
              <a:rPr lang="es-ES" err="1">
                <a:ea typeface="+mn-lt"/>
                <a:cs typeface="+mn-lt"/>
              </a:rPr>
              <a:t>ss</a:t>
            </a:r>
            <a:r>
              <a:rPr lang="es-ES" dirty="0">
                <a:ea typeface="+mn-lt"/>
                <a:cs typeface="+mn-lt"/>
              </a:rPr>
              <a:t> (inicio) y -t (duración).</a:t>
            </a:r>
            <a:endParaRPr lang="es-ES" dirty="0"/>
          </a:p>
          <a:p>
            <a:pPr marL="0" indent="0">
              <a:buNone/>
            </a:pPr>
            <a:r>
              <a:rPr lang="es-ES" b="1" err="1">
                <a:latin typeface="Consolas"/>
                <a:ea typeface="+mn-lt"/>
                <a:cs typeface="+mn-lt"/>
              </a:rPr>
              <a:t>ffmpeg</a:t>
            </a:r>
            <a:r>
              <a:rPr lang="es-ES" b="1" dirty="0">
                <a:latin typeface="Consolas"/>
                <a:ea typeface="+mn-lt"/>
                <a:cs typeface="+mn-lt"/>
              </a:rPr>
              <a:t> -i video-original.mp4 -</a:t>
            </a:r>
            <a:r>
              <a:rPr lang="es-ES" b="1" err="1">
                <a:latin typeface="Consolas"/>
                <a:ea typeface="+mn-lt"/>
                <a:cs typeface="+mn-lt"/>
              </a:rPr>
              <a:t>ss</a:t>
            </a:r>
            <a:r>
              <a:rPr lang="es-ES" b="1" dirty="0">
                <a:latin typeface="Consolas"/>
                <a:ea typeface="+mn-lt"/>
                <a:cs typeface="+mn-lt"/>
              </a:rPr>
              <a:t> 00:01:30 -t 00:00:15 video-recortado.mp4</a:t>
            </a:r>
            <a:endParaRPr lang="es-ES" b="1">
              <a:latin typeface="Consolas"/>
            </a:endParaRPr>
          </a:p>
          <a:p>
            <a:pPr lvl="2">
              <a:buFont typeface="Wingdings" panose="020B0604020202020204" pitchFamily="34" charset="0"/>
              <a:buChar char="§"/>
            </a:pPr>
            <a:r>
              <a:rPr lang="es-ES" dirty="0">
                <a:ea typeface="+mn-lt"/>
                <a:cs typeface="+mn-lt"/>
              </a:rPr>
              <a:t>-i: Archivo de entrada.</a:t>
            </a:r>
            <a:endParaRPr lang="es-ES"/>
          </a:p>
          <a:p>
            <a:pPr lvl="2">
              <a:buFont typeface="Wingdings" panose="020B0604020202020204" pitchFamily="34" charset="0"/>
              <a:buChar char="§"/>
            </a:pPr>
            <a:r>
              <a:rPr lang="es-ES" dirty="0">
                <a:ea typeface="+mn-lt"/>
                <a:cs typeface="+mn-lt"/>
              </a:rPr>
              <a:t>-</a:t>
            </a:r>
            <a:r>
              <a:rPr lang="es-ES" err="1">
                <a:ea typeface="+mn-lt"/>
                <a:cs typeface="+mn-lt"/>
              </a:rPr>
              <a:t>ss</a:t>
            </a:r>
            <a:r>
              <a:rPr lang="es-ES" dirty="0">
                <a:ea typeface="+mn-lt"/>
                <a:cs typeface="+mn-lt"/>
              </a:rPr>
              <a:t>: Punto de inicio del recorte (en este caso, 1 minuto y 30 segundos).</a:t>
            </a:r>
            <a:endParaRPr lang="es-ES"/>
          </a:p>
          <a:p>
            <a:pPr lvl="2">
              <a:buFont typeface="Wingdings" panose="020B0604020202020204" pitchFamily="34" charset="0"/>
              <a:buChar char="§"/>
            </a:pPr>
            <a:r>
              <a:rPr lang="es-ES" dirty="0">
                <a:ea typeface="+mn-lt"/>
                <a:cs typeface="+mn-lt"/>
              </a:rPr>
              <a:t>-t: Duración del clip resultante (15 segundos).</a:t>
            </a:r>
            <a:endParaRPr lang="es-ES"/>
          </a:p>
          <a:p>
            <a:pPr lvl="1">
              <a:buFont typeface="Courier New" panose="020B0604020202020204" pitchFamily="34" charset="0"/>
              <a:buChar char="o"/>
            </a:pPr>
            <a:r>
              <a:rPr lang="es-ES" dirty="0">
                <a:ea typeface="+mn-lt"/>
                <a:cs typeface="+mn-lt"/>
              </a:rPr>
              <a:t>Añadir una marca de agua (</a:t>
            </a:r>
            <a:r>
              <a:rPr lang="es-ES" err="1">
                <a:ea typeface="+mn-lt"/>
                <a:cs typeface="+mn-lt"/>
              </a:rPr>
              <a:t>overlay</a:t>
            </a:r>
            <a:r>
              <a:rPr lang="es-ES" dirty="0">
                <a:ea typeface="+mn-lt"/>
                <a:cs typeface="+mn-lt"/>
              </a:rPr>
              <a:t>): Puedes superponer una imagen (como un logo) sobre el video.</a:t>
            </a:r>
            <a:endParaRPr lang="es-ES"/>
          </a:p>
          <a:p>
            <a:pPr marL="0" indent="0">
              <a:buNone/>
            </a:pPr>
            <a:r>
              <a:rPr lang="es-ES" b="1" err="1">
                <a:latin typeface="Consolas"/>
                <a:ea typeface="+mn-lt"/>
                <a:cs typeface="+mn-lt"/>
              </a:rPr>
              <a:t>ffmpeg</a:t>
            </a:r>
            <a:r>
              <a:rPr lang="es-ES" b="1" dirty="0">
                <a:latin typeface="Consolas"/>
                <a:ea typeface="+mn-lt"/>
                <a:cs typeface="+mn-lt"/>
              </a:rPr>
              <a:t> -i video.mp4 -i logo.png -</a:t>
            </a:r>
            <a:r>
              <a:rPr lang="es-ES" b="1" err="1">
                <a:latin typeface="Consolas"/>
                <a:ea typeface="+mn-lt"/>
                <a:cs typeface="+mn-lt"/>
              </a:rPr>
              <a:t>filter_complex</a:t>
            </a:r>
            <a:r>
              <a:rPr lang="es-ES" b="1" dirty="0">
                <a:latin typeface="Consolas"/>
                <a:ea typeface="+mn-lt"/>
                <a:cs typeface="+mn-lt"/>
              </a:rPr>
              <a:t> "</a:t>
            </a:r>
            <a:r>
              <a:rPr lang="es-ES" b="1" err="1">
                <a:latin typeface="Consolas"/>
                <a:ea typeface="+mn-lt"/>
                <a:cs typeface="+mn-lt"/>
              </a:rPr>
              <a:t>overlay</a:t>
            </a:r>
            <a:r>
              <a:rPr lang="es-ES" b="1" dirty="0">
                <a:latin typeface="Consolas"/>
                <a:ea typeface="+mn-lt"/>
                <a:cs typeface="+mn-lt"/>
              </a:rPr>
              <a:t>=10:10" video-con-marca.mp4</a:t>
            </a:r>
            <a:endParaRPr lang="es-ES" b="1">
              <a:latin typeface="Consolas"/>
            </a:endParaRPr>
          </a:p>
          <a:p>
            <a:pPr lvl="2">
              <a:buFont typeface="Wingdings" panose="020B0604020202020204" pitchFamily="34" charset="0"/>
              <a:buChar char="§"/>
            </a:pPr>
            <a:r>
              <a:rPr lang="es-ES" err="1">
                <a:ea typeface="+mn-lt"/>
                <a:cs typeface="+mn-lt"/>
              </a:rPr>
              <a:t>overlay</a:t>
            </a:r>
            <a:r>
              <a:rPr lang="es-ES" dirty="0">
                <a:ea typeface="+mn-lt"/>
                <a:cs typeface="+mn-lt"/>
              </a:rPr>
              <a:t>=10:10: Coloca la imagen de la marca de agua a 10 píxeles del borde superior y 10 del borde izquierdo.</a:t>
            </a:r>
          </a:p>
          <a:p>
            <a:pPr lvl="1">
              <a:buFont typeface="Courier New" panose="020B0604020202020204" pitchFamily="34" charset="0"/>
              <a:buChar char="o"/>
            </a:pPr>
            <a:r>
              <a:rPr lang="es-ES" dirty="0">
                <a:ea typeface="+mn-lt"/>
                <a:cs typeface="+mn-lt"/>
              </a:rPr>
              <a:t>Silenciar el audio de un video:</a:t>
            </a:r>
            <a:endParaRPr lang="es-ES"/>
          </a:p>
          <a:p>
            <a:pPr marL="0" indent="0">
              <a:buNone/>
            </a:pPr>
            <a:r>
              <a:rPr lang="es-ES" b="1" err="1">
                <a:latin typeface="Consolas"/>
                <a:ea typeface="+mn-lt"/>
                <a:cs typeface="+mn-lt"/>
              </a:rPr>
              <a:t>ffmpeg</a:t>
            </a:r>
            <a:r>
              <a:rPr lang="es-ES" b="1" dirty="0">
                <a:latin typeface="Consolas"/>
                <a:ea typeface="+mn-lt"/>
                <a:cs typeface="+mn-lt"/>
              </a:rPr>
              <a:t> -i video-con-audio.mp4 -c </a:t>
            </a:r>
            <a:r>
              <a:rPr lang="es-ES" b="1" err="1">
                <a:latin typeface="Consolas"/>
                <a:ea typeface="+mn-lt"/>
                <a:cs typeface="+mn-lt"/>
              </a:rPr>
              <a:t>copy</a:t>
            </a:r>
            <a:r>
              <a:rPr lang="es-ES" b="1" dirty="0">
                <a:latin typeface="Consolas"/>
                <a:ea typeface="+mn-lt"/>
                <a:cs typeface="+mn-lt"/>
              </a:rPr>
              <a:t> -</a:t>
            </a:r>
            <a:r>
              <a:rPr lang="es-ES" b="1" err="1">
                <a:latin typeface="Consolas"/>
                <a:ea typeface="+mn-lt"/>
                <a:cs typeface="+mn-lt"/>
              </a:rPr>
              <a:t>an</a:t>
            </a:r>
            <a:r>
              <a:rPr lang="es-ES" b="1" dirty="0">
                <a:latin typeface="Consolas"/>
                <a:ea typeface="+mn-lt"/>
                <a:cs typeface="+mn-lt"/>
              </a:rPr>
              <a:t> video-sin-audio.mp4</a:t>
            </a:r>
            <a:endParaRPr lang="es-ES" b="1">
              <a:latin typeface="Consolas"/>
            </a:endParaRPr>
          </a:p>
          <a:p>
            <a:pPr lvl="2">
              <a:buFont typeface="Wingdings" panose="020B0604020202020204" pitchFamily="34" charset="0"/>
              <a:buChar char="§"/>
            </a:pPr>
            <a:r>
              <a:rPr lang="es-ES" dirty="0">
                <a:ea typeface="+mn-lt"/>
                <a:cs typeface="+mn-lt"/>
              </a:rPr>
              <a:t>-c </a:t>
            </a:r>
            <a:r>
              <a:rPr lang="es-ES" dirty="0" err="1">
                <a:ea typeface="+mn-lt"/>
                <a:cs typeface="+mn-lt"/>
              </a:rPr>
              <a:t>copy</a:t>
            </a:r>
            <a:r>
              <a:rPr lang="es-ES" dirty="0">
                <a:ea typeface="+mn-lt"/>
                <a:cs typeface="+mn-lt"/>
              </a:rPr>
              <a:t>: Copia el video sin recodificar.</a:t>
            </a:r>
          </a:p>
          <a:p>
            <a:pPr lvl="2">
              <a:buFont typeface="Wingdings" panose="020B0604020202020204" pitchFamily="34" charset="0"/>
              <a:buChar char="§"/>
            </a:pPr>
            <a:r>
              <a:rPr lang="es-ES" dirty="0">
                <a:ea typeface="+mn-lt"/>
                <a:cs typeface="+mn-lt"/>
              </a:rPr>
              <a:t>-</a:t>
            </a:r>
            <a:r>
              <a:rPr lang="es-ES" err="1">
                <a:ea typeface="+mn-lt"/>
                <a:cs typeface="+mn-lt"/>
              </a:rPr>
              <a:t>an</a:t>
            </a:r>
            <a:r>
              <a:rPr lang="es-ES" dirty="0">
                <a:ea typeface="+mn-lt"/>
                <a:cs typeface="+mn-lt"/>
              </a:rPr>
              <a:t>: Elimina la pista de audio. Esto es muy útil para videos de fondo que no necesitan sonido.</a:t>
            </a:r>
            <a:endParaRPr lang="es-ES"/>
          </a:p>
          <a:p>
            <a:pPr lvl="1">
              <a:buFont typeface="Courier New" panose="020B0604020202020204" pitchFamily="34" charset="0"/>
              <a:buChar char="o"/>
            </a:pPr>
            <a:r>
              <a:rPr lang="es-ES" dirty="0">
                <a:ea typeface="+mn-lt"/>
                <a:cs typeface="+mn-lt"/>
              </a:rPr>
              <a:t>Cambiar la velocidad de reproducción:</a:t>
            </a:r>
            <a:endParaRPr lang="es-ES"/>
          </a:p>
          <a:p>
            <a:pPr marL="0" indent="0">
              <a:buNone/>
            </a:pPr>
            <a:r>
              <a:rPr lang="es-ES" b="1" err="1">
                <a:latin typeface="Consolas"/>
                <a:ea typeface="+mn-lt"/>
                <a:cs typeface="+mn-lt"/>
              </a:rPr>
              <a:t>ffmpeg</a:t>
            </a:r>
            <a:r>
              <a:rPr lang="es-ES" b="1" dirty="0">
                <a:latin typeface="Consolas"/>
                <a:ea typeface="+mn-lt"/>
                <a:cs typeface="+mn-lt"/>
              </a:rPr>
              <a:t> -i video.mp4 -</a:t>
            </a:r>
            <a:r>
              <a:rPr lang="es-ES" b="1" err="1">
                <a:latin typeface="Consolas"/>
                <a:ea typeface="+mn-lt"/>
                <a:cs typeface="+mn-lt"/>
              </a:rPr>
              <a:t>filter:v</a:t>
            </a:r>
            <a:r>
              <a:rPr lang="es-ES" b="1" dirty="0">
                <a:latin typeface="Consolas"/>
                <a:ea typeface="+mn-lt"/>
                <a:cs typeface="+mn-lt"/>
              </a:rPr>
              <a:t> "</a:t>
            </a:r>
            <a:r>
              <a:rPr lang="es-ES" b="1" err="1">
                <a:latin typeface="Consolas"/>
                <a:ea typeface="+mn-lt"/>
                <a:cs typeface="+mn-lt"/>
              </a:rPr>
              <a:t>setpts</a:t>
            </a:r>
            <a:r>
              <a:rPr lang="es-ES" b="1" dirty="0">
                <a:latin typeface="Consolas"/>
                <a:ea typeface="+mn-lt"/>
                <a:cs typeface="+mn-lt"/>
              </a:rPr>
              <a:t>=0.5*PTS" video-acelerado.mp4</a:t>
            </a:r>
            <a:endParaRPr lang="es-ES" b="1">
              <a:latin typeface="Consolas"/>
            </a:endParaRPr>
          </a:p>
          <a:p>
            <a:pPr lvl="2">
              <a:buFont typeface="Wingdings" panose="020B0604020202020204" pitchFamily="34" charset="0"/>
              <a:buChar char="§"/>
            </a:pPr>
            <a:r>
              <a:rPr lang="es-ES" dirty="0" err="1">
                <a:ea typeface="+mn-lt"/>
                <a:cs typeface="+mn-lt"/>
              </a:rPr>
              <a:t>setpts</a:t>
            </a:r>
            <a:r>
              <a:rPr lang="es-ES" dirty="0">
                <a:ea typeface="+mn-lt"/>
                <a:cs typeface="+mn-lt"/>
              </a:rPr>
              <a:t>=0.5*PTS: Acelera la reproducción al doble (0.5). Para ir a la mitad de velocidad, usa 2*PTS.</a:t>
            </a:r>
          </a:p>
          <a:p>
            <a:endParaRPr lang="es-ES" dirty="0"/>
          </a:p>
        </p:txBody>
      </p:sp>
    </p:spTree>
    <p:extLst>
      <p:ext uri="{BB962C8B-B14F-4D97-AF65-F5344CB8AC3E}">
        <p14:creationId xmlns:p14="http://schemas.microsoft.com/office/powerpoint/2010/main" val="252113703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46ED87-300E-3241-EED1-E22D460F488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BF2C305-CD5A-BC6B-B7EB-7FCE2F2309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189099A-A533-C21E-45EE-EABC0F960A2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3.4.4. Herramientas para manipulación de vídeo</a:t>
            </a:r>
            <a:endParaRPr lang="es-ES" dirty="0"/>
          </a:p>
        </p:txBody>
      </p:sp>
      <p:sp>
        <p:nvSpPr>
          <p:cNvPr id="10" name="Rectangle 9">
            <a:extLst>
              <a:ext uri="{FF2B5EF4-FFF2-40B4-BE49-F238E27FC236}">
                <a16:creationId xmlns:a16="http://schemas.microsoft.com/office/drawing/2014/main" id="{B37D9BD5-432F-D875-11A5-7F4B448211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DBADC47-E63B-25C9-3710-22C3959175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F23148D-6481-C2EE-C1A4-E0C853570348}"/>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Herramientas de propósito específico</a:t>
            </a:r>
            <a:endParaRPr lang="es-ES"/>
          </a:p>
          <a:p>
            <a:pPr lvl="1">
              <a:buFont typeface="Courier New" panose="020B0604020202020204" pitchFamily="34" charset="0"/>
              <a:buChar char="o"/>
            </a:pPr>
            <a:r>
              <a:rPr lang="es-ES" err="1">
                <a:ea typeface="+mn-lt"/>
                <a:cs typeface="+mn-lt"/>
              </a:rPr>
              <a:t>Giphy</a:t>
            </a:r>
            <a:r>
              <a:rPr lang="es-ES" dirty="0">
                <a:ea typeface="+mn-lt"/>
                <a:cs typeface="+mn-lt"/>
              </a:rPr>
              <a:t>, </a:t>
            </a:r>
            <a:r>
              <a:rPr lang="es-ES" err="1">
                <a:ea typeface="+mn-lt"/>
                <a:cs typeface="+mn-lt"/>
              </a:rPr>
              <a:t>Ezgif</a:t>
            </a:r>
            <a:r>
              <a:rPr lang="es-ES" dirty="0">
                <a:ea typeface="+mn-lt"/>
                <a:cs typeface="+mn-lt"/>
              </a:rPr>
              <a:t> o </a:t>
            </a:r>
            <a:r>
              <a:rPr lang="es-ES" err="1">
                <a:ea typeface="+mn-lt"/>
                <a:cs typeface="+mn-lt"/>
              </a:rPr>
              <a:t>Canva</a:t>
            </a:r>
            <a:r>
              <a:rPr lang="es-ES" dirty="0">
                <a:ea typeface="+mn-lt"/>
                <a:cs typeface="+mn-lt"/>
              </a:rPr>
              <a:t>: Herramientas online que permiten crear </a:t>
            </a:r>
            <a:r>
              <a:rPr lang="es-ES" err="1">
                <a:ea typeface="+mn-lt"/>
                <a:cs typeface="+mn-lt"/>
              </a:rPr>
              <a:t>GIFs</a:t>
            </a:r>
            <a:r>
              <a:rPr lang="es-ES" dirty="0">
                <a:ea typeface="+mn-lt"/>
                <a:cs typeface="+mn-lt"/>
              </a:rPr>
              <a:t> a partir de videos, una tarea común para redes sociales o para mostrar animaciones cortas en la web.</a:t>
            </a:r>
          </a:p>
          <a:p>
            <a:pPr lvl="1">
              <a:buFont typeface="Courier New" panose="020B0604020202020204" pitchFamily="34" charset="0"/>
              <a:buChar char="o"/>
            </a:pPr>
            <a:r>
              <a:rPr lang="es-ES" dirty="0">
                <a:ea typeface="+mn-lt"/>
                <a:cs typeface="+mn-lt"/>
              </a:rPr>
              <a:t>Adobe </a:t>
            </a:r>
            <a:r>
              <a:rPr lang="es-ES" dirty="0" err="1">
                <a:ea typeface="+mn-lt"/>
                <a:cs typeface="+mn-lt"/>
              </a:rPr>
              <a:t>Premiere</a:t>
            </a:r>
            <a:r>
              <a:rPr lang="es-ES" dirty="0">
                <a:ea typeface="+mn-lt"/>
                <a:cs typeface="+mn-lt"/>
              </a:rPr>
              <a:t> Pro, Final </a:t>
            </a:r>
            <a:r>
              <a:rPr lang="es-ES" dirty="0" err="1">
                <a:ea typeface="+mn-lt"/>
                <a:cs typeface="+mn-lt"/>
              </a:rPr>
              <a:t>Cut</a:t>
            </a:r>
            <a:r>
              <a:rPr lang="es-ES" dirty="0">
                <a:ea typeface="+mn-lt"/>
                <a:cs typeface="+mn-lt"/>
              </a:rPr>
              <a:t> Pro o </a:t>
            </a:r>
            <a:r>
              <a:rPr lang="es-ES" dirty="0" err="1">
                <a:ea typeface="+mn-lt"/>
                <a:cs typeface="+mn-lt"/>
              </a:rPr>
              <a:t>DaVinci</a:t>
            </a:r>
            <a:r>
              <a:rPr lang="es-ES" dirty="0">
                <a:ea typeface="+mn-lt"/>
                <a:cs typeface="+mn-lt"/>
              </a:rPr>
              <a:t> </a:t>
            </a:r>
            <a:r>
              <a:rPr lang="es-ES" dirty="0" err="1">
                <a:ea typeface="+mn-lt"/>
                <a:cs typeface="+mn-lt"/>
              </a:rPr>
              <a:t>Resolve</a:t>
            </a:r>
            <a:r>
              <a:rPr lang="es-ES" dirty="0">
                <a:ea typeface="+mn-lt"/>
                <a:cs typeface="+mn-lt"/>
              </a:rPr>
              <a:t>: Son editores de video profesionales. Aunque no son herramientas web, se utilizan para la creación del video original antes de ser optimizado con </a:t>
            </a:r>
            <a:r>
              <a:rPr lang="es-ES" dirty="0" err="1">
                <a:ea typeface="+mn-lt"/>
                <a:cs typeface="+mn-lt"/>
              </a:rPr>
              <a:t>FFmpeg</a:t>
            </a:r>
            <a:r>
              <a:rPr lang="es-ES" dirty="0">
                <a:ea typeface="+mn-lt"/>
                <a:cs typeface="+mn-lt"/>
              </a:rPr>
              <a:t>.</a:t>
            </a:r>
          </a:p>
          <a:p>
            <a:endParaRPr lang="es-ES" dirty="0">
              <a:ea typeface="+mn-lt"/>
              <a:cs typeface="+mn-lt"/>
            </a:endParaRPr>
          </a:p>
        </p:txBody>
      </p:sp>
    </p:spTree>
    <p:extLst>
      <p:ext uri="{BB962C8B-B14F-4D97-AF65-F5344CB8AC3E}">
        <p14:creationId xmlns:p14="http://schemas.microsoft.com/office/powerpoint/2010/main" val="102239898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84B5BB-E633-8C5A-2477-7FCB3C2E8CD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A894932-3343-3049-9465-2299FEEC1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040AFA1-0AEF-7240-73F5-9266C0B940DA}"/>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3.4.5. Integración de video en la web: la etiqueta &lt;video&gt; de HTML5</a:t>
            </a:r>
            <a:endParaRPr lang="es-ES" dirty="0"/>
          </a:p>
        </p:txBody>
      </p:sp>
      <p:sp>
        <p:nvSpPr>
          <p:cNvPr id="10" name="Rectangle 9">
            <a:extLst>
              <a:ext uri="{FF2B5EF4-FFF2-40B4-BE49-F238E27FC236}">
                <a16:creationId xmlns:a16="http://schemas.microsoft.com/office/drawing/2014/main" id="{6F5DBDB8-85B4-8D50-464E-87A17B901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8A146F6-A8F7-E06D-587B-D0D07BADA5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E0786E7-4263-9B3A-5153-7B078F952BBB}"/>
              </a:ext>
            </a:extLst>
          </p:cNvPr>
          <p:cNvSpPr>
            <a:spLocks noGrp="1"/>
          </p:cNvSpPr>
          <p:nvPr>
            <p:ph idx="1"/>
          </p:nvPr>
        </p:nvSpPr>
        <p:spPr>
          <a:xfrm>
            <a:off x="1587710" y="2160016"/>
            <a:ext cx="9486690" cy="3926152"/>
          </a:xfrm>
        </p:spPr>
        <p:txBody>
          <a:bodyPr vert="horz" lIns="91440" tIns="45720" rIns="91440" bIns="45720" rtlCol="0" anchor="t">
            <a:normAutofit fontScale="55000" lnSpcReduction="20000"/>
          </a:bodyPr>
          <a:lstStyle/>
          <a:p>
            <a:r>
              <a:rPr lang="es-ES" dirty="0">
                <a:ea typeface="+mn-lt"/>
                <a:cs typeface="+mn-lt"/>
              </a:rPr>
              <a:t>La etiqueta &lt;video&gt; de HTML5 es la forma estándar de incrustar contenido de video en una página web. Al igual que con &lt;audio&gt;, eliminó la dependencia de </a:t>
            </a:r>
            <a:r>
              <a:rPr lang="es-ES" dirty="0" err="1">
                <a:ea typeface="+mn-lt"/>
                <a:cs typeface="+mn-lt"/>
              </a:rPr>
              <a:t>plugins</a:t>
            </a:r>
            <a:r>
              <a:rPr lang="es-ES" dirty="0">
                <a:ea typeface="+mn-lt"/>
                <a:cs typeface="+mn-lt"/>
              </a:rPr>
              <a:t> de terceros y le dio a los desarrolladores un control total sobre la reproducción y apariencia del video. La forma más sencilla de usar la etiqueta &lt;video&gt; es especificando la ruta al archivo de video. Para garantizar una amplia compatibilidad, es crucial incluir múltiples fuentes (&lt;</a:t>
            </a:r>
            <a:r>
              <a:rPr lang="es-ES" dirty="0" err="1">
                <a:ea typeface="+mn-lt"/>
                <a:cs typeface="+mn-lt"/>
              </a:rPr>
              <a:t>source</a:t>
            </a:r>
            <a:r>
              <a:rPr lang="es-ES" dirty="0">
                <a:ea typeface="+mn-lt"/>
                <a:cs typeface="+mn-lt"/>
              </a:rPr>
              <a:t>&gt;) con diferentes formatos.</a:t>
            </a:r>
            <a:endParaRPr lang="es-ES" dirty="0"/>
          </a:p>
          <a:p>
            <a:r>
              <a:rPr lang="es-ES" dirty="0">
                <a:ea typeface="+mn-lt"/>
                <a:cs typeface="+mn-lt"/>
              </a:rPr>
              <a:t>Sintaxis básica:</a:t>
            </a:r>
            <a:endParaRPr lang="es-ES" dirty="0"/>
          </a:p>
          <a:p>
            <a:r>
              <a:rPr lang="es-ES" b="1" dirty="0">
                <a:latin typeface="Consolas"/>
                <a:ea typeface="+mn-lt"/>
                <a:cs typeface="+mn-lt"/>
              </a:rPr>
              <a:t>&lt;video </a:t>
            </a:r>
            <a:r>
              <a:rPr lang="es-ES" b="1" dirty="0" err="1">
                <a:latin typeface="Consolas"/>
                <a:ea typeface="+mn-lt"/>
                <a:cs typeface="+mn-lt"/>
              </a:rPr>
              <a:t>src</a:t>
            </a:r>
            <a:r>
              <a:rPr lang="es-ES" b="1" dirty="0">
                <a:latin typeface="Consolas"/>
                <a:ea typeface="+mn-lt"/>
                <a:cs typeface="+mn-lt"/>
              </a:rPr>
              <a:t>="video/mi-video.mp4" </a:t>
            </a:r>
            <a:r>
              <a:rPr lang="es-ES" b="1" dirty="0" err="1">
                <a:latin typeface="Consolas"/>
                <a:ea typeface="+mn-lt"/>
                <a:cs typeface="+mn-lt"/>
              </a:rPr>
              <a:t>controls</a:t>
            </a:r>
            <a:r>
              <a:rPr lang="es-ES" b="1" dirty="0">
                <a:latin typeface="Consolas"/>
                <a:ea typeface="+mn-lt"/>
                <a:cs typeface="+mn-lt"/>
              </a:rPr>
              <a:t>&gt;&lt;/video&gt;</a:t>
            </a:r>
            <a:endParaRPr lang="es-ES" b="1" dirty="0">
              <a:latin typeface="Consolas"/>
            </a:endParaRPr>
          </a:p>
          <a:p>
            <a:pPr lvl="1">
              <a:buFont typeface="Courier New" panose="020B0604020202020204" pitchFamily="34" charset="0"/>
              <a:buChar char="o"/>
            </a:pPr>
            <a:r>
              <a:rPr lang="es-ES" dirty="0" err="1">
                <a:ea typeface="+mn-lt"/>
                <a:cs typeface="+mn-lt"/>
              </a:rPr>
              <a:t>src</a:t>
            </a:r>
            <a:r>
              <a:rPr lang="es-ES" dirty="0">
                <a:ea typeface="+mn-lt"/>
                <a:cs typeface="+mn-lt"/>
              </a:rPr>
              <a:t>: La ruta al archivo de video.</a:t>
            </a:r>
            <a:endParaRPr lang="es-ES" dirty="0"/>
          </a:p>
          <a:p>
            <a:pPr lvl="1">
              <a:buFont typeface="Courier New" panose="020B0604020202020204" pitchFamily="34" charset="0"/>
              <a:buChar char="o"/>
            </a:pPr>
            <a:r>
              <a:rPr lang="es-ES" dirty="0" err="1">
                <a:ea typeface="+mn-lt"/>
                <a:cs typeface="+mn-lt"/>
              </a:rPr>
              <a:t>controls</a:t>
            </a:r>
            <a:r>
              <a:rPr lang="es-ES" dirty="0">
                <a:ea typeface="+mn-lt"/>
                <a:cs typeface="+mn-lt"/>
              </a:rPr>
              <a:t>: Muestra los controles nativos del navegador (reproducir, pausar, volumen, etc.).</a:t>
            </a:r>
            <a:endParaRPr lang="es-ES" dirty="0"/>
          </a:p>
          <a:p>
            <a:r>
              <a:rPr lang="es-ES" dirty="0">
                <a:ea typeface="+mn-lt"/>
                <a:cs typeface="+mn-lt"/>
              </a:rPr>
              <a:t>Sintaxis recomendada con múltiples formatos:</a:t>
            </a:r>
            <a:endParaRPr lang="es-ES" dirty="0"/>
          </a:p>
          <a:p>
            <a:r>
              <a:rPr lang="es-ES" b="1" dirty="0">
                <a:latin typeface="Consolas"/>
                <a:ea typeface="+mn-lt"/>
                <a:cs typeface="+mn-lt"/>
              </a:rPr>
              <a:t>&lt;video </a:t>
            </a:r>
            <a:r>
              <a:rPr lang="es-ES" b="1" dirty="0" err="1">
                <a:latin typeface="Consolas"/>
                <a:ea typeface="+mn-lt"/>
                <a:cs typeface="+mn-lt"/>
              </a:rPr>
              <a:t>width</a:t>
            </a:r>
            <a:r>
              <a:rPr lang="es-ES" b="1" dirty="0">
                <a:latin typeface="Consolas"/>
                <a:ea typeface="+mn-lt"/>
                <a:cs typeface="+mn-lt"/>
              </a:rPr>
              <a:t>="640" </a:t>
            </a:r>
            <a:r>
              <a:rPr lang="es-ES" b="1" dirty="0" err="1">
                <a:latin typeface="Consolas"/>
                <a:ea typeface="+mn-lt"/>
                <a:cs typeface="+mn-lt"/>
              </a:rPr>
              <a:t>height</a:t>
            </a:r>
            <a:r>
              <a:rPr lang="es-ES" b="1" dirty="0">
                <a:latin typeface="Consolas"/>
                <a:ea typeface="+mn-lt"/>
                <a:cs typeface="+mn-lt"/>
              </a:rPr>
              <a:t>="360" </a:t>
            </a:r>
            <a:r>
              <a:rPr lang="es-ES" b="1" dirty="0" err="1">
                <a:latin typeface="Consolas"/>
                <a:ea typeface="+mn-lt"/>
                <a:cs typeface="+mn-lt"/>
              </a:rPr>
              <a:t>controls</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dirty="0" err="1">
                <a:latin typeface="Consolas"/>
                <a:ea typeface="+mn-lt"/>
                <a:cs typeface="+mn-lt"/>
              </a:rPr>
              <a:t>source</a:t>
            </a:r>
            <a:r>
              <a:rPr lang="es-ES" b="1" dirty="0">
                <a:latin typeface="Consolas"/>
                <a:ea typeface="+mn-lt"/>
                <a:cs typeface="+mn-lt"/>
              </a:rPr>
              <a:t> </a:t>
            </a:r>
            <a:r>
              <a:rPr lang="es-ES" b="1" dirty="0" err="1">
                <a:latin typeface="Consolas"/>
                <a:ea typeface="+mn-lt"/>
                <a:cs typeface="+mn-lt"/>
              </a:rPr>
              <a:t>src</a:t>
            </a:r>
            <a:r>
              <a:rPr lang="es-ES" b="1" dirty="0">
                <a:latin typeface="Consolas"/>
                <a:ea typeface="+mn-lt"/>
                <a:cs typeface="+mn-lt"/>
              </a:rPr>
              <a:t>="video/mi-</a:t>
            </a:r>
            <a:r>
              <a:rPr lang="es-ES" b="1" dirty="0" err="1">
                <a:latin typeface="Consolas"/>
                <a:ea typeface="+mn-lt"/>
                <a:cs typeface="+mn-lt"/>
              </a:rPr>
              <a:t>video.webm</a:t>
            </a:r>
            <a:r>
              <a:rPr lang="es-ES" b="1" dirty="0">
                <a:latin typeface="Consolas"/>
                <a:ea typeface="+mn-lt"/>
                <a:cs typeface="+mn-lt"/>
              </a:rPr>
              <a:t>" </a:t>
            </a:r>
            <a:r>
              <a:rPr lang="es-ES" b="1" dirty="0" err="1">
                <a:latin typeface="Consolas"/>
                <a:ea typeface="+mn-lt"/>
                <a:cs typeface="+mn-lt"/>
              </a:rPr>
              <a:t>type</a:t>
            </a:r>
            <a:r>
              <a:rPr lang="es-ES" b="1" dirty="0">
                <a:latin typeface="Consolas"/>
                <a:ea typeface="+mn-lt"/>
                <a:cs typeface="+mn-lt"/>
              </a:rPr>
              <a:t>="video/</a:t>
            </a:r>
            <a:r>
              <a:rPr lang="es-ES" b="1" dirty="0" err="1">
                <a:latin typeface="Consolas"/>
                <a:ea typeface="+mn-lt"/>
                <a:cs typeface="+mn-lt"/>
              </a:rPr>
              <a:t>webm</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dirty="0" err="1">
                <a:latin typeface="Consolas"/>
                <a:ea typeface="+mn-lt"/>
                <a:cs typeface="+mn-lt"/>
              </a:rPr>
              <a:t>source</a:t>
            </a:r>
            <a:r>
              <a:rPr lang="es-ES" b="1" dirty="0">
                <a:latin typeface="Consolas"/>
                <a:ea typeface="+mn-lt"/>
                <a:cs typeface="+mn-lt"/>
              </a:rPr>
              <a:t> </a:t>
            </a:r>
            <a:r>
              <a:rPr lang="es-ES" b="1" dirty="0" err="1">
                <a:latin typeface="Consolas"/>
                <a:ea typeface="+mn-lt"/>
                <a:cs typeface="+mn-lt"/>
              </a:rPr>
              <a:t>src</a:t>
            </a:r>
            <a:r>
              <a:rPr lang="es-ES" b="1" dirty="0">
                <a:latin typeface="Consolas"/>
                <a:ea typeface="+mn-lt"/>
                <a:cs typeface="+mn-lt"/>
              </a:rPr>
              <a:t>="video/mi-video.mp4" </a:t>
            </a:r>
            <a:r>
              <a:rPr lang="es-ES" b="1" dirty="0" err="1">
                <a:latin typeface="Consolas"/>
                <a:ea typeface="+mn-lt"/>
                <a:cs typeface="+mn-lt"/>
              </a:rPr>
              <a:t>type</a:t>
            </a:r>
            <a:r>
              <a:rPr lang="es-ES" b="1" dirty="0">
                <a:latin typeface="Consolas"/>
                <a:ea typeface="+mn-lt"/>
                <a:cs typeface="+mn-lt"/>
              </a:rPr>
              <a:t>="video/mp4"&gt;</a:t>
            </a:r>
            <a:br>
              <a:rPr lang="es-ES" b="1" dirty="0">
                <a:latin typeface="Consolas"/>
                <a:ea typeface="+mn-lt"/>
                <a:cs typeface="+mn-lt"/>
              </a:rPr>
            </a:br>
            <a:r>
              <a:rPr lang="es-ES" b="1" dirty="0">
                <a:latin typeface="Consolas"/>
                <a:ea typeface="+mn-lt"/>
                <a:cs typeface="+mn-lt"/>
              </a:rPr>
              <a:t>  &lt;p&gt;Tu navegador no soporta el formato de video.&lt;/p&gt;</a:t>
            </a:r>
            <a:br>
              <a:rPr lang="es-ES" b="1" dirty="0">
                <a:latin typeface="Consolas"/>
                <a:ea typeface="+mn-lt"/>
                <a:cs typeface="+mn-lt"/>
              </a:rPr>
            </a:br>
            <a:r>
              <a:rPr lang="es-ES" b="1" dirty="0">
                <a:latin typeface="Consolas"/>
                <a:ea typeface="+mn-lt"/>
                <a:cs typeface="+mn-lt"/>
              </a:rPr>
              <a:t>&lt;/video&gt;</a:t>
            </a:r>
            <a:endParaRPr lang="es-ES" b="1" dirty="0">
              <a:latin typeface="Consolas"/>
            </a:endParaRPr>
          </a:p>
          <a:p>
            <a:r>
              <a:rPr lang="es-ES" dirty="0">
                <a:ea typeface="+mn-lt"/>
                <a:cs typeface="+mn-lt"/>
              </a:rPr>
              <a:t>El navegador procesará las etiquetas &lt;</a:t>
            </a:r>
            <a:r>
              <a:rPr lang="es-ES" dirty="0" err="1">
                <a:ea typeface="+mn-lt"/>
                <a:cs typeface="+mn-lt"/>
              </a:rPr>
              <a:t>source</a:t>
            </a:r>
            <a:r>
              <a:rPr lang="es-ES" dirty="0">
                <a:ea typeface="+mn-lt"/>
                <a:cs typeface="+mn-lt"/>
              </a:rPr>
              <a:t>&gt; en orden y reproducirá la primera que sea compatible. Si ninguna es compatible, se mostrará el texto de reserva.</a:t>
            </a:r>
            <a:endParaRPr lang="es-ES" dirty="0"/>
          </a:p>
          <a:p>
            <a:endParaRPr lang="es-ES" dirty="0"/>
          </a:p>
        </p:txBody>
      </p:sp>
    </p:spTree>
    <p:extLst>
      <p:ext uri="{BB962C8B-B14F-4D97-AF65-F5344CB8AC3E}">
        <p14:creationId xmlns:p14="http://schemas.microsoft.com/office/powerpoint/2010/main" val="356956112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6B9BAB-31F0-5CCC-27B9-BFE6F071ECC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2016DF7-1629-8419-F639-44E9F0E5BE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15C0050-6909-0968-46EE-0FE0A8212A5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3.4.5. Integración de video en la web: la etiqueta &lt;video&gt; de HTML5</a:t>
            </a:r>
            <a:endParaRPr lang="es-ES" dirty="0"/>
          </a:p>
        </p:txBody>
      </p:sp>
      <p:sp>
        <p:nvSpPr>
          <p:cNvPr id="10" name="Rectangle 9">
            <a:extLst>
              <a:ext uri="{FF2B5EF4-FFF2-40B4-BE49-F238E27FC236}">
                <a16:creationId xmlns:a16="http://schemas.microsoft.com/office/drawing/2014/main" id="{DAC25BBD-8B52-5301-D9DE-B4D53A1FD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53DB741-CAA3-9E99-9C2D-9EB17CDEA8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DA3F32D-1175-84D0-2EE8-1FBF0DA7FCEE}"/>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Otros atributos importantes</a:t>
            </a:r>
          </a:p>
          <a:p>
            <a:pPr lvl="1">
              <a:buFont typeface="Courier New" panose="020B0604020202020204" pitchFamily="34" charset="0"/>
              <a:buChar char="o"/>
            </a:pPr>
            <a:r>
              <a:rPr lang="es-ES" dirty="0" err="1">
                <a:ea typeface="+mn-lt"/>
                <a:cs typeface="+mn-lt"/>
              </a:rPr>
              <a:t>autoplay</a:t>
            </a:r>
            <a:r>
              <a:rPr lang="es-ES" dirty="0">
                <a:ea typeface="+mn-lt"/>
                <a:cs typeface="+mn-lt"/>
              </a:rPr>
              <a:t>: El video comienza a reproducirse automáticamente. (Muchos navegadores bloquean el </a:t>
            </a:r>
            <a:r>
              <a:rPr lang="es-ES" dirty="0" err="1">
                <a:ea typeface="+mn-lt"/>
                <a:cs typeface="+mn-lt"/>
              </a:rPr>
              <a:t>autoplay</a:t>
            </a:r>
            <a:r>
              <a:rPr lang="es-ES" dirty="0">
                <a:ea typeface="+mn-lt"/>
                <a:cs typeface="+mn-lt"/>
              </a:rPr>
              <a:t> si el video tiene sonido, a menos que se use el atributo </a:t>
            </a:r>
            <a:r>
              <a:rPr lang="es-ES" dirty="0" err="1">
                <a:ea typeface="+mn-lt"/>
                <a:cs typeface="+mn-lt"/>
              </a:rPr>
              <a:t>muted</a:t>
            </a:r>
            <a:r>
              <a:rPr lang="es-ES" dirty="0">
                <a:ea typeface="+mn-lt"/>
                <a:cs typeface="+mn-lt"/>
              </a:rPr>
              <a:t>).</a:t>
            </a:r>
            <a:endParaRPr lang="es-ES" dirty="0"/>
          </a:p>
          <a:p>
            <a:pPr lvl="1">
              <a:buFont typeface="Courier New" panose="020B0604020202020204" pitchFamily="34" charset="0"/>
              <a:buChar char="o"/>
            </a:pPr>
            <a:r>
              <a:rPr lang="es-ES" dirty="0" err="1">
                <a:ea typeface="+mn-lt"/>
                <a:cs typeface="+mn-lt"/>
              </a:rPr>
              <a:t>loop</a:t>
            </a:r>
            <a:r>
              <a:rPr lang="es-ES" dirty="0">
                <a:ea typeface="+mn-lt"/>
                <a:cs typeface="+mn-lt"/>
              </a:rPr>
              <a:t>: El video se repetirá en un bucle infinito. Ideal para fondos de video o animaciones cortas.</a:t>
            </a:r>
            <a:endParaRPr lang="es-ES"/>
          </a:p>
          <a:p>
            <a:pPr lvl="1">
              <a:buFont typeface="Courier New" panose="020B0604020202020204" pitchFamily="34" charset="0"/>
              <a:buChar char="o"/>
            </a:pPr>
            <a:r>
              <a:rPr lang="es-ES" dirty="0" err="1">
                <a:ea typeface="+mn-lt"/>
                <a:cs typeface="+mn-lt"/>
              </a:rPr>
              <a:t>muted</a:t>
            </a:r>
            <a:r>
              <a:rPr lang="es-ES" dirty="0">
                <a:ea typeface="+mn-lt"/>
                <a:cs typeface="+mn-lt"/>
              </a:rPr>
              <a:t>: Silencia el video por defecto. Es esencial para usar </a:t>
            </a:r>
            <a:r>
              <a:rPr lang="es-ES" dirty="0" err="1">
                <a:ea typeface="+mn-lt"/>
                <a:cs typeface="+mn-lt"/>
              </a:rPr>
              <a:t>autoplay</a:t>
            </a:r>
            <a:r>
              <a:rPr lang="es-ES" dirty="0">
                <a:ea typeface="+mn-lt"/>
                <a:cs typeface="+mn-lt"/>
              </a:rPr>
              <a:t>, ya que el video se reproducirá sin molestar al usuario con sonido inesperado.</a:t>
            </a:r>
          </a:p>
          <a:p>
            <a:pPr lvl="1">
              <a:buFont typeface="Courier New" panose="020B0604020202020204" pitchFamily="34" charset="0"/>
              <a:buChar char="o"/>
            </a:pPr>
            <a:r>
              <a:rPr lang="es-ES" dirty="0">
                <a:ea typeface="+mn-lt"/>
                <a:cs typeface="+mn-lt"/>
              </a:rPr>
              <a:t>poster: Muestra una imagen fija mientras el video se carga o antes de que el usuario lo reproduzca. Es una buena práctica para que el usuario sepa de qué trata el video sin tener que descargarlo.</a:t>
            </a:r>
          </a:p>
          <a:p>
            <a:pPr lvl="1">
              <a:buFont typeface="Courier New" panose="020B0604020202020204" pitchFamily="34" charset="0"/>
              <a:buChar char="o"/>
            </a:pPr>
            <a:r>
              <a:rPr lang="es-ES" dirty="0" err="1">
                <a:ea typeface="+mn-lt"/>
                <a:cs typeface="+mn-lt"/>
              </a:rPr>
              <a:t>preload</a:t>
            </a:r>
            <a:r>
              <a:rPr lang="es-ES" dirty="0">
                <a:ea typeface="+mn-lt"/>
                <a:cs typeface="+mn-lt"/>
              </a:rPr>
              <a:t>: Controla cómo se carga el video.</a:t>
            </a:r>
            <a:endParaRPr lang="es-ES"/>
          </a:p>
          <a:p>
            <a:pPr lvl="2">
              <a:buFont typeface="Wingdings" panose="020B0604020202020204" pitchFamily="34" charset="0"/>
              <a:buChar char="§"/>
            </a:pPr>
            <a:r>
              <a:rPr lang="es-ES" dirty="0">
                <a:ea typeface="+mn-lt"/>
                <a:cs typeface="+mn-lt"/>
              </a:rPr>
              <a:t>auto: El navegador carga todo el archivo.</a:t>
            </a:r>
          </a:p>
          <a:p>
            <a:pPr lvl="2">
              <a:buFont typeface="Wingdings" panose="020B0604020202020204" pitchFamily="34" charset="0"/>
              <a:buChar char="§"/>
            </a:pPr>
            <a:r>
              <a:rPr lang="es-ES" dirty="0" err="1">
                <a:ea typeface="+mn-lt"/>
                <a:cs typeface="+mn-lt"/>
              </a:rPr>
              <a:t>metadata</a:t>
            </a:r>
            <a:r>
              <a:rPr lang="es-ES" dirty="0">
                <a:ea typeface="+mn-lt"/>
                <a:cs typeface="+mn-lt"/>
              </a:rPr>
              <a:t>: Solo carga los metadatos (duración, dimensiones, etc.).</a:t>
            </a:r>
          </a:p>
          <a:p>
            <a:pPr lvl="2">
              <a:buFont typeface="Wingdings" panose="020B0604020202020204" pitchFamily="34" charset="0"/>
              <a:buChar char="§"/>
            </a:pPr>
            <a:r>
              <a:rPr lang="es-ES" dirty="0" err="1">
                <a:ea typeface="+mn-lt"/>
                <a:cs typeface="+mn-lt"/>
              </a:rPr>
              <a:t>none</a:t>
            </a:r>
            <a:r>
              <a:rPr lang="es-ES" dirty="0">
                <a:ea typeface="+mn-lt"/>
                <a:cs typeface="+mn-lt"/>
              </a:rPr>
              <a:t>: No carga nada hasta que el usuario lo solicite. Es la opción más eficiente para el rendimiento.</a:t>
            </a:r>
            <a:endParaRPr lang="es-ES" dirty="0"/>
          </a:p>
          <a:p>
            <a:r>
              <a:rPr lang="es-ES" dirty="0" err="1">
                <a:ea typeface="+mn-lt"/>
                <a:cs typeface="+mn-lt"/>
              </a:rPr>
              <a:t>width</a:t>
            </a:r>
            <a:r>
              <a:rPr lang="es-ES" dirty="0">
                <a:ea typeface="+mn-lt"/>
                <a:cs typeface="+mn-lt"/>
              </a:rPr>
              <a:t> y </a:t>
            </a:r>
            <a:r>
              <a:rPr lang="es-ES" dirty="0" err="1">
                <a:ea typeface="+mn-lt"/>
                <a:cs typeface="+mn-lt"/>
              </a:rPr>
              <a:t>height</a:t>
            </a:r>
            <a:r>
              <a:rPr lang="es-ES" dirty="0">
                <a:ea typeface="+mn-lt"/>
                <a:cs typeface="+mn-lt"/>
              </a:rPr>
              <a:t>: Definen las dimensiones del video. Es una buena práctica incluirlos para que el navegador reserve el espacio en la página y evite el desplazamiento de diseño (</a:t>
            </a:r>
            <a:r>
              <a:rPr lang="es-ES" dirty="0" err="1">
                <a:ea typeface="+mn-lt"/>
                <a:cs typeface="+mn-lt"/>
              </a:rPr>
              <a:t>layout</a:t>
            </a:r>
            <a:r>
              <a:rPr lang="es-ES" dirty="0">
                <a:ea typeface="+mn-lt"/>
                <a:cs typeface="+mn-lt"/>
              </a:rPr>
              <a:t> shift).</a:t>
            </a:r>
            <a:endParaRPr lang="es-ES" dirty="0"/>
          </a:p>
        </p:txBody>
      </p:sp>
    </p:spTree>
    <p:extLst>
      <p:ext uri="{BB962C8B-B14F-4D97-AF65-F5344CB8AC3E}">
        <p14:creationId xmlns:p14="http://schemas.microsoft.com/office/powerpoint/2010/main" val="335793925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FB9D92-4D3C-B14A-1909-7D6F383CCF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F466EFE-87E2-2F56-8428-FEED59540E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CC88D40-2DBB-2D9F-3C9A-9C138074C24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3.4.5. Integración de video en la web: la etiqueta &lt;video&gt; de HTML5</a:t>
            </a:r>
            <a:endParaRPr lang="es-ES" dirty="0"/>
          </a:p>
        </p:txBody>
      </p:sp>
      <p:sp>
        <p:nvSpPr>
          <p:cNvPr id="10" name="Rectangle 9">
            <a:extLst>
              <a:ext uri="{FF2B5EF4-FFF2-40B4-BE49-F238E27FC236}">
                <a16:creationId xmlns:a16="http://schemas.microsoft.com/office/drawing/2014/main" id="{21C13D2E-29F1-13EB-5FF0-FCE185DDC1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304DC55-5934-2C58-C0B0-25CE0B6B3E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0050E21-7E98-A3D3-8C0A-14EB42D287F7}"/>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La API de JavaScript permite un control programático completo sobre la reproducción, los eventos y las propiedades del video.</a:t>
            </a:r>
            <a:endParaRPr lang="es-ES" dirty="0"/>
          </a:p>
          <a:p>
            <a:r>
              <a:rPr lang="es-ES" dirty="0">
                <a:ea typeface="+mn-lt"/>
                <a:cs typeface="+mn-lt"/>
              </a:rPr>
              <a:t>Ejemplo de control con JavaScript:</a:t>
            </a:r>
          </a:p>
          <a:p>
            <a:pPr marL="0" indent="0">
              <a:buNone/>
            </a:pPr>
            <a:r>
              <a:rPr lang="es-ES" b="1" dirty="0">
                <a:latin typeface="Consolas"/>
                <a:ea typeface="+mn-lt"/>
                <a:cs typeface="+mn-lt"/>
              </a:rPr>
              <a:t>&lt;video id="</a:t>
            </a:r>
            <a:r>
              <a:rPr lang="es-ES" b="1" dirty="0" err="1">
                <a:latin typeface="Consolas"/>
                <a:ea typeface="+mn-lt"/>
                <a:cs typeface="+mn-lt"/>
              </a:rPr>
              <a:t>miVideo</a:t>
            </a:r>
            <a:r>
              <a:rPr lang="es-ES" b="1" dirty="0">
                <a:latin typeface="Consolas"/>
                <a:ea typeface="+mn-lt"/>
                <a:cs typeface="+mn-lt"/>
              </a:rPr>
              <a:t>" </a:t>
            </a:r>
            <a:r>
              <a:rPr lang="es-ES" b="1" dirty="0" err="1">
                <a:latin typeface="Consolas"/>
                <a:ea typeface="+mn-lt"/>
                <a:cs typeface="+mn-lt"/>
              </a:rPr>
              <a:t>src</a:t>
            </a:r>
            <a:r>
              <a:rPr lang="es-ES" b="1" dirty="0">
                <a:latin typeface="Consolas"/>
                <a:ea typeface="+mn-lt"/>
                <a:cs typeface="+mn-lt"/>
              </a:rPr>
              <a:t>="video/mi-video.mp4"&gt;&lt;/video&gt;</a:t>
            </a:r>
            <a:br>
              <a:rPr lang="es-ES" b="1" dirty="0">
                <a:latin typeface="Consolas"/>
                <a:ea typeface="+mn-lt"/>
                <a:cs typeface="+mn-lt"/>
              </a:rPr>
            </a:br>
            <a:r>
              <a:rPr lang="es-ES" b="1" dirty="0">
                <a:latin typeface="Consolas"/>
                <a:ea typeface="+mn-lt"/>
                <a:cs typeface="+mn-lt"/>
              </a:rPr>
              <a:t>&lt;</a:t>
            </a:r>
            <a:r>
              <a:rPr lang="es-ES" b="1" dirty="0" err="1">
                <a:latin typeface="Consolas"/>
                <a:ea typeface="+mn-lt"/>
                <a:cs typeface="+mn-lt"/>
              </a:rPr>
              <a:t>button</a:t>
            </a:r>
            <a:r>
              <a:rPr lang="es-ES" b="1" dirty="0">
                <a:latin typeface="Consolas"/>
                <a:ea typeface="+mn-lt"/>
                <a:cs typeface="+mn-lt"/>
              </a:rPr>
              <a:t> </a:t>
            </a:r>
            <a:r>
              <a:rPr lang="es-ES" b="1" dirty="0" err="1">
                <a:latin typeface="Consolas"/>
                <a:ea typeface="+mn-lt"/>
                <a:cs typeface="+mn-lt"/>
              </a:rPr>
              <a:t>onclick</a:t>
            </a:r>
            <a:r>
              <a:rPr lang="es-ES" b="1" dirty="0">
                <a:latin typeface="Consolas"/>
                <a:ea typeface="+mn-lt"/>
                <a:cs typeface="+mn-lt"/>
              </a:rPr>
              <a:t>="</a:t>
            </a:r>
            <a:r>
              <a:rPr lang="es-ES" b="1" dirty="0" err="1">
                <a:latin typeface="Consolas"/>
                <a:ea typeface="+mn-lt"/>
                <a:cs typeface="+mn-lt"/>
              </a:rPr>
              <a:t>document.getElementById</a:t>
            </a:r>
            <a:r>
              <a:rPr lang="es-ES" b="1" dirty="0">
                <a:latin typeface="Consolas"/>
                <a:ea typeface="+mn-lt"/>
                <a:cs typeface="+mn-lt"/>
              </a:rPr>
              <a:t>('</a:t>
            </a:r>
            <a:r>
              <a:rPr lang="es-ES" b="1" dirty="0" err="1">
                <a:latin typeface="Consolas"/>
                <a:ea typeface="+mn-lt"/>
                <a:cs typeface="+mn-lt"/>
              </a:rPr>
              <a:t>miVideo</a:t>
            </a:r>
            <a:r>
              <a:rPr lang="es-ES" b="1" dirty="0">
                <a:latin typeface="Consolas"/>
                <a:ea typeface="+mn-lt"/>
                <a:cs typeface="+mn-lt"/>
              </a:rPr>
              <a:t>').</a:t>
            </a:r>
            <a:r>
              <a:rPr lang="es-ES" b="1" dirty="0" err="1">
                <a:latin typeface="Consolas"/>
                <a:ea typeface="+mn-lt"/>
                <a:cs typeface="+mn-lt"/>
              </a:rPr>
              <a:t>play</a:t>
            </a:r>
            <a:r>
              <a:rPr lang="es-ES" b="1" dirty="0">
                <a:latin typeface="Consolas"/>
                <a:ea typeface="+mn-lt"/>
                <a:cs typeface="+mn-lt"/>
              </a:rPr>
              <a:t>()"&gt; Reproducir&lt;/</a:t>
            </a:r>
            <a:r>
              <a:rPr lang="es-ES" b="1" dirty="0" err="1">
                <a:latin typeface="Consolas"/>
                <a:ea typeface="+mn-lt"/>
                <a:cs typeface="+mn-lt"/>
              </a:rPr>
              <a:t>button</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a:t>
            </a:r>
            <a:r>
              <a:rPr lang="es-ES" b="1" dirty="0" err="1">
                <a:latin typeface="Consolas"/>
                <a:ea typeface="+mn-lt"/>
                <a:cs typeface="+mn-lt"/>
              </a:rPr>
              <a:t>button</a:t>
            </a:r>
            <a:r>
              <a:rPr lang="es-ES" b="1" dirty="0">
                <a:latin typeface="Consolas"/>
                <a:ea typeface="+mn-lt"/>
                <a:cs typeface="+mn-lt"/>
              </a:rPr>
              <a:t> </a:t>
            </a:r>
            <a:r>
              <a:rPr lang="es-ES" b="1" dirty="0" err="1">
                <a:latin typeface="Consolas"/>
                <a:ea typeface="+mn-lt"/>
                <a:cs typeface="+mn-lt"/>
              </a:rPr>
              <a:t>onclick</a:t>
            </a:r>
            <a:r>
              <a:rPr lang="es-ES" b="1" dirty="0">
                <a:latin typeface="Consolas"/>
                <a:ea typeface="+mn-lt"/>
                <a:cs typeface="+mn-lt"/>
              </a:rPr>
              <a:t>="</a:t>
            </a:r>
            <a:r>
              <a:rPr lang="es-ES" b="1" dirty="0" err="1">
                <a:latin typeface="Consolas"/>
                <a:ea typeface="+mn-lt"/>
                <a:cs typeface="+mn-lt"/>
              </a:rPr>
              <a:t>document.getElementById</a:t>
            </a:r>
            <a:r>
              <a:rPr lang="es-ES" b="1" dirty="0">
                <a:latin typeface="Consolas"/>
                <a:ea typeface="+mn-lt"/>
                <a:cs typeface="+mn-lt"/>
              </a:rPr>
              <a:t>('</a:t>
            </a:r>
            <a:r>
              <a:rPr lang="es-ES" b="1" dirty="0" err="1">
                <a:latin typeface="Consolas"/>
                <a:ea typeface="+mn-lt"/>
                <a:cs typeface="+mn-lt"/>
              </a:rPr>
              <a:t>miVideo</a:t>
            </a:r>
            <a:r>
              <a:rPr lang="es-ES" b="1" dirty="0">
                <a:latin typeface="Consolas"/>
                <a:ea typeface="+mn-lt"/>
                <a:cs typeface="+mn-lt"/>
              </a:rPr>
              <a:t>').pause()"&gt; Pausar&lt;/</a:t>
            </a:r>
            <a:r>
              <a:rPr lang="es-ES" b="1" dirty="0" err="1">
                <a:latin typeface="Consolas"/>
                <a:ea typeface="+mn-lt"/>
                <a:cs typeface="+mn-lt"/>
              </a:rPr>
              <a:t>button</a:t>
            </a:r>
            <a:r>
              <a:rPr lang="es-ES" b="1" dirty="0">
                <a:latin typeface="Consolas"/>
                <a:ea typeface="+mn-lt"/>
                <a:cs typeface="+mn-lt"/>
              </a:rPr>
              <a:t>&gt;</a:t>
            </a:r>
            <a:endParaRPr lang="es-ES" b="1" dirty="0">
              <a:latin typeface="Consolas"/>
            </a:endParaRPr>
          </a:p>
        </p:txBody>
      </p:sp>
    </p:spTree>
    <p:extLst>
      <p:ext uri="{BB962C8B-B14F-4D97-AF65-F5344CB8AC3E}">
        <p14:creationId xmlns:p14="http://schemas.microsoft.com/office/powerpoint/2010/main" val="242031478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8380CC-CAA3-F82A-CA56-BE3D6F1309A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17C210-B996-D8FD-1156-B6AF02E3CF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405E981-B1B8-D69D-42F4-09697433E3F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3.4.6. Importación y exportación de vídeo según finalidad</a:t>
            </a:r>
            <a:endParaRPr lang="es-ES" dirty="0"/>
          </a:p>
        </p:txBody>
      </p:sp>
      <p:sp>
        <p:nvSpPr>
          <p:cNvPr id="10" name="Rectangle 9">
            <a:extLst>
              <a:ext uri="{FF2B5EF4-FFF2-40B4-BE49-F238E27FC236}">
                <a16:creationId xmlns:a16="http://schemas.microsoft.com/office/drawing/2014/main" id="{CEE6CE0C-B824-6E3D-BE4E-43C311F3A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3921AD1-6DC9-C72F-020F-C610A9C0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047DFE8-0A96-96CF-D151-68DAAF2BF94C}"/>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La importación y exportación de video es un proceso crítico que define la calidad y el rendimiento del contenido de video en la web. La clave está en elegir el formato, la compresión y la configuración adecuados para el propósito final, buscando el mejor equilibrio entre calidad visual, compatibilidad y tamaño del archivo.</a:t>
            </a:r>
            <a:endParaRPr lang="es-ES" dirty="0"/>
          </a:p>
          <a:p>
            <a:r>
              <a:rPr lang="es-ES" dirty="0">
                <a:ea typeface="+mn-lt"/>
                <a:cs typeface="+mn-lt"/>
              </a:rPr>
              <a:t>Cuando se trabaja con video, se comienza con archivos de alta calidad, generalmente sin compresión o con una compresión mínima. Estos formatos se utilizan en la fase de edición para preservar la mayor cantidad de datos posible, lo que permite un trabajo no destructivo.</a:t>
            </a:r>
            <a:endParaRPr lang="es-ES" dirty="0"/>
          </a:p>
          <a:p>
            <a:pPr lvl="1">
              <a:buFont typeface="Courier New" panose="020B0604020202020204" pitchFamily="34" charset="0"/>
              <a:buChar char="o"/>
            </a:pPr>
            <a:r>
              <a:rPr lang="es-ES" dirty="0">
                <a:ea typeface="+mn-lt"/>
                <a:cs typeface="+mn-lt"/>
              </a:rPr>
              <a:t>Formatos de cámara sin procesar (RAW): Proporcionan la mayor cantidad de información visual, ideal para etalonaje y edición profesional. Ocupan un espacio enorme.</a:t>
            </a:r>
            <a:endParaRPr lang="es-ES" dirty="0"/>
          </a:p>
          <a:p>
            <a:pPr lvl="1">
              <a:buFont typeface="Courier New" panose="020B0604020202020204" pitchFamily="34" charset="0"/>
              <a:buChar char="o"/>
            </a:pPr>
            <a:r>
              <a:rPr lang="es-ES" dirty="0" err="1">
                <a:ea typeface="+mn-lt"/>
                <a:cs typeface="+mn-lt"/>
              </a:rPr>
              <a:t>ProRes</a:t>
            </a:r>
            <a:r>
              <a:rPr lang="es-ES" dirty="0">
                <a:ea typeface="+mn-lt"/>
                <a:cs typeface="+mn-lt"/>
              </a:rPr>
              <a:t> y </a:t>
            </a:r>
            <a:r>
              <a:rPr lang="es-ES" dirty="0" err="1">
                <a:ea typeface="+mn-lt"/>
                <a:cs typeface="+mn-lt"/>
              </a:rPr>
              <a:t>DNxHD</a:t>
            </a:r>
            <a:r>
              <a:rPr lang="es-ES" dirty="0">
                <a:ea typeface="+mn-lt"/>
                <a:cs typeface="+mn-lt"/>
              </a:rPr>
              <a:t>: Códecs de compresión sin pérdida (o con muy poca pérdida), diseñados para la edición. Mantienen una alta calidad visual, pero los archivos son muy grandes.</a:t>
            </a:r>
            <a:endParaRPr lang="es-ES" dirty="0"/>
          </a:p>
        </p:txBody>
      </p:sp>
    </p:spTree>
    <p:extLst>
      <p:ext uri="{BB962C8B-B14F-4D97-AF65-F5344CB8AC3E}">
        <p14:creationId xmlns:p14="http://schemas.microsoft.com/office/powerpoint/2010/main" val="81933341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1357FA-F7BE-60F9-89DF-146941C8A1F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74DF465-AEF8-1B3C-13DE-B0EE02724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4796EF8-172E-04DB-BBA1-FA7F78B61AD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3.4.6. Importación y exportación de vídeo según finalidad</a:t>
            </a:r>
            <a:endParaRPr lang="es-ES" dirty="0"/>
          </a:p>
        </p:txBody>
      </p:sp>
      <p:sp>
        <p:nvSpPr>
          <p:cNvPr id="10" name="Rectangle 9">
            <a:extLst>
              <a:ext uri="{FF2B5EF4-FFF2-40B4-BE49-F238E27FC236}">
                <a16:creationId xmlns:a16="http://schemas.microsoft.com/office/drawing/2014/main" id="{F05398C9-3EB9-447B-831E-4A2FAB849F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AAE809B-DF43-5DFE-19CC-01DE447619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54BFF21-CDA8-3046-3CB3-807295155D3A}"/>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Una vez editado, el video se exporta a un formato optimizado para la web, donde el tamaño del archivo es la principal preocupación. El objetivo es que se cargue y se reproduzca de forma fluida para el usuario.</a:t>
            </a:r>
            <a:endParaRPr lang="es-ES" dirty="0"/>
          </a:p>
          <a:p>
            <a:r>
              <a:rPr lang="es-ES" dirty="0">
                <a:ea typeface="+mn-lt"/>
                <a:cs typeface="+mn-lt"/>
              </a:rPr>
              <a:t>Para la mayoría de los casos (videos largos, alta calidad):</a:t>
            </a:r>
            <a:endParaRPr lang="es-ES" dirty="0"/>
          </a:p>
          <a:p>
            <a:pPr lvl="1">
              <a:buFont typeface="Courier New" panose="020B0604020202020204" pitchFamily="34" charset="0"/>
              <a:buChar char="o"/>
            </a:pPr>
            <a:r>
              <a:rPr lang="es-ES" dirty="0">
                <a:ea typeface="+mn-lt"/>
                <a:cs typeface="+mn-lt"/>
              </a:rPr>
              <a:t>Formato: MP4 es el formato más universal.</a:t>
            </a:r>
            <a:endParaRPr lang="es-ES" dirty="0"/>
          </a:p>
          <a:p>
            <a:pPr lvl="1">
              <a:buFont typeface="Courier New" panose="020B0604020202020204" pitchFamily="34" charset="0"/>
              <a:buChar char="o"/>
            </a:pPr>
            <a:r>
              <a:rPr lang="es-ES" dirty="0">
                <a:ea typeface="+mn-lt"/>
                <a:cs typeface="+mn-lt"/>
              </a:rPr>
              <a:t>Códec: H.264 es el estándar de la industria.</a:t>
            </a:r>
          </a:p>
          <a:p>
            <a:pPr lvl="1">
              <a:buFont typeface="Courier New" panose="020B0604020202020204" pitchFamily="34" charset="0"/>
              <a:buChar char="o"/>
            </a:pPr>
            <a:r>
              <a:rPr lang="es-ES" dirty="0">
                <a:ea typeface="+mn-lt"/>
                <a:cs typeface="+mn-lt"/>
              </a:rPr>
              <a:t>Configuración: Usar una tasa de bits (</a:t>
            </a:r>
            <a:r>
              <a:rPr lang="es-ES" dirty="0" err="1">
                <a:ea typeface="+mn-lt"/>
                <a:cs typeface="+mn-lt"/>
              </a:rPr>
              <a:t>bitrate</a:t>
            </a:r>
            <a:r>
              <a:rPr lang="es-ES" dirty="0">
                <a:ea typeface="+mn-lt"/>
                <a:cs typeface="+mn-lt"/>
              </a:rPr>
              <a:t>) variable (VBR) para optimizar el tamaño. Una tasa de bits de 1.5 a 3 Mbps para video de 720p y de 3 a 5 Mbps para video de 1080p es un buen punto de partida.</a:t>
            </a:r>
            <a:endParaRPr lang="es-ES" dirty="0"/>
          </a:p>
          <a:p>
            <a:r>
              <a:rPr lang="es-ES" dirty="0">
                <a:ea typeface="+mn-lt"/>
                <a:cs typeface="+mn-lt"/>
              </a:rPr>
              <a:t>Para optimización avanzada (navegadores modernos):</a:t>
            </a:r>
            <a:endParaRPr lang="es-ES" dirty="0"/>
          </a:p>
          <a:p>
            <a:pPr lvl="1">
              <a:buFont typeface="Courier New" panose="020B0604020202020204" pitchFamily="34" charset="0"/>
              <a:buChar char="o"/>
            </a:pPr>
            <a:r>
              <a:rPr lang="es-ES" dirty="0">
                <a:ea typeface="+mn-lt"/>
                <a:cs typeface="+mn-lt"/>
              </a:rPr>
              <a:t>Formato: </a:t>
            </a:r>
            <a:r>
              <a:rPr lang="es-ES" dirty="0" err="1">
                <a:ea typeface="+mn-lt"/>
                <a:cs typeface="+mn-lt"/>
              </a:rPr>
              <a:t>WebM</a:t>
            </a:r>
            <a:r>
              <a:rPr lang="es-ES" dirty="0">
                <a:ea typeface="+mn-lt"/>
                <a:cs typeface="+mn-lt"/>
              </a:rPr>
              <a:t>.</a:t>
            </a:r>
          </a:p>
          <a:p>
            <a:pPr lvl="1">
              <a:buFont typeface="Courier New" panose="020B0604020202020204" pitchFamily="34" charset="0"/>
              <a:buChar char="o"/>
            </a:pPr>
            <a:r>
              <a:rPr lang="es-ES" dirty="0">
                <a:ea typeface="+mn-lt"/>
                <a:cs typeface="+mn-lt"/>
              </a:rPr>
              <a:t>Códec: VP9 es la mejor opción.</a:t>
            </a:r>
          </a:p>
          <a:p>
            <a:pPr lvl="1">
              <a:buFont typeface="Courier New" panose="020B0604020202020204" pitchFamily="34" charset="0"/>
              <a:buChar char="o"/>
            </a:pPr>
            <a:r>
              <a:rPr lang="es-ES" dirty="0">
                <a:ea typeface="+mn-lt"/>
                <a:cs typeface="+mn-lt"/>
              </a:rPr>
              <a:t>Configuración: Al usar </a:t>
            </a:r>
            <a:r>
              <a:rPr lang="es-ES" dirty="0" err="1">
                <a:ea typeface="+mn-lt"/>
                <a:cs typeface="+mn-lt"/>
              </a:rPr>
              <a:t>WebM</a:t>
            </a:r>
            <a:r>
              <a:rPr lang="es-ES" dirty="0">
                <a:ea typeface="+mn-lt"/>
                <a:cs typeface="+mn-lt"/>
              </a:rPr>
              <a:t>/VP9, se puede lograr una calidad similar a la de H.264 con un menor tamaño de archivo, lo que lo convierte en una opción ideal para servir como alternativa en navegadores compatibles.</a:t>
            </a:r>
          </a:p>
        </p:txBody>
      </p:sp>
    </p:spTree>
    <p:extLst>
      <p:ext uri="{BB962C8B-B14F-4D97-AF65-F5344CB8AC3E}">
        <p14:creationId xmlns:p14="http://schemas.microsoft.com/office/powerpoint/2010/main" val="353401718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C6FBE9-C05B-2200-FEAD-17CC3E2069C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60EE9E-42A7-80EA-2EF4-AD098A120D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3422CAE-4CA6-C801-FA33-738E7A13A6A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3.4.6. Importación y exportación de vídeo según finalidad</a:t>
            </a:r>
            <a:endParaRPr lang="es-ES" dirty="0"/>
          </a:p>
        </p:txBody>
      </p:sp>
      <p:sp>
        <p:nvSpPr>
          <p:cNvPr id="10" name="Rectangle 9">
            <a:extLst>
              <a:ext uri="{FF2B5EF4-FFF2-40B4-BE49-F238E27FC236}">
                <a16:creationId xmlns:a16="http://schemas.microsoft.com/office/drawing/2014/main" id="{751B43DF-AFF4-1626-353B-D4FA277EB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9DD164-46F9-2CC1-D99A-9BD989E92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8F6CEB3-F4F4-2354-8575-E57897017B58}"/>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Para videos de fondo sin sonido:</a:t>
            </a:r>
            <a:endParaRPr lang="es-ES" dirty="0"/>
          </a:p>
          <a:p>
            <a:pPr lvl="1"/>
            <a:r>
              <a:rPr lang="es-ES" dirty="0">
                <a:ea typeface="+mn-lt"/>
                <a:cs typeface="+mn-lt"/>
              </a:rPr>
              <a:t>Formato: </a:t>
            </a:r>
            <a:r>
              <a:rPr lang="es-ES" dirty="0" err="1">
                <a:ea typeface="+mn-lt"/>
                <a:cs typeface="+mn-lt"/>
              </a:rPr>
              <a:t>WebM</a:t>
            </a:r>
            <a:r>
              <a:rPr lang="es-ES" dirty="0">
                <a:ea typeface="+mn-lt"/>
                <a:cs typeface="+mn-lt"/>
              </a:rPr>
              <a:t> o MP4.</a:t>
            </a:r>
          </a:p>
          <a:p>
            <a:pPr lvl="1"/>
            <a:r>
              <a:rPr lang="es-ES" dirty="0">
                <a:ea typeface="+mn-lt"/>
                <a:cs typeface="+mn-lt"/>
              </a:rPr>
              <a:t>Códec: H.264 o VP9.</a:t>
            </a:r>
          </a:p>
          <a:p>
            <a:pPr lvl="1"/>
            <a:r>
              <a:rPr lang="es-ES" dirty="0">
                <a:ea typeface="+mn-lt"/>
                <a:cs typeface="+mn-lt"/>
              </a:rPr>
              <a:t>Configuración: Reducir la tasa de bits al mínimo aceptable y eliminar la pista de audio. Esto puede reducir el tamaño del archivo en gran medida. También se pueden usar videos de corta duración y en bucle para reducir el tiempo de carga.</a:t>
            </a:r>
          </a:p>
          <a:p>
            <a:r>
              <a:rPr lang="es-ES" dirty="0">
                <a:ea typeface="+mn-lt"/>
                <a:cs typeface="+mn-lt"/>
              </a:rPr>
              <a:t>Para animaciones cortas y </a:t>
            </a:r>
            <a:r>
              <a:rPr lang="es-ES" dirty="0" err="1">
                <a:ea typeface="+mn-lt"/>
                <a:cs typeface="+mn-lt"/>
              </a:rPr>
              <a:t>loops</a:t>
            </a:r>
            <a:r>
              <a:rPr lang="es-ES" dirty="0">
                <a:ea typeface="+mn-lt"/>
                <a:cs typeface="+mn-lt"/>
              </a:rPr>
              <a:t>:</a:t>
            </a:r>
            <a:endParaRPr lang="es-ES" dirty="0"/>
          </a:p>
          <a:p>
            <a:pPr lvl="1"/>
            <a:r>
              <a:rPr lang="es-ES" dirty="0">
                <a:ea typeface="+mn-lt"/>
                <a:cs typeface="+mn-lt"/>
              </a:rPr>
              <a:t>Formato: </a:t>
            </a:r>
            <a:r>
              <a:rPr lang="es-ES" dirty="0" err="1">
                <a:ea typeface="+mn-lt"/>
                <a:cs typeface="+mn-lt"/>
              </a:rPr>
              <a:t>WebM</a:t>
            </a:r>
            <a:r>
              <a:rPr lang="es-ES" dirty="0">
                <a:ea typeface="+mn-lt"/>
                <a:cs typeface="+mn-lt"/>
              </a:rPr>
              <a:t>/VP9, MP4/H.264 o incluso GIF.</a:t>
            </a:r>
            <a:endParaRPr lang="es-ES"/>
          </a:p>
          <a:p>
            <a:pPr lvl="1"/>
            <a:r>
              <a:rPr lang="es-ES" dirty="0">
                <a:ea typeface="+mn-lt"/>
                <a:cs typeface="+mn-lt"/>
              </a:rPr>
              <a:t>Consideración: Los videos con buques (</a:t>
            </a:r>
            <a:r>
              <a:rPr lang="es-ES" dirty="0" err="1">
                <a:ea typeface="+mn-lt"/>
                <a:cs typeface="+mn-lt"/>
              </a:rPr>
              <a:t>loop</a:t>
            </a:r>
            <a:r>
              <a:rPr lang="es-ES" dirty="0">
                <a:ea typeface="+mn-lt"/>
                <a:cs typeface="+mn-lt"/>
              </a:rPr>
              <a:t>) suelen ser más eficientes que los </a:t>
            </a:r>
            <a:r>
              <a:rPr lang="es-ES" dirty="0" err="1">
                <a:ea typeface="+mn-lt"/>
                <a:cs typeface="+mn-lt"/>
              </a:rPr>
              <a:t>GIFs</a:t>
            </a:r>
            <a:r>
              <a:rPr lang="es-ES" dirty="0">
                <a:ea typeface="+mn-lt"/>
                <a:cs typeface="+mn-lt"/>
              </a:rPr>
              <a:t> en términos de tamaño de archivo y calidad visual, incluso con la misma duración. Un video de 10 segundos en bucle puede ser varias veces más pequeño que un GIF equivalente.</a:t>
            </a:r>
          </a:p>
        </p:txBody>
      </p:sp>
    </p:spTree>
    <p:extLst>
      <p:ext uri="{BB962C8B-B14F-4D97-AF65-F5344CB8AC3E}">
        <p14:creationId xmlns:p14="http://schemas.microsoft.com/office/powerpoint/2010/main" val="90999070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87771E-B5D0-A4EB-2362-E4E11BC56C1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06A275-80B9-0E13-0EF4-2B9842FED9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A5453BC-10D8-6357-DD5B-4D65E6E11DE5}"/>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3.4.7. Transmisiones en vivo (</a:t>
            </a:r>
            <a:r>
              <a:rPr lang="es-ES" b="0" dirty="0" err="1">
                <a:ea typeface="+mj-lt"/>
                <a:cs typeface="+mj-lt"/>
              </a:rPr>
              <a:t>streaming</a:t>
            </a:r>
            <a:r>
              <a:rPr lang="es-ES" b="0" dirty="0">
                <a:ea typeface="+mj-lt"/>
                <a:cs typeface="+mj-lt"/>
              </a:rPr>
              <a:t>) y plataformas de video</a:t>
            </a:r>
            <a:endParaRPr lang="es-ES" dirty="0"/>
          </a:p>
          <a:p>
            <a:endParaRPr lang="es-ES" b="0" dirty="0"/>
          </a:p>
        </p:txBody>
      </p:sp>
      <p:sp>
        <p:nvSpPr>
          <p:cNvPr id="10" name="Rectangle 9">
            <a:extLst>
              <a:ext uri="{FF2B5EF4-FFF2-40B4-BE49-F238E27FC236}">
                <a16:creationId xmlns:a16="http://schemas.microsoft.com/office/drawing/2014/main" id="{376A0F5F-48CD-74A8-9EF6-A155ECC47F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2FF7E9-4B2A-1233-0048-8F60C5E0C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89AB84A-2CBB-AD6A-A93B-23DBCD75D5A0}"/>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La transmisión en vivo o </a:t>
            </a:r>
            <a:r>
              <a:rPr lang="es-ES" dirty="0" err="1">
                <a:ea typeface="+mn-lt"/>
                <a:cs typeface="+mn-lt"/>
              </a:rPr>
              <a:t>streaming</a:t>
            </a:r>
            <a:r>
              <a:rPr lang="es-ES" dirty="0">
                <a:ea typeface="+mn-lt"/>
                <a:cs typeface="+mn-lt"/>
              </a:rPr>
              <a:t> es el proceso de entregar video y audio en tiempo real a una audiencia a través de internet. A diferencia del video bajo demanda, donde el archivo se descarga completamente o por partes antes de la reproducción, el </a:t>
            </a:r>
            <a:r>
              <a:rPr lang="es-ES" dirty="0" err="1">
                <a:ea typeface="+mn-lt"/>
                <a:cs typeface="+mn-lt"/>
              </a:rPr>
              <a:t>streaming</a:t>
            </a:r>
            <a:r>
              <a:rPr lang="es-ES" dirty="0">
                <a:ea typeface="+mn-lt"/>
                <a:cs typeface="+mn-lt"/>
              </a:rPr>
              <a:t> se centra en la entrega continua de datos para que la visualización no tenga interrupciones.</a:t>
            </a:r>
          </a:p>
          <a:p>
            <a:r>
              <a:rPr lang="es-ES" dirty="0">
                <a:ea typeface="+mn-lt"/>
                <a:cs typeface="+mn-lt"/>
              </a:rPr>
              <a:t>Existen dos elementos principales en el ecosistema del </a:t>
            </a:r>
            <a:r>
              <a:rPr lang="es-ES" dirty="0" err="1">
                <a:ea typeface="+mn-lt"/>
                <a:cs typeface="+mn-lt"/>
              </a:rPr>
              <a:t>streaming</a:t>
            </a:r>
            <a:r>
              <a:rPr lang="es-ES" dirty="0">
                <a:ea typeface="+mn-lt"/>
                <a:cs typeface="+mn-lt"/>
              </a:rPr>
              <a:t>: los protocolos de transmisión y las plataformas de video.</a:t>
            </a:r>
          </a:p>
          <a:p>
            <a:r>
              <a:rPr lang="es-ES" dirty="0">
                <a:ea typeface="+mn-lt"/>
                <a:cs typeface="+mn-lt"/>
              </a:rPr>
              <a:t>Los protocolos son las "reglas" que definen cómo se envían los datos de video y audio desde la fuente al reproductor del usuario. Los más importantes son:</a:t>
            </a:r>
            <a:endParaRPr lang="es-ES" dirty="0"/>
          </a:p>
          <a:p>
            <a:pPr lvl="1"/>
            <a:r>
              <a:rPr lang="es-ES" dirty="0">
                <a:ea typeface="+mn-lt"/>
                <a:cs typeface="+mn-lt"/>
              </a:rPr>
              <a:t>HLS (HTTP Live </a:t>
            </a:r>
            <a:r>
              <a:rPr lang="es-ES" dirty="0" err="1">
                <a:ea typeface="+mn-lt"/>
                <a:cs typeface="+mn-lt"/>
              </a:rPr>
              <a:t>Streaming</a:t>
            </a:r>
            <a:r>
              <a:rPr lang="es-ES" dirty="0">
                <a:ea typeface="+mn-lt"/>
                <a:cs typeface="+mn-lt"/>
              </a:rPr>
              <a:t>): Creado por Apple, es uno de los protocolos de </a:t>
            </a:r>
            <a:r>
              <a:rPr lang="es-ES" dirty="0" err="1">
                <a:ea typeface="+mn-lt"/>
                <a:cs typeface="+mn-lt"/>
              </a:rPr>
              <a:t>streaming</a:t>
            </a:r>
            <a:r>
              <a:rPr lang="es-ES" dirty="0">
                <a:ea typeface="+mn-lt"/>
                <a:cs typeface="+mn-lt"/>
              </a:rPr>
              <a:t> más populares. Funciona dividiendo el video en pequeños fragmentos (</a:t>
            </a:r>
            <a:r>
              <a:rPr lang="es-ES" dirty="0" err="1">
                <a:ea typeface="+mn-lt"/>
                <a:cs typeface="+mn-lt"/>
              </a:rPr>
              <a:t>chunks</a:t>
            </a:r>
            <a:r>
              <a:rPr lang="es-ES" dirty="0">
                <a:ea typeface="+mn-lt"/>
                <a:cs typeface="+mn-lt"/>
              </a:rPr>
              <a:t>) de unos segundos de duración. Un archivo de manifiesto (.m3u8) le dice al reproductor qué fragmentos debe descargar y en qué orden. Esto permite el </a:t>
            </a:r>
            <a:r>
              <a:rPr lang="es-ES" dirty="0" err="1">
                <a:ea typeface="+mn-lt"/>
                <a:cs typeface="+mn-lt"/>
              </a:rPr>
              <a:t>streaming</a:t>
            </a:r>
            <a:r>
              <a:rPr lang="es-ES" dirty="0">
                <a:ea typeface="+mn-lt"/>
                <a:cs typeface="+mn-lt"/>
              </a:rPr>
              <a:t> adaptativo, donde el reproductor puede cambiar la calidad del video (por ejemplo, de 720p a 480p) en tiempo real para adaptarse a la velocidad de la conexión del usuario, garantizando una reproducción fluida.</a:t>
            </a:r>
            <a:endParaRPr lang="es-ES"/>
          </a:p>
        </p:txBody>
      </p:sp>
    </p:spTree>
    <p:extLst>
      <p:ext uri="{BB962C8B-B14F-4D97-AF65-F5344CB8AC3E}">
        <p14:creationId xmlns:p14="http://schemas.microsoft.com/office/powerpoint/2010/main" val="125850269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B54025-9651-343D-AB5F-EFC0AAD4049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95DB5D-BAD9-16F7-DBD8-BCDACE45DB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8D4D0CB-6079-1EC3-FCBD-E92C3D84456E}"/>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3.4.7. Transmisiones en vivo (</a:t>
            </a:r>
            <a:r>
              <a:rPr lang="es-ES" b="0" dirty="0" err="1">
                <a:ea typeface="+mj-lt"/>
                <a:cs typeface="+mj-lt"/>
              </a:rPr>
              <a:t>streaming</a:t>
            </a:r>
            <a:r>
              <a:rPr lang="es-ES" b="0" dirty="0">
                <a:ea typeface="+mj-lt"/>
                <a:cs typeface="+mj-lt"/>
              </a:rPr>
              <a:t>) y plataformas de video</a:t>
            </a:r>
            <a:endParaRPr lang="es-ES" dirty="0"/>
          </a:p>
          <a:p>
            <a:endParaRPr lang="es-ES" b="0" dirty="0"/>
          </a:p>
        </p:txBody>
      </p:sp>
      <p:sp>
        <p:nvSpPr>
          <p:cNvPr id="10" name="Rectangle 9">
            <a:extLst>
              <a:ext uri="{FF2B5EF4-FFF2-40B4-BE49-F238E27FC236}">
                <a16:creationId xmlns:a16="http://schemas.microsoft.com/office/drawing/2014/main" id="{933B5B14-AEBC-C9D7-A4B5-805429362F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ADFFBC1-060F-5FCF-C277-5425E81017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EA2E7CD-87EC-D274-A717-4C30C4F21835}"/>
              </a:ext>
            </a:extLst>
          </p:cNvPr>
          <p:cNvSpPr>
            <a:spLocks noGrp="1"/>
          </p:cNvSpPr>
          <p:nvPr>
            <p:ph idx="1"/>
          </p:nvPr>
        </p:nvSpPr>
        <p:spPr>
          <a:xfrm>
            <a:off x="1587710" y="2160016"/>
            <a:ext cx="9486690" cy="3926152"/>
          </a:xfrm>
        </p:spPr>
        <p:txBody>
          <a:bodyPr vert="horz" lIns="91440" tIns="45720" rIns="91440" bIns="45720" rtlCol="0" anchor="t">
            <a:normAutofit/>
          </a:bodyPr>
          <a:lstStyle/>
          <a:p>
            <a:pPr lvl="1"/>
            <a:r>
              <a:rPr lang="es-ES" dirty="0">
                <a:ea typeface="+mn-lt"/>
                <a:cs typeface="+mn-lt"/>
              </a:rPr>
              <a:t>MPEG-DASH (Dynamic Adaptive </a:t>
            </a:r>
            <a:r>
              <a:rPr lang="es-ES" dirty="0" err="1">
                <a:ea typeface="+mn-lt"/>
                <a:cs typeface="+mn-lt"/>
              </a:rPr>
              <a:t>Streaming</a:t>
            </a:r>
            <a:r>
              <a:rPr lang="es-ES" dirty="0">
                <a:ea typeface="+mn-lt"/>
                <a:cs typeface="+mn-lt"/>
              </a:rPr>
              <a:t> </a:t>
            </a:r>
            <a:r>
              <a:rPr lang="es-ES" dirty="0" err="1">
                <a:ea typeface="+mn-lt"/>
                <a:cs typeface="+mn-lt"/>
              </a:rPr>
              <a:t>over</a:t>
            </a:r>
            <a:r>
              <a:rPr lang="es-ES" dirty="0">
                <a:ea typeface="+mn-lt"/>
                <a:cs typeface="+mn-lt"/>
              </a:rPr>
              <a:t> HTTP): Es un estándar abierto y agnóstico de la industria, con una funcionalidad similar a HLS. También divide el video en fragmentos, pero utiliza archivos de manifiesto en XML. Su ventaja es que es un estándar global, no propietario.</a:t>
            </a:r>
          </a:p>
          <a:p>
            <a:pPr lvl="1"/>
            <a:r>
              <a:rPr lang="es-ES" dirty="0">
                <a:ea typeface="+mn-lt"/>
                <a:cs typeface="+mn-lt"/>
              </a:rPr>
              <a:t>RTMP (Real-Time </a:t>
            </a:r>
            <a:r>
              <a:rPr lang="es-ES" dirty="0" err="1">
                <a:ea typeface="+mn-lt"/>
                <a:cs typeface="+mn-lt"/>
              </a:rPr>
              <a:t>Messaging</a:t>
            </a:r>
            <a:r>
              <a:rPr lang="es-ES" dirty="0">
                <a:ea typeface="+mn-lt"/>
                <a:cs typeface="+mn-lt"/>
              </a:rPr>
              <a:t> </a:t>
            </a:r>
            <a:r>
              <a:rPr lang="es-ES" dirty="0" err="1">
                <a:ea typeface="+mn-lt"/>
                <a:cs typeface="+mn-lt"/>
              </a:rPr>
              <a:t>Protocol</a:t>
            </a:r>
            <a:r>
              <a:rPr lang="es-ES" dirty="0">
                <a:ea typeface="+mn-lt"/>
                <a:cs typeface="+mn-lt"/>
              </a:rPr>
              <a:t>): Desarrollado por Adobe, fue el protocolo estándar para el </a:t>
            </a:r>
            <a:r>
              <a:rPr lang="es-ES" dirty="0" err="1">
                <a:ea typeface="+mn-lt"/>
                <a:cs typeface="+mn-lt"/>
              </a:rPr>
              <a:t>streaming</a:t>
            </a:r>
            <a:r>
              <a:rPr lang="es-ES" dirty="0">
                <a:ea typeface="+mn-lt"/>
                <a:cs typeface="+mn-lt"/>
              </a:rPr>
              <a:t> durante la era de Flash. Aunque ha sido reemplazado en gran medida por HLS y MPEG-DASH para la entrega al usuario, sigue siendo muy utilizado para la ingesta de la transmisión, es decir, para enviar el video desde la fuente (por ejemplo, el software de un </a:t>
            </a:r>
            <a:r>
              <a:rPr lang="es-ES" dirty="0" err="1">
                <a:ea typeface="+mn-lt"/>
                <a:cs typeface="+mn-lt"/>
              </a:rPr>
              <a:t>streamer</a:t>
            </a:r>
            <a:r>
              <a:rPr lang="es-ES" dirty="0">
                <a:ea typeface="+mn-lt"/>
                <a:cs typeface="+mn-lt"/>
              </a:rPr>
              <a:t>) a la plataforma de video (como YouTube o </a:t>
            </a:r>
            <a:r>
              <a:rPr lang="es-ES" dirty="0" err="1">
                <a:ea typeface="+mn-lt"/>
                <a:cs typeface="+mn-lt"/>
              </a:rPr>
              <a:t>Twitch</a:t>
            </a:r>
            <a:r>
              <a:rPr lang="es-ES" dirty="0">
                <a:ea typeface="+mn-lt"/>
                <a:cs typeface="+mn-lt"/>
              </a:rPr>
              <a:t>).</a:t>
            </a:r>
            <a:endParaRPr lang="es-ES" dirty="0"/>
          </a:p>
        </p:txBody>
      </p:sp>
    </p:spTree>
    <p:extLst>
      <p:ext uri="{BB962C8B-B14F-4D97-AF65-F5344CB8AC3E}">
        <p14:creationId xmlns:p14="http://schemas.microsoft.com/office/powerpoint/2010/main" val="104275404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862631-B061-EBA9-8A7D-F46BA4602CE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00BA9CC-963F-4ECE-0B16-EF3A6B1354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8372DEF-7D12-4E8B-813F-FA2264F80EA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3.4.7. Transmisiones en vivo (</a:t>
            </a:r>
            <a:r>
              <a:rPr lang="es-ES" b="0" dirty="0" err="1">
                <a:ea typeface="+mj-lt"/>
                <a:cs typeface="+mj-lt"/>
              </a:rPr>
              <a:t>streaming</a:t>
            </a:r>
            <a:r>
              <a:rPr lang="es-ES" b="0" dirty="0">
                <a:ea typeface="+mj-lt"/>
                <a:cs typeface="+mj-lt"/>
              </a:rPr>
              <a:t>) y plataformas de video</a:t>
            </a:r>
            <a:endParaRPr lang="es-ES" dirty="0"/>
          </a:p>
          <a:p>
            <a:endParaRPr lang="es-ES" b="0" dirty="0"/>
          </a:p>
        </p:txBody>
      </p:sp>
      <p:sp>
        <p:nvSpPr>
          <p:cNvPr id="10" name="Rectangle 9">
            <a:extLst>
              <a:ext uri="{FF2B5EF4-FFF2-40B4-BE49-F238E27FC236}">
                <a16:creationId xmlns:a16="http://schemas.microsoft.com/office/drawing/2014/main" id="{DEC0C733-D64A-B646-D116-6493463D02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5C8C78-673E-41FD-978D-50622DD4D5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0B7CF27-14CE-3DC6-6A5A-C9912C0BC57B}"/>
              </a:ext>
            </a:extLst>
          </p:cNvPr>
          <p:cNvSpPr>
            <a:spLocks noGrp="1"/>
          </p:cNvSpPr>
          <p:nvPr>
            <p:ph idx="1"/>
          </p:nvPr>
        </p:nvSpPr>
        <p:spPr>
          <a:xfrm>
            <a:off x="1587710" y="2160016"/>
            <a:ext cx="9486690" cy="3926152"/>
          </a:xfrm>
        </p:spPr>
        <p:txBody>
          <a:bodyPr vert="horz" lIns="91440" tIns="45720" rIns="91440" bIns="45720" rtlCol="0" anchor="t">
            <a:normAutofit fontScale="92500"/>
          </a:bodyPr>
          <a:lstStyle/>
          <a:p>
            <a:pPr lvl="1"/>
            <a:r>
              <a:rPr lang="es-ES" dirty="0">
                <a:ea typeface="+mn-lt"/>
                <a:cs typeface="+mn-lt"/>
              </a:rPr>
              <a:t>Las plataformas de video son servicios que facilitan el alojamiento, la codificación y la entrega de contenido de video. Se encargan de toda la infraestructura técnica para que los desarrolladores no tengan que gestionarla ellos mismos.</a:t>
            </a:r>
          </a:p>
          <a:p>
            <a:pPr lvl="2">
              <a:buFont typeface="Wingdings" panose="020B0604020202020204" pitchFamily="34" charset="0"/>
              <a:buChar char="§"/>
            </a:pPr>
            <a:r>
              <a:rPr lang="es-ES" dirty="0">
                <a:ea typeface="+mn-lt"/>
                <a:cs typeface="+mn-lt"/>
              </a:rPr>
              <a:t>YouTube y Vimeo: Son plataformas populares que manejan todo el ciclo de vida del video, desde la subida hasta la reproducción. Ofrecen un reproductor personalizable y una API para incrustar videos en cualquier sitio web.</a:t>
            </a:r>
            <a:endParaRPr lang="es-ES"/>
          </a:p>
          <a:p>
            <a:pPr lvl="2">
              <a:buFont typeface="Wingdings" panose="020B0604020202020204" pitchFamily="34" charset="0"/>
              <a:buChar char="§"/>
            </a:pPr>
            <a:r>
              <a:rPr lang="es-ES" dirty="0">
                <a:ea typeface="+mn-lt"/>
                <a:cs typeface="+mn-lt"/>
              </a:rPr>
              <a:t>Servicios de </a:t>
            </a:r>
            <a:r>
              <a:rPr lang="es-ES" dirty="0" err="1">
                <a:ea typeface="+mn-lt"/>
                <a:cs typeface="+mn-lt"/>
              </a:rPr>
              <a:t>streaming</a:t>
            </a:r>
            <a:r>
              <a:rPr lang="es-ES" dirty="0">
                <a:ea typeface="+mn-lt"/>
                <a:cs typeface="+mn-lt"/>
              </a:rPr>
              <a:t> en la nube (ej. AWS Media </a:t>
            </a:r>
            <a:r>
              <a:rPr lang="es-ES" dirty="0" err="1">
                <a:ea typeface="+mn-lt"/>
                <a:cs typeface="+mn-lt"/>
              </a:rPr>
              <a:t>Services</a:t>
            </a:r>
            <a:r>
              <a:rPr lang="es-ES" dirty="0">
                <a:ea typeface="+mn-lt"/>
                <a:cs typeface="+mn-lt"/>
              </a:rPr>
              <a:t>, Google Cloud Video </a:t>
            </a:r>
            <a:r>
              <a:rPr lang="es-ES" dirty="0" err="1">
                <a:ea typeface="+mn-lt"/>
                <a:cs typeface="+mn-lt"/>
              </a:rPr>
              <a:t>Intelligence</a:t>
            </a:r>
            <a:r>
              <a:rPr lang="es-ES" dirty="0">
                <a:ea typeface="+mn-lt"/>
                <a:cs typeface="+mn-lt"/>
              </a:rPr>
              <a:t>): Estos servicios ofrecen herramientas de nivel empresarial para codificar, empaquetar y entregar video a gran escala. Son ideales para empresas que necesitan un control total sobre su infraestructura de video.</a:t>
            </a:r>
            <a:endParaRPr lang="es-ES"/>
          </a:p>
          <a:p>
            <a:pPr lvl="2">
              <a:buFont typeface="Wingdings" panose="020B0604020202020204" pitchFamily="34" charset="0"/>
              <a:buChar char="§"/>
            </a:pPr>
            <a:r>
              <a:rPr lang="es-ES" dirty="0">
                <a:ea typeface="+mn-lt"/>
                <a:cs typeface="+mn-lt"/>
              </a:rPr>
              <a:t>CMS (Content Management </a:t>
            </a:r>
            <a:r>
              <a:rPr lang="es-ES" dirty="0" err="1">
                <a:ea typeface="+mn-lt"/>
                <a:cs typeface="+mn-lt"/>
              </a:rPr>
              <a:t>System</a:t>
            </a:r>
            <a:r>
              <a:rPr lang="es-ES" dirty="0">
                <a:ea typeface="+mn-lt"/>
                <a:cs typeface="+mn-lt"/>
              </a:rPr>
              <a:t>) con soporte de video: Plataformas como WordPress o Shopify permiten subir y gestionar videos directamente, a menudo utilizando servicios de terceros para el almacenamiento y la entrega.</a:t>
            </a:r>
            <a:endParaRPr lang="es-ES"/>
          </a:p>
        </p:txBody>
      </p:sp>
    </p:spTree>
    <p:extLst>
      <p:ext uri="{BB962C8B-B14F-4D97-AF65-F5344CB8AC3E}">
        <p14:creationId xmlns:p14="http://schemas.microsoft.com/office/powerpoint/2010/main" val="317306887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10F26C-90CF-813C-3703-5B83FF1922F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9EB100-6068-E614-965B-5AC431975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C42E4CC-B56C-162E-B45B-F8A0EC87377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 Animaciones Web y Contenido Interactivo</a:t>
            </a:r>
            <a:endParaRPr lang="es-ES" dirty="0"/>
          </a:p>
        </p:txBody>
      </p:sp>
      <p:sp>
        <p:nvSpPr>
          <p:cNvPr id="10" name="Rectangle 9">
            <a:extLst>
              <a:ext uri="{FF2B5EF4-FFF2-40B4-BE49-F238E27FC236}">
                <a16:creationId xmlns:a16="http://schemas.microsoft.com/office/drawing/2014/main" id="{9053DC44-B4F0-A950-37F8-CF3C5D6BAD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6D630AD-C221-51A2-76D3-44C521A5F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114F9BC-44BF-83B4-E8E5-16E87B7EEBAA}"/>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Las animaciones y el contenido interactivo son elementos clave para crear una experiencia de usuario dinámica y atractiva. A diferencia del contenido estático, estos elementos reaccionan a las acciones del usuario, guían su atención y mejoran la usabilidad de una interfaz.</a:t>
            </a:r>
            <a:endParaRPr lang="es-ES" dirty="0"/>
          </a:p>
          <a:p>
            <a:r>
              <a:rPr lang="es-ES" dirty="0">
                <a:ea typeface="+mn-lt"/>
                <a:cs typeface="+mn-lt"/>
              </a:rPr>
              <a:t>El desarrollo de animaciones y contenido interactivo se puede dividir en varias áreas:</a:t>
            </a:r>
            <a:endParaRPr lang="es-ES" dirty="0"/>
          </a:p>
          <a:p>
            <a:pPr lvl="1">
              <a:buFont typeface="Courier New" panose="020B0604020202020204" pitchFamily="34" charset="0"/>
              <a:buChar char="o"/>
            </a:pPr>
            <a:r>
              <a:rPr lang="es-ES" dirty="0">
                <a:ea typeface="+mn-lt"/>
                <a:cs typeface="+mn-lt"/>
              </a:rPr>
              <a:t>Animaciones con CSS3: La forma más común de crear animaciones fluidas en la web. Las propiedades </a:t>
            </a:r>
            <a:r>
              <a:rPr lang="es-ES" dirty="0" err="1">
                <a:ea typeface="+mn-lt"/>
                <a:cs typeface="+mn-lt"/>
              </a:rPr>
              <a:t>transition</a:t>
            </a:r>
            <a:r>
              <a:rPr lang="es-ES" dirty="0">
                <a:ea typeface="+mn-lt"/>
                <a:cs typeface="+mn-lt"/>
              </a:rPr>
              <a:t> y </a:t>
            </a:r>
            <a:r>
              <a:rPr lang="es-ES" dirty="0" err="1">
                <a:ea typeface="+mn-lt"/>
                <a:cs typeface="+mn-lt"/>
              </a:rPr>
              <a:t>transform</a:t>
            </a:r>
            <a:r>
              <a:rPr lang="es-ES" dirty="0">
                <a:ea typeface="+mn-lt"/>
                <a:cs typeface="+mn-lt"/>
              </a:rPr>
              <a:t>, junto con la regla @keyframes, permiten crear efectos de movimiento, cambios de tamaño y rotaciones sin necesidad de JavaScript, lo que las hace muy eficientes.</a:t>
            </a:r>
            <a:endParaRPr lang="es-ES"/>
          </a:p>
        </p:txBody>
      </p:sp>
    </p:spTree>
    <p:extLst>
      <p:ext uri="{BB962C8B-B14F-4D97-AF65-F5344CB8AC3E}">
        <p14:creationId xmlns:p14="http://schemas.microsoft.com/office/powerpoint/2010/main" val="317913229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A8DA48-FFBF-6E00-C113-B012258F93C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94E2EF6-3A64-C364-939A-0983D13142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07D1BEE-25F8-BF27-E3CF-593C7F2398FE}"/>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 Animaciones Web y Contenido Interactivo</a:t>
            </a:r>
            <a:endParaRPr lang="es-ES" dirty="0"/>
          </a:p>
        </p:txBody>
      </p:sp>
      <p:sp>
        <p:nvSpPr>
          <p:cNvPr id="10" name="Rectangle 9">
            <a:extLst>
              <a:ext uri="{FF2B5EF4-FFF2-40B4-BE49-F238E27FC236}">
                <a16:creationId xmlns:a16="http://schemas.microsoft.com/office/drawing/2014/main" id="{32B57B7C-1CFF-3E12-CF9E-9BBF92591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5F42885-085A-F86E-6C61-5E4E987FF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122D0D0-B2EC-2E32-1229-47B03E24C241}"/>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pPr lvl="1">
              <a:buFont typeface="Courier New" panose="020B0604020202020204" pitchFamily="34" charset="0"/>
              <a:buChar char="o"/>
            </a:pPr>
            <a:r>
              <a:rPr lang="es-ES" dirty="0">
                <a:ea typeface="+mn-lt"/>
                <a:cs typeface="+mn-lt"/>
              </a:rPr>
              <a:t>Animaciones con JavaScript y </a:t>
            </a:r>
            <a:r>
              <a:rPr lang="es-ES" dirty="0" err="1">
                <a:ea typeface="+mn-lt"/>
                <a:cs typeface="+mn-lt"/>
              </a:rPr>
              <a:t>APIs</a:t>
            </a:r>
            <a:r>
              <a:rPr lang="es-ES" dirty="0">
                <a:ea typeface="+mn-lt"/>
                <a:cs typeface="+mn-lt"/>
              </a:rPr>
              <a:t>: Para animaciones más complejas o que necesitan una lógica detallada, se utiliza JavaScript. Las APIs como la Web Animations API, o librerías como GreenSock (GSAP), ofrecen un control programático total sobre las animaciones.</a:t>
            </a:r>
          </a:p>
          <a:p>
            <a:pPr lvl="1">
              <a:buFont typeface="Courier New" panose="020B0604020202020204" pitchFamily="34" charset="0"/>
              <a:buChar char="o"/>
            </a:pPr>
            <a:r>
              <a:rPr lang="es-ES" dirty="0">
                <a:ea typeface="+mn-lt"/>
                <a:cs typeface="+mn-lt"/>
              </a:rPr>
              <a:t>Animaciones en SVG: El formato de gráficos vectoriales escalables (SVG) es ideal para animaciones de logotipos, iconos y gráficos. Los SVG se pueden animar directamente con CSS o JavaScript, lo que permite efectos complejos sin perder calidad al escalar.</a:t>
            </a:r>
            <a:endParaRPr lang="es-ES" dirty="0"/>
          </a:p>
          <a:p>
            <a:r>
              <a:rPr lang="es-ES" dirty="0">
                <a:ea typeface="+mn-lt"/>
                <a:cs typeface="+mn-lt"/>
              </a:rPr>
              <a:t>Contenido interactivo: El contenido interactivo va más allá de la animación. Incluye elementos que responden a la entrada del usuario, como arrastrar y soltar, collages interactivos o visualizaciones de datos que se actualizan en tiempo real.</a:t>
            </a:r>
            <a:endParaRPr lang="es-ES"/>
          </a:p>
        </p:txBody>
      </p:sp>
    </p:spTree>
    <p:extLst>
      <p:ext uri="{BB962C8B-B14F-4D97-AF65-F5344CB8AC3E}">
        <p14:creationId xmlns:p14="http://schemas.microsoft.com/office/powerpoint/2010/main" val="388834240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67C73A-4E37-E234-CCF4-1C13CDD39D9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55D6F1-8B71-F3D7-4644-50E863986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D65B07F-9BAE-B9AF-827B-466594C4F77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 Tipos de animaciones en la web</a:t>
            </a:r>
            <a:endParaRPr lang="es-ES" dirty="0"/>
          </a:p>
        </p:txBody>
      </p:sp>
      <p:sp>
        <p:nvSpPr>
          <p:cNvPr id="10" name="Rectangle 9">
            <a:extLst>
              <a:ext uri="{FF2B5EF4-FFF2-40B4-BE49-F238E27FC236}">
                <a16:creationId xmlns:a16="http://schemas.microsoft.com/office/drawing/2014/main" id="{2F378DE2-8DA0-6028-F9FA-7DE7701F4E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66873F5-556A-19A6-26C2-1DB5E14C3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35B3169-EC6D-E626-1ABA-454896D97848}"/>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En el desarrollo web, las animaciones se crean principalmente con tres tecnologías: CSS, JavaScript y SVG. Cada una tiene sus propias ventajas y se usa para diferentes propósitos.</a:t>
            </a:r>
            <a:endParaRPr lang="es-ES" dirty="0"/>
          </a:p>
          <a:p>
            <a:r>
              <a:rPr lang="es-ES" dirty="0">
                <a:ea typeface="+mn-lt"/>
                <a:cs typeface="+mn-lt"/>
              </a:rPr>
              <a:t>Las animaciones CSS son ideales para efectos visuales simples y fluidos, ya que la mayoría de los navegadores las optimizan de forma nativa. Son perfectas para elementos de la interfaz de usuario como botones, menús y transiciones de páginas.</a:t>
            </a:r>
            <a:endParaRPr lang="es-ES" dirty="0"/>
          </a:p>
          <a:p>
            <a:pPr lvl="1">
              <a:buFont typeface="Courier New" panose="020B0604020202020204" pitchFamily="34" charset="0"/>
              <a:buChar char="o"/>
            </a:pPr>
            <a:r>
              <a:rPr lang="es-ES" dirty="0">
                <a:ea typeface="+mn-lt"/>
                <a:cs typeface="+mn-lt"/>
              </a:rPr>
              <a:t>Transiciones (</a:t>
            </a:r>
            <a:r>
              <a:rPr lang="es-ES" dirty="0" err="1">
                <a:ea typeface="+mn-lt"/>
                <a:cs typeface="+mn-lt"/>
              </a:rPr>
              <a:t>transition</a:t>
            </a:r>
            <a:r>
              <a:rPr lang="es-ES" dirty="0">
                <a:ea typeface="+mn-lt"/>
                <a:cs typeface="+mn-lt"/>
              </a:rPr>
              <a:t>): Permiten crear animaciones graduales entre dos estados de un elemento. Por ejemplo, al pasar el cursor sobre un botón, puedes hacer que cambie de color o de tamaño de forma suave en lugar de instantáneamente. Se definen las propiedades que cambian, la duración y el tipo de curva de aceleración.</a:t>
            </a:r>
            <a:endParaRPr lang="es-ES"/>
          </a:p>
          <a:p>
            <a:pPr lvl="1">
              <a:buFont typeface="Courier New" panose="020B0604020202020204" pitchFamily="34" charset="0"/>
              <a:buChar char="o"/>
            </a:pPr>
            <a:r>
              <a:rPr lang="es-ES" dirty="0">
                <a:ea typeface="+mn-lt"/>
                <a:cs typeface="+mn-lt"/>
              </a:rPr>
              <a:t>Animaciones (@keyframes): Ofrecen un control más preciso al definir una secuencia de estados intermedios. Son ideales para animaciones que se repiten, que no se activan por la interacción del usuario o que tienen múltiples pasos. Se crea una regla @keyframes con un nombre y se le asigna a un elemento con la propiedad </a:t>
            </a:r>
            <a:r>
              <a:rPr lang="es-ES" dirty="0" err="1">
                <a:ea typeface="+mn-lt"/>
                <a:cs typeface="+mn-lt"/>
              </a:rPr>
              <a:t>animation</a:t>
            </a:r>
            <a:r>
              <a:rPr lang="es-ES" dirty="0">
                <a:ea typeface="+mn-lt"/>
                <a:cs typeface="+mn-lt"/>
              </a:rPr>
              <a:t>.</a:t>
            </a:r>
            <a:endParaRPr lang="es-ES" dirty="0"/>
          </a:p>
        </p:txBody>
      </p:sp>
    </p:spTree>
    <p:extLst>
      <p:ext uri="{BB962C8B-B14F-4D97-AF65-F5344CB8AC3E}">
        <p14:creationId xmlns:p14="http://schemas.microsoft.com/office/powerpoint/2010/main" val="1659296146"/>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959650-0670-0CD2-5837-7BCBE2B863B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74B445-C053-0D02-9D60-2E7BCB6F21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5237BDB-E7C9-FEFB-BA2F-9440CB1F0D4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 Tipos de animaciones en la web</a:t>
            </a:r>
            <a:endParaRPr lang="es-ES" dirty="0"/>
          </a:p>
        </p:txBody>
      </p:sp>
      <p:sp>
        <p:nvSpPr>
          <p:cNvPr id="10" name="Rectangle 9">
            <a:extLst>
              <a:ext uri="{FF2B5EF4-FFF2-40B4-BE49-F238E27FC236}">
                <a16:creationId xmlns:a16="http://schemas.microsoft.com/office/drawing/2014/main" id="{7FED8A3B-73EC-B4D6-8B44-D55C1750FD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AE4F04D-2E84-1EAF-C92B-639103505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CE5B581-486D-E577-9672-C434C13D1DCA}"/>
              </a:ext>
            </a:extLst>
          </p:cNvPr>
          <p:cNvSpPr>
            <a:spLocks noGrp="1"/>
          </p:cNvSpPr>
          <p:nvPr>
            <p:ph idx="1"/>
          </p:nvPr>
        </p:nvSpPr>
        <p:spPr>
          <a:xfrm>
            <a:off x="1587710" y="2160016"/>
            <a:ext cx="9486690" cy="3926152"/>
          </a:xfrm>
        </p:spPr>
        <p:txBody>
          <a:bodyPr vert="horz" lIns="91440" tIns="45720" rIns="91440" bIns="45720" rtlCol="0" anchor="t">
            <a:normAutofit lnSpcReduction="10000"/>
          </a:bodyPr>
          <a:lstStyle/>
          <a:p>
            <a:r>
              <a:rPr lang="es-ES" dirty="0">
                <a:ea typeface="+mn-lt"/>
                <a:cs typeface="+mn-lt"/>
              </a:rPr>
              <a:t>Para animaciones complejas, dinámicas o que dependen de la lógica de la aplicación, JavaScript es la herramienta principal.</a:t>
            </a:r>
          </a:p>
          <a:p>
            <a:pPr lvl="1">
              <a:buFont typeface="Courier New" panose="020B0604020202020204" pitchFamily="34" charset="0"/>
              <a:buChar char="o"/>
            </a:pPr>
            <a:r>
              <a:rPr lang="es-ES" dirty="0">
                <a:ea typeface="+mn-lt"/>
                <a:cs typeface="+mn-lt"/>
              </a:rPr>
              <a:t>Web </a:t>
            </a:r>
            <a:r>
              <a:rPr lang="es-ES" dirty="0" err="1">
                <a:ea typeface="+mn-lt"/>
                <a:cs typeface="+mn-lt"/>
              </a:rPr>
              <a:t>Animations</a:t>
            </a:r>
            <a:r>
              <a:rPr lang="es-ES" dirty="0">
                <a:ea typeface="+mn-lt"/>
                <a:cs typeface="+mn-lt"/>
              </a:rPr>
              <a:t> API (WAAPI): Es una API nativa que proporciona un control programático sobre las animaciones. Permite controlar la reproducción, pausar, revertir y sincronizar animaciones de forma precisa. Es la mejor opción para animaciones programáticas que no requieren una librería externa.</a:t>
            </a:r>
            <a:endParaRPr lang="es-ES"/>
          </a:p>
          <a:p>
            <a:pPr lvl="1">
              <a:buFont typeface="Courier New" panose="020B0604020202020204" pitchFamily="34" charset="0"/>
              <a:buChar char="o"/>
            </a:pPr>
            <a:r>
              <a:rPr lang="es-ES" dirty="0">
                <a:ea typeface="+mn-lt"/>
                <a:cs typeface="+mn-lt"/>
              </a:rPr>
              <a:t>Librerías de animación: Librerías como GSAP (</a:t>
            </a:r>
            <a:r>
              <a:rPr lang="es-ES" dirty="0" err="1">
                <a:ea typeface="+mn-lt"/>
                <a:cs typeface="+mn-lt"/>
              </a:rPr>
              <a:t>GreenSock</a:t>
            </a:r>
            <a:r>
              <a:rPr lang="es-ES" dirty="0">
                <a:ea typeface="+mn-lt"/>
                <a:cs typeface="+mn-lt"/>
              </a:rPr>
              <a:t> </a:t>
            </a:r>
            <a:r>
              <a:rPr lang="es-ES" dirty="0" err="1">
                <a:ea typeface="+mn-lt"/>
                <a:cs typeface="+mn-lt"/>
              </a:rPr>
              <a:t>Animation</a:t>
            </a:r>
            <a:r>
              <a:rPr lang="es-ES" dirty="0">
                <a:ea typeface="+mn-lt"/>
                <a:cs typeface="+mn-lt"/>
              </a:rPr>
              <a:t> </a:t>
            </a:r>
            <a:r>
              <a:rPr lang="es-ES" dirty="0" err="1">
                <a:ea typeface="+mn-lt"/>
                <a:cs typeface="+mn-lt"/>
              </a:rPr>
              <a:t>Platform</a:t>
            </a:r>
            <a:r>
              <a:rPr lang="es-ES" dirty="0">
                <a:ea typeface="+mn-lt"/>
                <a:cs typeface="+mn-lt"/>
              </a:rPr>
              <a:t>) o </a:t>
            </a:r>
            <a:r>
              <a:rPr lang="es-ES" dirty="0" err="1">
                <a:ea typeface="+mn-lt"/>
                <a:cs typeface="+mn-lt"/>
              </a:rPr>
              <a:t>Framer</a:t>
            </a:r>
            <a:r>
              <a:rPr lang="es-ES" dirty="0">
                <a:ea typeface="+mn-lt"/>
                <a:cs typeface="+mn-lt"/>
              </a:rPr>
              <a:t> </a:t>
            </a:r>
            <a:r>
              <a:rPr lang="es-ES" dirty="0" err="1">
                <a:ea typeface="+mn-lt"/>
                <a:cs typeface="+mn-lt"/>
              </a:rPr>
              <a:t>Motion</a:t>
            </a:r>
            <a:r>
              <a:rPr lang="es-ES" dirty="0">
                <a:ea typeface="+mn-lt"/>
                <a:cs typeface="+mn-lt"/>
              </a:rPr>
              <a:t> simplifican el proceso de crear animaciones complejas. Ofrecen sintaxis más sencilla, mejor rendimiento y funciones avanzadas como la animación de rutas de SVG, animaciones basadas en físicas y secuencias de tiempo complejas. Son la elección preferida para animaciones de alto nivel y visualizaciones de datos.</a:t>
            </a:r>
          </a:p>
        </p:txBody>
      </p:sp>
    </p:spTree>
    <p:extLst>
      <p:ext uri="{BB962C8B-B14F-4D97-AF65-F5344CB8AC3E}">
        <p14:creationId xmlns:p14="http://schemas.microsoft.com/office/powerpoint/2010/main" val="54660733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01FF96-3393-8B27-A130-D5B533CE45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375A35-40E6-F909-169C-428669D393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DA8A40D-BF18-08B8-F1B4-BA499307C9DE}"/>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 Tipos de animaciones en la web</a:t>
            </a:r>
            <a:endParaRPr lang="es-ES" dirty="0"/>
          </a:p>
        </p:txBody>
      </p:sp>
      <p:sp>
        <p:nvSpPr>
          <p:cNvPr id="10" name="Rectangle 9">
            <a:extLst>
              <a:ext uri="{FF2B5EF4-FFF2-40B4-BE49-F238E27FC236}">
                <a16:creationId xmlns:a16="http://schemas.microsoft.com/office/drawing/2014/main" id="{7AE59C54-705A-4200-16F2-5100347266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9C1343C-C89D-AA93-3FB9-358B3A1F6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FEA8ECA-34E1-614E-837C-65A6C669B5B9}"/>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El formato SVG es ideal para gráficos vectoriales que se escalan sin perder calidad. También es excelente para animaciones de logotipos, iconos e ilustraciones.</a:t>
            </a:r>
          </a:p>
          <a:p>
            <a:pPr lvl="1">
              <a:buFont typeface="Courier New" panose="020B0604020202020204" pitchFamily="34" charset="0"/>
              <a:buChar char="o"/>
            </a:pPr>
            <a:r>
              <a:rPr lang="es-ES" dirty="0">
                <a:ea typeface="+mn-lt"/>
                <a:cs typeface="+mn-lt"/>
              </a:rPr>
              <a:t>Animación con CSS: Se puede aplicar </a:t>
            </a:r>
            <a:r>
              <a:rPr lang="es-ES" dirty="0" err="1">
                <a:ea typeface="+mn-lt"/>
                <a:cs typeface="+mn-lt"/>
              </a:rPr>
              <a:t>transform</a:t>
            </a:r>
            <a:r>
              <a:rPr lang="es-ES" dirty="0">
                <a:ea typeface="+mn-lt"/>
                <a:cs typeface="+mn-lt"/>
              </a:rPr>
              <a:t> y </a:t>
            </a:r>
            <a:r>
              <a:rPr lang="es-ES" dirty="0" err="1">
                <a:ea typeface="+mn-lt"/>
                <a:cs typeface="+mn-lt"/>
              </a:rPr>
              <a:t>transition</a:t>
            </a:r>
            <a:r>
              <a:rPr lang="es-ES" dirty="0">
                <a:ea typeface="+mn-lt"/>
                <a:cs typeface="+mn-lt"/>
              </a:rPr>
              <a:t> a los elementos de un SVG, lo que es perfecto para animar iconos o logotipos.</a:t>
            </a:r>
          </a:p>
          <a:p>
            <a:pPr lvl="1">
              <a:buFont typeface="Courier New" panose="020B0604020202020204" pitchFamily="34" charset="0"/>
              <a:buChar char="o"/>
            </a:pPr>
            <a:r>
              <a:rPr lang="es-ES" dirty="0">
                <a:ea typeface="+mn-lt"/>
                <a:cs typeface="+mn-lt"/>
              </a:rPr>
              <a:t>Animación con JavaScript: Usando librerías como GSAP, se pueden animar los puntos de una ruta SVG para crear efectos de dibujo o </a:t>
            </a:r>
            <a:r>
              <a:rPr lang="es-ES" dirty="0" err="1">
                <a:ea typeface="+mn-lt"/>
                <a:cs typeface="+mn-lt"/>
              </a:rPr>
              <a:t>morphing</a:t>
            </a:r>
            <a:r>
              <a:rPr lang="es-ES" dirty="0">
                <a:ea typeface="+mn-lt"/>
                <a:cs typeface="+mn-lt"/>
              </a:rPr>
              <a:t>.</a:t>
            </a:r>
          </a:p>
          <a:p>
            <a:pPr lvl="1">
              <a:buFont typeface="Courier New" panose="020B0604020202020204" pitchFamily="34" charset="0"/>
              <a:buChar char="o"/>
            </a:pPr>
            <a:r>
              <a:rPr lang="es-ES" dirty="0">
                <a:ea typeface="+mn-lt"/>
                <a:cs typeface="+mn-lt"/>
              </a:rPr>
              <a:t>Animación con SMIL (SVG </a:t>
            </a:r>
            <a:r>
              <a:rPr lang="es-ES" dirty="0" err="1">
                <a:ea typeface="+mn-lt"/>
                <a:cs typeface="+mn-lt"/>
              </a:rPr>
              <a:t>Animation</a:t>
            </a:r>
            <a:r>
              <a:rPr lang="es-ES" dirty="0">
                <a:ea typeface="+mn-lt"/>
                <a:cs typeface="+mn-lt"/>
              </a:rPr>
              <a:t>): Es una sintaxis de XML que se inserta directamente en el código del SVG para definir animaciones. Aunque no todos los navegadores lo soportan, es útil para animaciones simples de iconos.</a:t>
            </a:r>
          </a:p>
        </p:txBody>
      </p:sp>
    </p:spTree>
    <p:extLst>
      <p:ext uri="{BB962C8B-B14F-4D97-AF65-F5344CB8AC3E}">
        <p14:creationId xmlns:p14="http://schemas.microsoft.com/office/powerpoint/2010/main" val="217450332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CD4E36-197C-FCC3-E80D-3CC9740147C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219721E-26A3-7384-8620-6188BBDA3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0F390BC-420B-7E38-4B9E-3B15F7FCA93C}"/>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3.5.1.1. GIF animado</a:t>
            </a:r>
            <a:endParaRPr lang="es-ES" dirty="0"/>
          </a:p>
        </p:txBody>
      </p:sp>
      <p:sp>
        <p:nvSpPr>
          <p:cNvPr id="10" name="Rectangle 9">
            <a:extLst>
              <a:ext uri="{FF2B5EF4-FFF2-40B4-BE49-F238E27FC236}">
                <a16:creationId xmlns:a16="http://schemas.microsoft.com/office/drawing/2014/main" id="{8CD1A230-E200-2843-4C67-88917DD506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7179A7-758C-2F71-90D8-F2CC946645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3ECE3DE-E1FB-99B1-10D3-E593FE112B7B}"/>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El GIF (</a:t>
            </a:r>
            <a:r>
              <a:rPr lang="es-ES" dirty="0" err="1">
                <a:ea typeface="+mn-lt"/>
                <a:cs typeface="+mn-lt"/>
              </a:rPr>
              <a:t>Graphics</a:t>
            </a:r>
            <a:r>
              <a:rPr lang="es-ES" dirty="0">
                <a:ea typeface="+mn-lt"/>
                <a:cs typeface="+mn-lt"/>
              </a:rPr>
              <a:t> </a:t>
            </a:r>
            <a:r>
              <a:rPr lang="es-ES" dirty="0" err="1">
                <a:ea typeface="+mn-lt"/>
                <a:cs typeface="+mn-lt"/>
              </a:rPr>
              <a:t>Interchange</a:t>
            </a:r>
            <a:r>
              <a:rPr lang="es-ES" dirty="0">
                <a:ea typeface="+mn-lt"/>
                <a:cs typeface="+mn-lt"/>
              </a:rPr>
              <a:t> </a:t>
            </a:r>
            <a:r>
              <a:rPr lang="es-ES" dirty="0" err="1">
                <a:ea typeface="+mn-lt"/>
                <a:cs typeface="+mn-lt"/>
              </a:rPr>
              <a:t>Format</a:t>
            </a:r>
            <a:r>
              <a:rPr lang="es-ES" dirty="0">
                <a:ea typeface="+mn-lt"/>
                <a:cs typeface="+mn-lt"/>
              </a:rPr>
              <a:t>) es un formato de imagen que, a diferencia de los formatos estáticos como JPEG o PNG, tiene la capacidad de mostrar una secuencia de imágenes en un bucle, creando una animación. Es uno de los formatos más antiguos en la web que soporta animaciones y sigue siendo popular para su simplicidad y compatibilidad universal. Características principales</a:t>
            </a:r>
            <a:endParaRPr lang="es-ES" dirty="0"/>
          </a:p>
          <a:p>
            <a:pPr lvl="1">
              <a:buFont typeface="Courier New" panose="020B0604020202020204" pitchFamily="34" charset="0"/>
              <a:buChar char="o"/>
            </a:pPr>
            <a:r>
              <a:rPr lang="es-ES" dirty="0">
                <a:ea typeface="+mn-lt"/>
                <a:cs typeface="+mn-lt"/>
              </a:rPr>
              <a:t>Compresión sin pérdida: La compresión del GIF no elimina datos, por lo que la calidad visual de las imágenes se mantiene, siempre y cuando no se supere su limitación de color.</a:t>
            </a:r>
            <a:endParaRPr lang="es-ES" dirty="0"/>
          </a:p>
          <a:p>
            <a:pPr lvl="1">
              <a:buFont typeface="Courier New" panose="020B0604020202020204" pitchFamily="34" charset="0"/>
              <a:buChar char="o"/>
            </a:pPr>
            <a:r>
              <a:rPr lang="es-ES" dirty="0">
                <a:ea typeface="+mn-lt"/>
                <a:cs typeface="+mn-lt"/>
              </a:rPr>
              <a:t>Paleta de colores limitada: Los GIF están limitados a una paleta de 256 colores. Esto los hace ideales para gráficos y animaciones con pocos colores y áreas planas, como logotipos e iconos, pero los hace inadecuados para fotografías o videos complejos, donde la pérdida de colores se nota.</a:t>
            </a:r>
            <a:endParaRPr lang="es-ES"/>
          </a:p>
          <a:p>
            <a:pPr lvl="1">
              <a:buFont typeface="Courier New" panose="020B0604020202020204" pitchFamily="34" charset="0"/>
              <a:buChar char="o"/>
            </a:pPr>
            <a:r>
              <a:rPr lang="es-ES" dirty="0">
                <a:ea typeface="+mn-lt"/>
                <a:cs typeface="+mn-lt"/>
              </a:rPr>
              <a:t>Transparencia: El formato GIF soporta transparencia, aunque de forma binaria (un píxel es 100% transparente o 100% opaco), a diferencia del PNG que permite transparencia parcial.</a:t>
            </a:r>
            <a:endParaRPr lang="es-ES"/>
          </a:p>
          <a:p>
            <a:pPr lvl="1">
              <a:buFont typeface="Courier New" panose="020B0604020202020204" pitchFamily="34" charset="0"/>
              <a:buChar char="o"/>
            </a:pPr>
            <a:r>
              <a:rPr lang="es-ES" dirty="0">
                <a:ea typeface="+mn-lt"/>
                <a:cs typeface="+mn-lt"/>
              </a:rPr>
              <a:t>Bucle infinito: Los GIF suelen reproducirse en un bucle infinito por defecto, lo que es perfecto para animaciones cortas y repetitivas.</a:t>
            </a:r>
            <a:endParaRPr lang="es-ES" dirty="0"/>
          </a:p>
          <a:p>
            <a:endParaRPr lang="es-ES" dirty="0"/>
          </a:p>
        </p:txBody>
      </p:sp>
    </p:spTree>
    <p:extLst>
      <p:ext uri="{BB962C8B-B14F-4D97-AF65-F5344CB8AC3E}">
        <p14:creationId xmlns:p14="http://schemas.microsoft.com/office/powerpoint/2010/main" val="41788898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21876B-2784-0A58-F5B8-E71FFD8E51C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4D8EC4C-4F8C-1E31-4F9D-325D82152E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67972E9-9E6A-FA9F-F08A-AB4CECF8CBC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3.5.1.1. GIF animado</a:t>
            </a:r>
            <a:endParaRPr lang="es-ES" dirty="0"/>
          </a:p>
        </p:txBody>
      </p:sp>
      <p:sp>
        <p:nvSpPr>
          <p:cNvPr id="10" name="Rectangle 9">
            <a:extLst>
              <a:ext uri="{FF2B5EF4-FFF2-40B4-BE49-F238E27FC236}">
                <a16:creationId xmlns:a16="http://schemas.microsoft.com/office/drawing/2014/main" id="{DAE73C93-DBBC-4FF2-7D05-64BE7DE20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861B9E0-DCA3-174E-8AD5-F96F5609DA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9273CFBD-A44D-3199-FED7-9F3DE2334B5B}"/>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Los GIF son excelentes para:</a:t>
            </a:r>
          </a:p>
          <a:p>
            <a:pPr lvl="1">
              <a:buFont typeface="Courier New" panose="020B0604020202020204" pitchFamily="34" charset="0"/>
              <a:buChar char="o"/>
            </a:pPr>
            <a:r>
              <a:rPr lang="es-ES" dirty="0">
                <a:ea typeface="+mn-lt"/>
                <a:cs typeface="+mn-lt"/>
              </a:rPr>
              <a:t>Memes y reacciones: Su naturaleza simple y su capacidad de bucle los han convertido en la forma dominante de comunicación en redes sociales.</a:t>
            </a:r>
            <a:endParaRPr lang="es-ES" dirty="0"/>
          </a:p>
          <a:p>
            <a:pPr lvl="1">
              <a:buFont typeface="Courier New" panose="020B0604020202020204" pitchFamily="34" charset="0"/>
              <a:buChar char="o"/>
            </a:pPr>
            <a:r>
              <a:rPr lang="es-ES" dirty="0">
                <a:ea typeface="+mn-lt"/>
                <a:cs typeface="+mn-lt"/>
              </a:rPr>
              <a:t>Tutoriales cortos: Un GIF animado puede mostrar rápidamente el funcionamiento de una interfaz de usuario o un proceso sin necesidad de un video más pesado.</a:t>
            </a:r>
          </a:p>
          <a:p>
            <a:pPr lvl="1">
              <a:buFont typeface="Courier New" panose="020B0604020202020204" pitchFamily="34" charset="0"/>
              <a:buChar char="o"/>
            </a:pPr>
            <a:r>
              <a:rPr lang="es-ES" dirty="0">
                <a:ea typeface="+mn-lt"/>
                <a:cs typeface="+mn-lt"/>
              </a:rPr>
              <a:t>Iconos y logotipos animados: Son ideales para animar elementos pequeños de la interfaz de usuario.</a:t>
            </a:r>
          </a:p>
          <a:p>
            <a:r>
              <a:rPr lang="es-ES" dirty="0">
                <a:ea typeface="+mn-lt"/>
                <a:cs typeface="+mn-lt"/>
              </a:rPr>
              <a:t>Sin embargo, debido a su limitada paleta de colores y a su ineficiente compresión para videos, los GIF son a menudo mucho más grandes en tamaño de archivo que un video equivalente en formato MP4 o </a:t>
            </a:r>
            <a:r>
              <a:rPr lang="es-ES" dirty="0" err="1">
                <a:ea typeface="+mn-lt"/>
                <a:cs typeface="+mn-lt"/>
              </a:rPr>
              <a:t>WebM</a:t>
            </a:r>
            <a:r>
              <a:rPr lang="es-ES" dirty="0">
                <a:ea typeface="+mn-lt"/>
                <a:cs typeface="+mn-lt"/>
              </a:rPr>
              <a:t>. Por esta razón, para animaciones más largas o complejas, es más recomendable usar un video corto en bucle.</a:t>
            </a:r>
          </a:p>
        </p:txBody>
      </p:sp>
    </p:spTree>
    <p:extLst>
      <p:ext uri="{BB962C8B-B14F-4D97-AF65-F5344CB8AC3E}">
        <p14:creationId xmlns:p14="http://schemas.microsoft.com/office/powerpoint/2010/main" val="279736407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A20F87-118F-EFF0-7892-1C010C20D8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7F271AE-A746-9916-D883-A5EB42BE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4D3E30C-DF93-2206-1C38-1FB54625281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3.5.1.2. Animaciones con CSS</a:t>
            </a:r>
            <a:endParaRPr lang="es-ES" dirty="0"/>
          </a:p>
        </p:txBody>
      </p:sp>
      <p:sp>
        <p:nvSpPr>
          <p:cNvPr id="10" name="Rectangle 9">
            <a:extLst>
              <a:ext uri="{FF2B5EF4-FFF2-40B4-BE49-F238E27FC236}">
                <a16:creationId xmlns:a16="http://schemas.microsoft.com/office/drawing/2014/main" id="{855244C7-EB9B-61AA-8447-38B317611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548DD2F-94D3-49A4-6AFF-274BA1358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9E49F18-815F-633A-D4DB-57440F479A17}"/>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Las animaciones CSS son la forma más común y eficiente de crear movimiento en las interfaces web. Se ejecutan en el hilo principal del navegador, lo que les permite ser muy fluidas. Hay dos métodos principales para crear animaciones con CSS: transiciones y </a:t>
            </a:r>
            <a:r>
              <a:rPr lang="es-ES" dirty="0" err="1">
                <a:ea typeface="+mn-lt"/>
                <a:cs typeface="+mn-lt"/>
              </a:rPr>
              <a:t>keyframes</a:t>
            </a:r>
            <a:r>
              <a:rPr lang="es-ES" dirty="0">
                <a:ea typeface="+mn-lt"/>
                <a:cs typeface="+mn-lt"/>
              </a:rPr>
              <a:t>.</a:t>
            </a:r>
            <a:endParaRPr lang="es-ES" dirty="0"/>
          </a:p>
          <a:p>
            <a:r>
              <a:rPr lang="es-ES" dirty="0">
                <a:ea typeface="+mn-lt"/>
                <a:cs typeface="+mn-lt"/>
              </a:rPr>
              <a:t>Las transiciones permiten animar el cambio de estado de una propiedad CSS de forma suave. Son ideales para animaciones sencillas que se activan por la interacción del usuario, como un </a:t>
            </a:r>
            <a:r>
              <a:rPr lang="es-ES" dirty="0" err="1">
                <a:ea typeface="+mn-lt"/>
                <a:cs typeface="+mn-lt"/>
              </a:rPr>
              <a:t>hover</a:t>
            </a:r>
            <a:r>
              <a:rPr lang="es-ES" dirty="0">
                <a:ea typeface="+mn-lt"/>
                <a:cs typeface="+mn-lt"/>
              </a:rPr>
              <a:t> o un </a:t>
            </a:r>
            <a:r>
              <a:rPr lang="es-ES" dirty="0" err="1">
                <a:ea typeface="+mn-lt"/>
                <a:cs typeface="+mn-lt"/>
              </a:rPr>
              <a:t>click</a:t>
            </a:r>
            <a:r>
              <a:rPr lang="es-ES" dirty="0">
                <a:ea typeface="+mn-lt"/>
                <a:cs typeface="+mn-lt"/>
              </a:rPr>
              <a:t>.</a:t>
            </a:r>
            <a:endParaRPr lang="es-ES" dirty="0"/>
          </a:p>
          <a:p>
            <a:pPr lvl="1">
              <a:buFont typeface="Courier New" panose="020B0604020202020204" pitchFamily="34" charset="0"/>
              <a:buChar char="o"/>
            </a:pPr>
            <a:r>
              <a:rPr lang="es-ES" dirty="0" err="1">
                <a:ea typeface="+mn-lt"/>
                <a:cs typeface="+mn-lt"/>
              </a:rPr>
              <a:t>transition-property</a:t>
            </a:r>
            <a:r>
              <a:rPr lang="es-ES" dirty="0">
                <a:ea typeface="+mn-lt"/>
                <a:cs typeface="+mn-lt"/>
              </a:rPr>
              <a:t>: Define qué propiedad CSS se va a animar. Por ejemplo, </a:t>
            </a:r>
            <a:r>
              <a:rPr lang="es-ES" dirty="0" err="1">
                <a:ea typeface="+mn-lt"/>
                <a:cs typeface="+mn-lt"/>
              </a:rPr>
              <a:t>background</a:t>
            </a:r>
            <a:r>
              <a:rPr lang="es-ES" dirty="0">
                <a:ea typeface="+mn-lt"/>
                <a:cs typeface="+mn-lt"/>
              </a:rPr>
              <a:t>-color, </a:t>
            </a:r>
            <a:r>
              <a:rPr lang="es-ES" dirty="0" err="1">
                <a:ea typeface="+mn-lt"/>
                <a:cs typeface="+mn-lt"/>
              </a:rPr>
              <a:t>transform</a:t>
            </a:r>
            <a:r>
              <a:rPr lang="es-ES" dirty="0">
                <a:ea typeface="+mn-lt"/>
                <a:cs typeface="+mn-lt"/>
              </a:rPr>
              <a:t>, </a:t>
            </a:r>
            <a:r>
              <a:rPr lang="es-ES" dirty="0" err="1">
                <a:ea typeface="+mn-lt"/>
                <a:cs typeface="+mn-lt"/>
              </a:rPr>
              <a:t>opacity</a:t>
            </a:r>
            <a:r>
              <a:rPr lang="es-ES" dirty="0">
                <a:ea typeface="+mn-lt"/>
                <a:cs typeface="+mn-lt"/>
              </a:rPr>
              <a:t>, etc. Si se usa </a:t>
            </a:r>
            <a:r>
              <a:rPr lang="es-ES" dirty="0" err="1">
                <a:ea typeface="+mn-lt"/>
                <a:cs typeface="+mn-lt"/>
              </a:rPr>
              <a:t>all</a:t>
            </a:r>
            <a:r>
              <a:rPr lang="es-ES" dirty="0">
                <a:ea typeface="+mn-lt"/>
                <a:cs typeface="+mn-lt"/>
              </a:rPr>
              <a:t>, se animarán todas las propiedades que cambien.</a:t>
            </a:r>
            <a:endParaRPr lang="es-ES"/>
          </a:p>
          <a:p>
            <a:pPr lvl="1">
              <a:buFont typeface="Courier New" panose="020B0604020202020204" pitchFamily="34" charset="0"/>
              <a:buChar char="o"/>
            </a:pPr>
            <a:r>
              <a:rPr lang="es-ES" dirty="0" err="1">
                <a:ea typeface="+mn-lt"/>
                <a:cs typeface="+mn-lt"/>
              </a:rPr>
              <a:t>transition-duration</a:t>
            </a:r>
            <a:r>
              <a:rPr lang="es-ES" dirty="0">
                <a:ea typeface="+mn-lt"/>
                <a:cs typeface="+mn-lt"/>
              </a:rPr>
              <a:t>: Establece el tiempo que durará la animación (en segundos o milisegundos).</a:t>
            </a:r>
            <a:endParaRPr lang="es-ES"/>
          </a:p>
          <a:p>
            <a:pPr lvl="1">
              <a:buFont typeface="Courier New" panose="020B0604020202020204" pitchFamily="34" charset="0"/>
              <a:buChar char="o"/>
            </a:pPr>
            <a:r>
              <a:rPr lang="es-ES" dirty="0" err="1">
                <a:ea typeface="+mn-lt"/>
                <a:cs typeface="+mn-lt"/>
              </a:rPr>
              <a:t>transition</a:t>
            </a:r>
            <a:r>
              <a:rPr lang="es-ES" dirty="0">
                <a:ea typeface="+mn-lt"/>
                <a:cs typeface="+mn-lt"/>
              </a:rPr>
              <a:t>-timing-</a:t>
            </a:r>
            <a:r>
              <a:rPr lang="es-ES" dirty="0" err="1">
                <a:ea typeface="+mn-lt"/>
                <a:cs typeface="+mn-lt"/>
              </a:rPr>
              <a:t>function</a:t>
            </a:r>
            <a:r>
              <a:rPr lang="es-ES" dirty="0">
                <a:ea typeface="+mn-lt"/>
                <a:cs typeface="+mn-lt"/>
              </a:rPr>
              <a:t>: Controla la velocidad de la animación. Las funciones de tiempo más comunes son </a:t>
            </a:r>
            <a:r>
              <a:rPr lang="es-ES" dirty="0" err="1">
                <a:ea typeface="+mn-lt"/>
                <a:cs typeface="+mn-lt"/>
              </a:rPr>
              <a:t>ease</a:t>
            </a:r>
            <a:r>
              <a:rPr lang="es-ES" dirty="0">
                <a:ea typeface="+mn-lt"/>
                <a:cs typeface="+mn-lt"/>
              </a:rPr>
              <a:t> (acelera y desacelera), linear (velocidad constante), </a:t>
            </a:r>
            <a:r>
              <a:rPr lang="es-ES" dirty="0" err="1">
                <a:ea typeface="+mn-lt"/>
                <a:cs typeface="+mn-lt"/>
              </a:rPr>
              <a:t>ease</a:t>
            </a:r>
            <a:r>
              <a:rPr lang="es-ES" dirty="0">
                <a:ea typeface="+mn-lt"/>
                <a:cs typeface="+mn-lt"/>
              </a:rPr>
              <a:t>-in (acelera al inicio) y </a:t>
            </a:r>
            <a:r>
              <a:rPr lang="es-ES" dirty="0" err="1">
                <a:ea typeface="+mn-lt"/>
                <a:cs typeface="+mn-lt"/>
              </a:rPr>
              <a:t>ease-out</a:t>
            </a:r>
            <a:r>
              <a:rPr lang="es-ES" dirty="0">
                <a:ea typeface="+mn-lt"/>
                <a:cs typeface="+mn-lt"/>
              </a:rPr>
              <a:t> (desacelera al final).</a:t>
            </a:r>
            <a:endParaRPr lang="es-ES" dirty="0"/>
          </a:p>
          <a:p>
            <a:pPr lvl="1">
              <a:buFont typeface="Courier New" panose="020B0604020202020204" pitchFamily="34" charset="0"/>
              <a:buChar char="o"/>
            </a:pPr>
            <a:r>
              <a:rPr lang="es-ES" dirty="0" err="1">
                <a:ea typeface="+mn-lt"/>
                <a:cs typeface="+mn-lt"/>
              </a:rPr>
              <a:t>transition-delay</a:t>
            </a:r>
            <a:r>
              <a:rPr lang="es-ES" dirty="0">
                <a:ea typeface="+mn-lt"/>
                <a:cs typeface="+mn-lt"/>
              </a:rPr>
              <a:t>: Añade un retraso antes de que comience la animación.</a:t>
            </a:r>
            <a:endParaRPr lang="es-ES" dirty="0"/>
          </a:p>
        </p:txBody>
      </p:sp>
    </p:spTree>
    <p:extLst>
      <p:ext uri="{BB962C8B-B14F-4D97-AF65-F5344CB8AC3E}">
        <p14:creationId xmlns:p14="http://schemas.microsoft.com/office/powerpoint/2010/main" val="133923277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6835F3-C314-30AB-A893-926BE537B71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BBE00-6106-10BB-9CAF-B03F989D9B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A361D9F-F8FA-FF1D-A1BE-1D63EDE69C4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3.5.1.2. Animaciones con CSS</a:t>
            </a:r>
            <a:endParaRPr lang="es-ES" dirty="0"/>
          </a:p>
        </p:txBody>
      </p:sp>
      <p:sp>
        <p:nvSpPr>
          <p:cNvPr id="10" name="Rectangle 9">
            <a:extLst>
              <a:ext uri="{FF2B5EF4-FFF2-40B4-BE49-F238E27FC236}">
                <a16:creationId xmlns:a16="http://schemas.microsoft.com/office/drawing/2014/main" id="{E59B2306-C36D-61EB-B3C3-6721CA906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F398B62-711F-319E-1E43-236E17F28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6CCE458-D59E-6909-F36E-6C6480F62F3F}"/>
              </a:ext>
            </a:extLst>
          </p:cNvPr>
          <p:cNvSpPr>
            <a:spLocks noGrp="1"/>
          </p:cNvSpPr>
          <p:nvPr>
            <p:ph idx="1"/>
          </p:nvPr>
        </p:nvSpPr>
        <p:spPr>
          <a:xfrm>
            <a:off x="1587710" y="2160016"/>
            <a:ext cx="9486690" cy="3926152"/>
          </a:xfrm>
        </p:spPr>
        <p:txBody>
          <a:bodyPr vert="horz" lIns="91440" tIns="45720" rIns="91440" bIns="45720" rtlCol="0" anchor="t">
            <a:normAutofit lnSpcReduction="10000"/>
          </a:bodyPr>
          <a:lstStyle/>
          <a:p>
            <a:r>
              <a:rPr lang="es-ES" dirty="0">
                <a:ea typeface="+mn-lt"/>
                <a:cs typeface="+mn-lt"/>
              </a:rPr>
              <a:t>Ejemplo:</a:t>
            </a:r>
          </a:p>
          <a:p>
            <a:pPr marL="0" indent="0">
              <a:buNone/>
            </a:pPr>
            <a:r>
              <a:rPr lang="es-ES" b="1" dirty="0">
                <a:latin typeface="Consolas"/>
                <a:ea typeface="+mn-lt"/>
                <a:cs typeface="+mn-lt"/>
              </a:rPr>
              <a:t>.</a:t>
            </a:r>
            <a:r>
              <a:rPr lang="es-ES" b="1" err="1">
                <a:latin typeface="Consolas"/>
                <a:ea typeface="+mn-lt"/>
                <a:cs typeface="+mn-lt"/>
              </a:rPr>
              <a:t>boton</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-color: blue;</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transition</a:t>
            </a: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-color 0.5s </a:t>
            </a:r>
            <a:r>
              <a:rPr lang="es-ES" b="1" err="1">
                <a:latin typeface="Consolas"/>
                <a:ea typeface="+mn-lt"/>
                <a:cs typeface="+mn-lt"/>
              </a:rPr>
              <a:t>ease</a:t>
            </a:r>
            <a:r>
              <a:rPr lang="es-ES" b="1" dirty="0">
                <a:latin typeface="Consolas"/>
                <a:ea typeface="+mn-lt"/>
                <a:cs typeface="+mn-lt"/>
              </a:rPr>
              <a:t>-</a:t>
            </a:r>
            <a:r>
              <a:rPr lang="es-ES" b="1" err="1">
                <a:latin typeface="Consolas"/>
                <a:ea typeface="+mn-lt"/>
                <a:cs typeface="+mn-lt"/>
              </a:rPr>
              <a:t>in-out</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a:t>
            </a:r>
            <a:r>
              <a:rPr lang="es-ES" b="1" err="1">
                <a:latin typeface="Consolas"/>
                <a:ea typeface="+mn-lt"/>
                <a:cs typeface="+mn-lt"/>
              </a:rPr>
              <a:t>boton:hover</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-color: red;</a:t>
            </a:r>
            <a:br>
              <a:rPr lang="es-ES" b="1" dirty="0">
                <a:latin typeface="Consolas"/>
                <a:ea typeface="+mn-lt"/>
                <a:cs typeface="+mn-lt"/>
              </a:rPr>
            </a:br>
            <a:r>
              <a:rPr lang="es-ES" b="1" dirty="0">
                <a:latin typeface="Consolas"/>
                <a:ea typeface="+mn-lt"/>
                <a:cs typeface="+mn-lt"/>
              </a:rPr>
              <a:t>}</a:t>
            </a:r>
            <a:endParaRPr lang="es-ES" b="1" dirty="0">
              <a:latin typeface="Consolas"/>
            </a:endParaRPr>
          </a:p>
          <a:p>
            <a:r>
              <a:rPr lang="es-ES" dirty="0">
                <a:ea typeface="+mn-lt"/>
                <a:cs typeface="+mn-lt"/>
              </a:rPr>
              <a:t>En este ejemplo, el cambio de color de fondo del botón no es instantáneo, sino que se anima durante 0.5 segundos.</a:t>
            </a:r>
          </a:p>
        </p:txBody>
      </p:sp>
    </p:spTree>
    <p:extLst>
      <p:ext uri="{BB962C8B-B14F-4D97-AF65-F5344CB8AC3E}">
        <p14:creationId xmlns:p14="http://schemas.microsoft.com/office/powerpoint/2010/main" val="68124509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099065-F4E9-883F-5A2F-F66016E3EB0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B0257C8-A4C9-6F14-4356-F38E9F487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303DD29-C58D-1524-B3D8-AE3C2293482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3.5.1.2. Animaciones con CSS</a:t>
            </a:r>
            <a:endParaRPr lang="es-ES" dirty="0"/>
          </a:p>
        </p:txBody>
      </p:sp>
      <p:sp>
        <p:nvSpPr>
          <p:cNvPr id="10" name="Rectangle 9">
            <a:extLst>
              <a:ext uri="{FF2B5EF4-FFF2-40B4-BE49-F238E27FC236}">
                <a16:creationId xmlns:a16="http://schemas.microsoft.com/office/drawing/2014/main" id="{0A7B5D6D-08CE-5897-B324-4D29B0521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CCFAFC9-F6FC-1377-9709-05D9E0C10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1A6E23B-50BA-A1CA-C132-7EF87D0C31DE}"/>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Las animaciones con @keyframes ofrecen un control más granular. Permiten definir secuencias de animación con múltiples pasos. Son ideales para animaciones que se repiten, que no dependen de la interacción del usuario o que tienen un flujo de movimiento complejo.</a:t>
            </a:r>
            <a:endParaRPr lang="es-ES" dirty="0"/>
          </a:p>
          <a:p>
            <a:r>
              <a:rPr lang="es-ES" dirty="0">
                <a:ea typeface="+mn-lt"/>
                <a:cs typeface="+mn-lt"/>
              </a:rPr>
              <a:t>El proceso es de dos partes:</a:t>
            </a:r>
          </a:p>
          <a:p>
            <a:pPr lvl="1">
              <a:buFont typeface="Courier New" panose="020B0604020202020204" pitchFamily="34" charset="0"/>
              <a:buChar char="o"/>
            </a:pPr>
            <a:r>
              <a:rPr lang="es-ES" dirty="0">
                <a:ea typeface="+mn-lt"/>
                <a:cs typeface="+mn-lt"/>
              </a:rPr>
              <a:t>Definir la animación: Se crea una regla @keyframes con un nombre. Dentro, se definen los pasos de la animación utilizando porcentajes (0%, 50%, 100%) o las palabras clave </a:t>
            </a:r>
            <a:r>
              <a:rPr lang="es-ES" dirty="0" err="1">
                <a:ea typeface="+mn-lt"/>
                <a:cs typeface="+mn-lt"/>
              </a:rPr>
              <a:t>from</a:t>
            </a:r>
            <a:r>
              <a:rPr lang="es-ES" dirty="0">
                <a:ea typeface="+mn-lt"/>
                <a:cs typeface="+mn-lt"/>
              </a:rPr>
              <a:t> y </a:t>
            </a:r>
            <a:r>
              <a:rPr lang="es-ES" dirty="0" err="1">
                <a:ea typeface="+mn-lt"/>
                <a:cs typeface="+mn-lt"/>
              </a:rPr>
              <a:t>to</a:t>
            </a:r>
            <a:r>
              <a:rPr lang="es-ES" dirty="0">
                <a:ea typeface="+mn-lt"/>
                <a:cs typeface="+mn-lt"/>
              </a:rPr>
              <a:t>.</a:t>
            </a:r>
          </a:p>
          <a:p>
            <a:pPr lvl="1">
              <a:buFont typeface="Courier New" panose="020B0604020202020204" pitchFamily="34" charset="0"/>
              <a:buChar char="o"/>
            </a:pPr>
            <a:r>
              <a:rPr lang="es-ES" dirty="0">
                <a:ea typeface="+mn-lt"/>
                <a:cs typeface="+mn-lt"/>
              </a:rPr>
              <a:t>Aplicar la animación: Se usa la propiedad </a:t>
            </a:r>
            <a:r>
              <a:rPr lang="es-ES" dirty="0" err="1">
                <a:ea typeface="+mn-lt"/>
                <a:cs typeface="+mn-lt"/>
              </a:rPr>
              <a:t>animation</a:t>
            </a:r>
            <a:r>
              <a:rPr lang="es-ES" dirty="0">
                <a:ea typeface="+mn-lt"/>
                <a:cs typeface="+mn-lt"/>
              </a:rPr>
              <a:t> en un elemento CSS para asignarle la animación definida.</a:t>
            </a:r>
            <a:endParaRPr lang="es-ES"/>
          </a:p>
          <a:p>
            <a:r>
              <a:rPr lang="es-ES" dirty="0">
                <a:ea typeface="+mn-lt"/>
                <a:cs typeface="+mn-lt"/>
              </a:rPr>
              <a:t>Propiedades de </a:t>
            </a:r>
            <a:r>
              <a:rPr lang="es-ES" dirty="0" err="1">
                <a:ea typeface="+mn-lt"/>
                <a:cs typeface="+mn-lt"/>
              </a:rPr>
              <a:t>animation</a:t>
            </a:r>
            <a:r>
              <a:rPr lang="es-ES" dirty="0">
                <a:ea typeface="+mn-lt"/>
                <a:cs typeface="+mn-lt"/>
              </a:rPr>
              <a:t>:</a:t>
            </a:r>
            <a:endParaRPr lang="es-ES" dirty="0"/>
          </a:p>
          <a:p>
            <a:pPr lvl="1">
              <a:buFont typeface="Courier New" panose="020B0604020202020204" pitchFamily="34" charset="0"/>
              <a:buChar char="o"/>
            </a:pPr>
            <a:r>
              <a:rPr lang="es-ES" dirty="0" err="1">
                <a:ea typeface="+mn-lt"/>
                <a:cs typeface="+mn-lt"/>
              </a:rPr>
              <a:t>animation-name</a:t>
            </a:r>
            <a:r>
              <a:rPr lang="es-ES" dirty="0">
                <a:ea typeface="+mn-lt"/>
                <a:cs typeface="+mn-lt"/>
              </a:rPr>
              <a:t>: El nombre de la animación.</a:t>
            </a:r>
          </a:p>
          <a:p>
            <a:pPr lvl="1">
              <a:buFont typeface="Courier New" panose="020B0604020202020204" pitchFamily="34" charset="0"/>
              <a:buChar char="o"/>
            </a:pPr>
            <a:r>
              <a:rPr lang="es-ES" dirty="0" err="1">
                <a:ea typeface="+mn-lt"/>
                <a:cs typeface="+mn-lt"/>
              </a:rPr>
              <a:t>animation-duration</a:t>
            </a:r>
            <a:r>
              <a:rPr lang="es-ES" dirty="0">
                <a:ea typeface="+mn-lt"/>
                <a:cs typeface="+mn-lt"/>
              </a:rPr>
              <a:t>: La duración de cada ciclo de la animación.</a:t>
            </a:r>
            <a:endParaRPr lang="es-ES" dirty="0"/>
          </a:p>
          <a:p>
            <a:pPr lvl="1">
              <a:buFont typeface="Courier New" panose="020B0604020202020204" pitchFamily="34" charset="0"/>
              <a:buChar char="o"/>
            </a:pPr>
            <a:r>
              <a:rPr lang="es-ES" dirty="0" err="1">
                <a:ea typeface="+mn-lt"/>
                <a:cs typeface="+mn-lt"/>
              </a:rPr>
              <a:t>animation</a:t>
            </a:r>
            <a:r>
              <a:rPr lang="es-ES" dirty="0">
                <a:ea typeface="+mn-lt"/>
                <a:cs typeface="+mn-lt"/>
              </a:rPr>
              <a:t>-timing-</a:t>
            </a:r>
            <a:r>
              <a:rPr lang="es-ES" dirty="0" err="1">
                <a:ea typeface="+mn-lt"/>
                <a:cs typeface="+mn-lt"/>
              </a:rPr>
              <a:t>function</a:t>
            </a:r>
            <a:r>
              <a:rPr lang="es-ES" dirty="0">
                <a:ea typeface="+mn-lt"/>
                <a:cs typeface="+mn-lt"/>
              </a:rPr>
              <a:t>: La función de tiempo de la animación.</a:t>
            </a:r>
            <a:endParaRPr lang="es-ES" dirty="0"/>
          </a:p>
          <a:p>
            <a:pPr lvl="1">
              <a:buFont typeface="Courier New" panose="020B0604020202020204" pitchFamily="34" charset="0"/>
              <a:buChar char="o"/>
            </a:pPr>
            <a:r>
              <a:rPr lang="es-ES" dirty="0" err="1">
                <a:ea typeface="+mn-lt"/>
                <a:cs typeface="+mn-lt"/>
              </a:rPr>
              <a:t>animation-iteration-count</a:t>
            </a:r>
            <a:r>
              <a:rPr lang="es-ES" dirty="0">
                <a:ea typeface="+mn-lt"/>
                <a:cs typeface="+mn-lt"/>
              </a:rPr>
              <a:t>: El número de veces que se repite la animación. infinite para un bucle sin fin.</a:t>
            </a:r>
          </a:p>
          <a:p>
            <a:pPr lvl="1">
              <a:buFont typeface="Courier New" panose="020B0604020202020204" pitchFamily="34" charset="0"/>
              <a:buChar char="o"/>
            </a:pPr>
            <a:r>
              <a:rPr lang="es-ES" dirty="0" err="1">
                <a:ea typeface="+mn-lt"/>
                <a:cs typeface="+mn-lt"/>
              </a:rPr>
              <a:t>animation-direction</a:t>
            </a:r>
            <a:r>
              <a:rPr lang="es-ES" dirty="0">
                <a:ea typeface="+mn-lt"/>
                <a:cs typeface="+mn-lt"/>
              </a:rPr>
              <a:t>: La dirección de la animación (normal, reverse, </a:t>
            </a:r>
            <a:r>
              <a:rPr lang="es-ES" dirty="0" err="1">
                <a:ea typeface="+mn-lt"/>
                <a:cs typeface="+mn-lt"/>
              </a:rPr>
              <a:t>alternate</a:t>
            </a:r>
            <a:r>
              <a:rPr lang="es-ES" dirty="0">
                <a:ea typeface="+mn-lt"/>
                <a:cs typeface="+mn-lt"/>
              </a:rPr>
              <a:t>).</a:t>
            </a:r>
            <a:endParaRPr lang="es-ES"/>
          </a:p>
          <a:p>
            <a:endParaRPr lang="es-ES" dirty="0">
              <a:ea typeface="+mn-lt"/>
              <a:cs typeface="+mn-lt"/>
            </a:endParaRPr>
          </a:p>
        </p:txBody>
      </p:sp>
    </p:spTree>
    <p:extLst>
      <p:ext uri="{BB962C8B-B14F-4D97-AF65-F5344CB8AC3E}">
        <p14:creationId xmlns:p14="http://schemas.microsoft.com/office/powerpoint/2010/main" val="241838440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1C1488-EAB8-4329-CAFD-98946459187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587374B-D6DA-A5F6-AED0-28AA4D8C5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6B0444C-FA65-CB1A-33F8-3AEE105286D2}"/>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3.5.1.2. Animaciones con CSS</a:t>
            </a:r>
            <a:endParaRPr lang="es-ES" dirty="0"/>
          </a:p>
        </p:txBody>
      </p:sp>
      <p:sp>
        <p:nvSpPr>
          <p:cNvPr id="10" name="Rectangle 9">
            <a:extLst>
              <a:ext uri="{FF2B5EF4-FFF2-40B4-BE49-F238E27FC236}">
                <a16:creationId xmlns:a16="http://schemas.microsoft.com/office/drawing/2014/main" id="{EF3CF34A-6CDA-1BE1-240B-568F6A40D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54E3CF-2021-59C7-9B4E-3BE806FD2E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CBA4285-7BF8-E825-8F75-E0FE720955EE}"/>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pPr marL="0" indent="0">
              <a:buNone/>
            </a:pPr>
            <a:r>
              <a:rPr lang="es-ES" b="1" dirty="0">
                <a:latin typeface="Consolas"/>
                <a:ea typeface="+mn-lt"/>
                <a:cs typeface="+mn-lt"/>
              </a:rPr>
              <a:t>@keyframes mover-derecha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from</a:t>
            </a:r>
            <a:r>
              <a:rPr lang="es-ES" b="1" dirty="0">
                <a:latin typeface="Consolas"/>
                <a:ea typeface="+mn-lt"/>
                <a:cs typeface="+mn-lt"/>
              </a:rPr>
              <a:t> { </a:t>
            </a:r>
            <a:r>
              <a:rPr lang="es-ES" b="1" err="1">
                <a:latin typeface="Consolas"/>
                <a:ea typeface="+mn-lt"/>
                <a:cs typeface="+mn-lt"/>
              </a:rPr>
              <a:t>transform</a:t>
            </a:r>
            <a:r>
              <a:rPr lang="es-ES" b="1" dirty="0">
                <a:latin typeface="Consolas"/>
                <a:ea typeface="+mn-lt"/>
                <a:cs typeface="+mn-lt"/>
              </a:rPr>
              <a:t>: </a:t>
            </a:r>
            <a:r>
              <a:rPr lang="es-ES" b="1" err="1">
                <a:latin typeface="Consolas"/>
                <a:ea typeface="+mn-lt"/>
                <a:cs typeface="+mn-lt"/>
              </a:rPr>
              <a:t>translateX</a:t>
            </a:r>
            <a:r>
              <a:rPr lang="es-ES" b="1" dirty="0">
                <a:latin typeface="Consolas"/>
                <a:ea typeface="+mn-lt"/>
                <a:cs typeface="+mn-lt"/>
              </a:rPr>
              <a:t>(0);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to</a:t>
            </a:r>
            <a:r>
              <a:rPr lang="es-ES" b="1" dirty="0">
                <a:latin typeface="Consolas"/>
                <a:ea typeface="+mn-lt"/>
                <a:cs typeface="+mn-lt"/>
              </a:rPr>
              <a:t>   { </a:t>
            </a:r>
            <a:r>
              <a:rPr lang="es-ES" b="1" err="1">
                <a:latin typeface="Consolas"/>
                <a:ea typeface="+mn-lt"/>
                <a:cs typeface="+mn-lt"/>
              </a:rPr>
              <a:t>transform</a:t>
            </a:r>
            <a:r>
              <a:rPr lang="es-ES" b="1" dirty="0">
                <a:latin typeface="Consolas"/>
                <a:ea typeface="+mn-lt"/>
                <a:cs typeface="+mn-lt"/>
              </a:rPr>
              <a:t>: </a:t>
            </a:r>
            <a:r>
              <a:rPr lang="es-ES" b="1" err="1">
                <a:latin typeface="Consolas"/>
                <a:ea typeface="+mn-lt"/>
                <a:cs typeface="+mn-lt"/>
              </a:rPr>
              <a:t>translateX</a:t>
            </a:r>
            <a:r>
              <a:rPr lang="es-ES" b="1" dirty="0">
                <a:latin typeface="Consolas"/>
                <a:ea typeface="+mn-lt"/>
                <a:cs typeface="+mn-lt"/>
              </a:rPr>
              <a:t>(200px); }</a:t>
            </a:r>
            <a:br>
              <a:rPr lang="es-ES" b="1" dirty="0">
                <a:latin typeface="Consolas"/>
                <a:ea typeface="+mn-lt"/>
                <a:cs typeface="+mn-lt"/>
              </a:rPr>
            </a:b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.caja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50px;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-color: </a:t>
            </a:r>
            <a:r>
              <a:rPr lang="es-ES" b="1" err="1">
                <a:latin typeface="Consolas"/>
                <a:ea typeface="+mn-lt"/>
                <a:cs typeface="+mn-lt"/>
              </a:rPr>
              <a:t>green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animation-name</a:t>
            </a:r>
            <a:r>
              <a:rPr lang="es-ES" b="1" dirty="0">
                <a:latin typeface="Consolas"/>
                <a:ea typeface="+mn-lt"/>
                <a:cs typeface="+mn-lt"/>
              </a:rPr>
              <a:t>: mover-derecha;</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animation-duration</a:t>
            </a:r>
            <a:r>
              <a:rPr lang="es-ES" b="1" dirty="0">
                <a:latin typeface="Consolas"/>
                <a:ea typeface="+mn-lt"/>
                <a:cs typeface="+mn-lt"/>
              </a:rPr>
              <a:t>: 2s;</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animation-iteration-count</a:t>
            </a:r>
            <a:r>
              <a:rPr lang="es-ES" b="1" dirty="0">
                <a:latin typeface="Consolas"/>
                <a:ea typeface="+mn-lt"/>
                <a:cs typeface="+mn-lt"/>
              </a:rPr>
              <a:t>: infinite;</a:t>
            </a:r>
            <a:br>
              <a:rPr lang="es-ES" b="1" dirty="0">
                <a:latin typeface="Consolas"/>
                <a:ea typeface="+mn-lt"/>
                <a:cs typeface="+mn-lt"/>
              </a:rPr>
            </a:br>
            <a:r>
              <a:rPr lang="es-ES" b="1" dirty="0">
                <a:latin typeface="Consolas"/>
                <a:ea typeface="+mn-lt"/>
                <a:cs typeface="+mn-lt"/>
              </a:rPr>
              <a:t>}</a:t>
            </a:r>
            <a:endParaRPr lang="es-ES" b="1" dirty="0">
              <a:latin typeface="Consolas"/>
            </a:endParaRPr>
          </a:p>
          <a:p>
            <a:r>
              <a:rPr lang="es-ES" dirty="0">
                <a:ea typeface="+mn-lt"/>
                <a:cs typeface="+mn-lt"/>
              </a:rPr>
              <a:t>En este ejemplo, la caja verde se moverá 200 píxeles hacia la derecha en un bucle infinito.</a:t>
            </a:r>
          </a:p>
        </p:txBody>
      </p:sp>
    </p:spTree>
    <p:extLst>
      <p:ext uri="{BB962C8B-B14F-4D97-AF65-F5344CB8AC3E}">
        <p14:creationId xmlns:p14="http://schemas.microsoft.com/office/powerpoint/2010/main" val="310393016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496212-C375-3DA9-A397-49B00BE39B8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89D7BDA-A0AC-7A21-CE0A-C9101DC83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431B436-9075-4B4C-D674-6EA00FAFEB9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3.5.1.3. Animaciones con SVG</a:t>
            </a:r>
            <a:endParaRPr lang="es-ES" dirty="0"/>
          </a:p>
        </p:txBody>
      </p:sp>
      <p:sp>
        <p:nvSpPr>
          <p:cNvPr id="10" name="Rectangle 9">
            <a:extLst>
              <a:ext uri="{FF2B5EF4-FFF2-40B4-BE49-F238E27FC236}">
                <a16:creationId xmlns:a16="http://schemas.microsoft.com/office/drawing/2014/main" id="{66480FD7-CF47-E8E7-4967-63433A733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E942704-4D20-63BE-EEF5-541EE7988D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8FC6E91-6CBB-BC6A-2799-229A62A07405}"/>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Las animaciones con SVG (</a:t>
            </a:r>
            <a:r>
              <a:rPr lang="es-ES" dirty="0" err="1">
                <a:ea typeface="+mn-lt"/>
                <a:cs typeface="+mn-lt"/>
              </a:rPr>
              <a:t>Scalable</a:t>
            </a:r>
            <a:r>
              <a:rPr lang="es-ES" dirty="0">
                <a:ea typeface="+mn-lt"/>
                <a:cs typeface="+mn-lt"/>
              </a:rPr>
              <a:t> Vector </a:t>
            </a:r>
            <a:r>
              <a:rPr lang="es-ES" dirty="0" err="1">
                <a:ea typeface="+mn-lt"/>
                <a:cs typeface="+mn-lt"/>
              </a:rPr>
              <a:t>Graphics</a:t>
            </a:r>
            <a:r>
              <a:rPr lang="es-ES" dirty="0">
                <a:ea typeface="+mn-lt"/>
                <a:cs typeface="+mn-lt"/>
              </a:rPr>
              <a:t>) son una forma poderosa de dar vida a gráficos vectoriales en la web. A diferencia de las animaciones basadas en píxeles (como las de GIF), las animaciones en SVG se basan en vectores, lo que significa que se escalan a cualquier tamaño sin perder calidad ni nitidez. Esto las hace ideales para logotipos, iconos e ilustraciones.</a:t>
            </a:r>
          </a:p>
          <a:p>
            <a:r>
              <a:rPr lang="es-ES" dirty="0">
                <a:ea typeface="+mn-lt"/>
                <a:cs typeface="+mn-lt"/>
              </a:rPr>
              <a:t>Hay tres métodos principales para animar SVG:</a:t>
            </a:r>
            <a:endParaRPr lang="es-ES" dirty="0"/>
          </a:p>
          <a:p>
            <a:pPr lvl="1">
              <a:buFont typeface="Courier New" panose="020B0604020202020204" pitchFamily="34" charset="0"/>
              <a:buChar char="o"/>
            </a:pPr>
            <a:r>
              <a:rPr lang="es-ES" dirty="0">
                <a:ea typeface="+mn-lt"/>
                <a:cs typeface="+mn-lt"/>
              </a:rPr>
              <a:t>Animaciones con CSS: Es la forma más común y eficiente. Las propiedades de transformación de CSS (</a:t>
            </a:r>
            <a:r>
              <a:rPr lang="es-ES" dirty="0" err="1">
                <a:ea typeface="+mn-lt"/>
                <a:cs typeface="+mn-lt"/>
              </a:rPr>
              <a:t>transform</a:t>
            </a:r>
            <a:r>
              <a:rPr lang="es-ES" dirty="0">
                <a:ea typeface="+mn-lt"/>
                <a:cs typeface="+mn-lt"/>
              </a:rPr>
              <a:t>, </a:t>
            </a:r>
            <a:r>
              <a:rPr lang="es-ES" dirty="0" err="1">
                <a:ea typeface="+mn-lt"/>
                <a:cs typeface="+mn-lt"/>
              </a:rPr>
              <a:t>translate</a:t>
            </a:r>
            <a:r>
              <a:rPr lang="es-ES" dirty="0">
                <a:ea typeface="+mn-lt"/>
                <a:cs typeface="+mn-lt"/>
              </a:rPr>
              <a:t>, </a:t>
            </a:r>
            <a:r>
              <a:rPr lang="es-ES" dirty="0" err="1">
                <a:ea typeface="+mn-lt"/>
                <a:cs typeface="+mn-lt"/>
              </a:rPr>
              <a:t>rotate</a:t>
            </a:r>
            <a:r>
              <a:rPr lang="es-ES" dirty="0">
                <a:ea typeface="+mn-lt"/>
                <a:cs typeface="+mn-lt"/>
              </a:rPr>
              <a:t>, etc.) se pueden aplicar directamente a los elementos del SVG (como &lt;</a:t>
            </a:r>
            <a:r>
              <a:rPr lang="es-ES" dirty="0" err="1">
                <a:ea typeface="+mn-lt"/>
                <a:cs typeface="+mn-lt"/>
              </a:rPr>
              <a:t>path</a:t>
            </a:r>
            <a:r>
              <a:rPr lang="es-ES" dirty="0">
                <a:ea typeface="+mn-lt"/>
                <a:cs typeface="+mn-lt"/>
              </a:rPr>
              <a:t>&gt;, </a:t>
            </a:r>
            <a:r>
              <a:rPr lang="es-ES" dirty="0">
                <a:latin typeface="Neue Haas Grotesk Text Pro"/>
                <a:ea typeface="+mn-lt"/>
                <a:cs typeface="+mn-lt"/>
              </a:rPr>
              <a:t>&lt;g&gt;, &lt;</a:t>
            </a:r>
            <a:r>
              <a:rPr lang="es-ES" dirty="0" err="1">
                <a:latin typeface="Neue Haas Grotesk Text Pro"/>
                <a:ea typeface="+mn-lt"/>
                <a:cs typeface="+mn-lt"/>
              </a:rPr>
              <a:t>circle</a:t>
            </a:r>
            <a:r>
              <a:rPr lang="es-ES" dirty="0">
                <a:latin typeface="Neue Haas Grotesk Text Pro"/>
                <a:ea typeface="+mn-lt"/>
                <a:cs typeface="+mn-lt"/>
              </a:rPr>
              <a:t>&gt;). Esto permite crear animaciones de transición o @keyframes que son muy fluidas y que la mayoría de los navegadores pueden optimizar con aceleración de hardware. Ejemplo:</a:t>
            </a:r>
            <a:endParaRPr lang="es-ES">
              <a:latin typeface="Neue Haas Grotesk Text Pro"/>
            </a:endParaRPr>
          </a:p>
          <a:p>
            <a:r>
              <a:rPr lang="es-ES" dirty="0">
                <a:ea typeface="+mn-lt"/>
                <a:cs typeface="+mn-lt"/>
              </a:rPr>
              <a:t>.circulo {</a:t>
            </a:r>
            <a:br>
              <a:rPr lang="es-ES" dirty="0">
                <a:ea typeface="+mn-lt"/>
                <a:cs typeface="+mn-lt"/>
              </a:rPr>
            </a:br>
            <a:r>
              <a:rPr lang="es-ES" dirty="0">
                <a:ea typeface="+mn-lt"/>
                <a:cs typeface="+mn-lt"/>
              </a:rPr>
              <a:t>  </a:t>
            </a:r>
            <a:r>
              <a:rPr lang="es-ES" dirty="0" err="1">
                <a:ea typeface="+mn-lt"/>
                <a:cs typeface="+mn-lt"/>
              </a:rPr>
              <a:t>transition</a:t>
            </a:r>
            <a:r>
              <a:rPr lang="es-ES" dirty="0">
                <a:ea typeface="+mn-lt"/>
                <a:cs typeface="+mn-lt"/>
              </a:rPr>
              <a:t>: </a:t>
            </a:r>
            <a:r>
              <a:rPr lang="es-ES" dirty="0" err="1">
                <a:ea typeface="+mn-lt"/>
                <a:cs typeface="+mn-lt"/>
              </a:rPr>
              <a:t>transform</a:t>
            </a:r>
            <a:r>
              <a:rPr lang="es-ES" dirty="0">
                <a:ea typeface="+mn-lt"/>
                <a:cs typeface="+mn-lt"/>
              </a:rPr>
              <a:t> 0.3s </a:t>
            </a:r>
            <a:r>
              <a:rPr lang="es-ES" dirty="0" err="1">
                <a:ea typeface="+mn-lt"/>
                <a:cs typeface="+mn-lt"/>
              </a:rPr>
              <a:t>ease</a:t>
            </a:r>
            <a:r>
              <a:rPr lang="es-ES" dirty="0">
                <a:ea typeface="+mn-lt"/>
                <a:cs typeface="+mn-lt"/>
              </a:rPr>
              <a:t>-</a:t>
            </a:r>
            <a:r>
              <a:rPr lang="es-ES" dirty="0" err="1">
                <a:ea typeface="+mn-lt"/>
                <a:cs typeface="+mn-lt"/>
              </a:rPr>
              <a:t>in-out</a:t>
            </a:r>
            <a:r>
              <a:rPr lang="es-ES" dirty="0">
                <a:ea typeface="+mn-lt"/>
                <a:cs typeface="+mn-lt"/>
              </a:rPr>
              <a:t>;</a:t>
            </a:r>
            <a:br>
              <a:rPr lang="es-ES" dirty="0">
                <a:ea typeface="+mn-lt"/>
                <a:cs typeface="+mn-lt"/>
              </a:rPr>
            </a:br>
            <a:r>
              <a:rPr lang="es-ES" dirty="0">
                <a:ea typeface="+mn-lt"/>
                <a:cs typeface="+mn-lt"/>
              </a:rPr>
              <a:t>}</a:t>
            </a:r>
            <a:br>
              <a:rPr lang="es-ES" dirty="0">
                <a:ea typeface="+mn-lt"/>
                <a:cs typeface="+mn-lt"/>
              </a:rPr>
            </a:br>
            <a:r>
              <a:rPr lang="es-ES" dirty="0">
                <a:ea typeface="+mn-lt"/>
                <a:cs typeface="+mn-lt"/>
              </a:rPr>
              <a:t>.</a:t>
            </a:r>
            <a:r>
              <a:rPr lang="es-ES" dirty="0" err="1">
                <a:ea typeface="+mn-lt"/>
                <a:cs typeface="+mn-lt"/>
              </a:rPr>
              <a:t>circulo:hover</a:t>
            </a:r>
            <a:r>
              <a:rPr lang="es-ES" dirty="0">
                <a:ea typeface="+mn-lt"/>
                <a:cs typeface="+mn-lt"/>
              </a:rPr>
              <a:t> {</a:t>
            </a:r>
            <a:br>
              <a:rPr lang="es-ES" dirty="0">
                <a:ea typeface="+mn-lt"/>
                <a:cs typeface="+mn-lt"/>
              </a:rPr>
            </a:br>
            <a:r>
              <a:rPr lang="es-ES" dirty="0">
                <a:ea typeface="+mn-lt"/>
                <a:cs typeface="+mn-lt"/>
              </a:rPr>
              <a:t>  </a:t>
            </a:r>
            <a:r>
              <a:rPr lang="es-ES" dirty="0" err="1">
                <a:ea typeface="+mn-lt"/>
                <a:cs typeface="+mn-lt"/>
              </a:rPr>
              <a:t>transform</a:t>
            </a:r>
            <a:r>
              <a:rPr lang="es-ES" dirty="0">
                <a:ea typeface="+mn-lt"/>
                <a:cs typeface="+mn-lt"/>
              </a:rPr>
              <a:t>: </a:t>
            </a:r>
            <a:r>
              <a:rPr lang="es-ES" dirty="0" err="1">
                <a:ea typeface="+mn-lt"/>
                <a:cs typeface="+mn-lt"/>
              </a:rPr>
              <a:t>scale</a:t>
            </a:r>
            <a:r>
              <a:rPr lang="es-ES" dirty="0">
                <a:ea typeface="+mn-lt"/>
                <a:cs typeface="+mn-lt"/>
              </a:rPr>
              <a:t>(1.2); /* Aumenta el tamaño del círculo al pasar el ratón */</a:t>
            </a:r>
            <a:br>
              <a:rPr lang="es-ES" dirty="0">
                <a:ea typeface="+mn-lt"/>
                <a:cs typeface="+mn-lt"/>
              </a:rPr>
            </a:br>
            <a:r>
              <a:rPr lang="es-ES" dirty="0">
                <a:ea typeface="+mn-lt"/>
                <a:cs typeface="+mn-lt"/>
              </a:rPr>
              <a:t>}</a:t>
            </a:r>
            <a:endParaRPr lang="es-ES"/>
          </a:p>
        </p:txBody>
      </p:sp>
    </p:spTree>
    <p:extLst>
      <p:ext uri="{BB962C8B-B14F-4D97-AF65-F5344CB8AC3E}">
        <p14:creationId xmlns:p14="http://schemas.microsoft.com/office/powerpoint/2010/main" val="2494439929"/>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E0B56C-E7F1-B62A-D3B3-EA446D790A1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17D1D8-5F8C-92D4-B144-319EFF6B9C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51D4739-53FA-283F-804E-05F8539342F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3.5.1.3. Animaciones con SVG</a:t>
            </a:r>
            <a:endParaRPr lang="es-ES" dirty="0"/>
          </a:p>
        </p:txBody>
      </p:sp>
      <p:sp>
        <p:nvSpPr>
          <p:cNvPr id="10" name="Rectangle 9">
            <a:extLst>
              <a:ext uri="{FF2B5EF4-FFF2-40B4-BE49-F238E27FC236}">
                <a16:creationId xmlns:a16="http://schemas.microsoft.com/office/drawing/2014/main" id="{075BA43B-04AC-C136-C13B-A1BFB2802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446F2AD-DD28-6D6D-07E6-2D14B8BB2C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322E552-932D-826E-A719-4B8E14B195BB}"/>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Animaciones con JavaScript: Para animaciones más complejas, interactivas o que requieren una lógica detallada, JavaScript es la mejor opción. Librerías como GSAP (</a:t>
            </a:r>
            <a:r>
              <a:rPr lang="es-ES" dirty="0" err="1">
                <a:ea typeface="+mn-lt"/>
                <a:cs typeface="+mn-lt"/>
              </a:rPr>
              <a:t>GreenSock</a:t>
            </a:r>
            <a:r>
              <a:rPr lang="es-ES" dirty="0">
                <a:ea typeface="+mn-lt"/>
                <a:cs typeface="+mn-lt"/>
              </a:rPr>
              <a:t>) son especialmente potentes para animar SVG, ya que pueden controlar los atributos del SVG de forma precisa, incluso animar los puntos de una ruta (&lt;</a:t>
            </a:r>
            <a:r>
              <a:rPr lang="es-ES" dirty="0" err="1">
                <a:ea typeface="+mn-lt"/>
                <a:cs typeface="+mn-lt"/>
              </a:rPr>
              <a:t>path</a:t>
            </a:r>
            <a:r>
              <a:rPr lang="es-ES" dirty="0">
                <a:ea typeface="+mn-lt"/>
                <a:cs typeface="+mn-lt"/>
              </a:rPr>
              <a:t>&gt;) para crear efectos de "</a:t>
            </a:r>
            <a:r>
              <a:rPr lang="es-ES" dirty="0" err="1">
                <a:ea typeface="+mn-lt"/>
                <a:cs typeface="+mn-lt"/>
              </a:rPr>
              <a:t>morphing</a:t>
            </a:r>
            <a:r>
              <a:rPr lang="es-ES" dirty="0">
                <a:ea typeface="+mn-lt"/>
                <a:cs typeface="+mn-lt"/>
              </a:rPr>
              <a:t>" (transformación de una forma en otra).</a:t>
            </a:r>
          </a:p>
          <a:p>
            <a:r>
              <a:rPr lang="es-ES" dirty="0">
                <a:ea typeface="+mn-lt"/>
                <a:cs typeface="+mn-lt"/>
              </a:rPr>
              <a:t>Ejemplo práctico con GSAP:</a:t>
            </a:r>
          </a:p>
          <a:p>
            <a:pPr marL="0" indent="0">
              <a:buNone/>
            </a:pPr>
            <a:r>
              <a:rPr lang="es-ES" b="1" dirty="0">
                <a:latin typeface="Consolas"/>
                <a:ea typeface="+mn-lt"/>
                <a:cs typeface="+mn-lt"/>
              </a:rPr>
              <a:t>gsap.to(".icono",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rotation</a:t>
            </a:r>
            <a:r>
              <a:rPr lang="es-ES" b="1" dirty="0">
                <a:latin typeface="Consolas"/>
                <a:ea typeface="+mn-lt"/>
                <a:cs typeface="+mn-lt"/>
              </a:rPr>
              <a:t>: 360,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duration</a:t>
            </a:r>
            <a:r>
              <a:rPr lang="es-ES" b="1" dirty="0">
                <a:latin typeface="Consolas"/>
                <a:ea typeface="+mn-lt"/>
                <a:cs typeface="+mn-lt"/>
              </a:rPr>
              <a:t>: 2,</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ease</a:t>
            </a:r>
            <a:r>
              <a:rPr lang="es-ES" b="1" dirty="0">
                <a:latin typeface="Consolas"/>
                <a:ea typeface="+mn-lt"/>
                <a:cs typeface="+mn-lt"/>
              </a:rPr>
              <a:t>: "power1.inOut"</a:t>
            </a:r>
            <a:br>
              <a:rPr lang="es-ES" b="1" dirty="0">
                <a:latin typeface="Consolas"/>
                <a:ea typeface="+mn-lt"/>
                <a:cs typeface="+mn-lt"/>
              </a:rPr>
            </a:br>
            <a:r>
              <a:rPr lang="es-ES" b="1" dirty="0">
                <a:latin typeface="Consolas"/>
                <a:ea typeface="+mn-lt"/>
                <a:cs typeface="+mn-lt"/>
              </a:rPr>
              <a:t>});</a:t>
            </a:r>
            <a:endParaRPr lang="es-ES" b="1" dirty="0">
              <a:latin typeface="Consolas"/>
            </a:endParaRPr>
          </a:p>
        </p:txBody>
      </p:sp>
    </p:spTree>
    <p:extLst>
      <p:ext uri="{BB962C8B-B14F-4D97-AF65-F5344CB8AC3E}">
        <p14:creationId xmlns:p14="http://schemas.microsoft.com/office/powerpoint/2010/main" val="61797262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F01BF9-B885-134A-40E8-2DE3DC43D2F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E99A5D9-D60F-1C9E-06DE-E24498E6A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77AA22D-4677-7C27-15B9-1B0CE0115ABE}"/>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3.5.1.3. Animaciones con SVG</a:t>
            </a:r>
            <a:endParaRPr lang="es-ES" dirty="0"/>
          </a:p>
        </p:txBody>
      </p:sp>
      <p:sp>
        <p:nvSpPr>
          <p:cNvPr id="10" name="Rectangle 9">
            <a:extLst>
              <a:ext uri="{FF2B5EF4-FFF2-40B4-BE49-F238E27FC236}">
                <a16:creationId xmlns:a16="http://schemas.microsoft.com/office/drawing/2014/main" id="{7E4E495A-1706-6825-9173-DA0D15FB8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78E4E1-7FC1-C045-D3FA-A700D0A99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6ABD654-3CA1-7699-9A10-2F588F721E49}"/>
              </a:ext>
            </a:extLst>
          </p:cNvPr>
          <p:cNvSpPr>
            <a:spLocks noGrp="1"/>
          </p:cNvSpPr>
          <p:nvPr>
            <p:ph idx="1"/>
          </p:nvPr>
        </p:nvSpPr>
        <p:spPr>
          <a:xfrm>
            <a:off x="1587710" y="2160016"/>
            <a:ext cx="9486690" cy="3926152"/>
          </a:xfrm>
        </p:spPr>
        <p:txBody>
          <a:bodyPr vert="horz" lIns="91440" tIns="45720" rIns="91440" bIns="45720" rtlCol="0" anchor="t">
            <a:normAutofit fontScale="92500"/>
          </a:bodyPr>
          <a:lstStyle/>
          <a:p>
            <a:r>
              <a:rPr lang="es-ES" dirty="0">
                <a:ea typeface="+mn-lt"/>
                <a:cs typeface="+mn-lt"/>
              </a:rPr>
              <a:t>SMIL (</a:t>
            </a:r>
            <a:r>
              <a:rPr lang="es-ES" dirty="0" err="1">
                <a:ea typeface="+mn-lt"/>
                <a:cs typeface="+mn-lt"/>
              </a:rPr>
              <a:t>Synchronized</a:t>
            </a:r>
            <a:r>
              <a:rPr lang="es-ES" dirty="0">
                <a:ea typeface="+mn-lt"/>
                <a:cs typeface="+mn-lt"/>
              </a:rPr>
              <a:t> Multimedia </a:t>
            </a:r>
            <a:r>
              <a:rPr lang="es-ES" dirty="0" err="1">
                <a:ea typeface="+mn-lt"/>
                <a:cs typeface="+mn-lt"/>
              </a:rPr>
              <a:t>Integration</a:t>
            </a:r>
            <a:r>
              <a:rPr lang="es-ES" dirty="0">
                <a:ea typeface="+mn-lt"/>
                <a:cs typeface="+mn-lt"/>
              </a:rPr>
              <a:t> </a:t>
            </a:r>
            <a:r>
              <a:rPr lang="es-ES" dirty="0" err="1">
                <a:ea typeface="+mn-lt"/>
                <a:cs typeface="+mn-lt"/>
              </a:rPr>
              <a:t>Language</a:t>
            </a:r>
            <a:r>
              <a:rPr lang="es-ES" dirty="0">
                <a:ea typeface="+mn-lt"/>
                <a:cs typeface="+mn-lt"/>
              </a:rPr>
              <a:t>): SMIL es una sintaxis de XML que se puede incrustar directamente en el código del SVG. Permite definir animaciones declarativamente, sin necesidad de CSS o JavaScript. Aunque es una opción elegante, su soporte en navegadores es limitado (sobre todo en Microsoft Edge y Internet Explorer, que no lo soportan). No es la opción más recomendada para proyectos modernos, aunque sigue siendo útil para animaciones simples de iconos. Ejemplo práctico con SMIL:</a:t>
            </a:r>
          </a:p>
          <a:p>
            <a:pPr marL="0" indent="0">
              <a:buNone/>
            </a:pPr>
            <a:r>
              <a:rPr lang="es-ES" b="1" dirty="0">
                <a:latin typeface="Consolas"/>
                <a:ea typeface="+mn-lt"/>
                <a:cs typeface="+mn-lt"/>
              </a:rPr>
              <a:t>&lt;</a:t>
            </a:r>
            <a:r>
              <a:rPr lang="es-ES" b="1" dirty="0" err="1">
                <a:latin typeface="Consolas"/>
                <a:ea typeface="+mn-lt"/>
                <a:cs typeface="+mn-lt"/>
              </a:rPr>
              <a:t>circle</a:t>
            </a:r>
            <a:r>
              <a:rPr lang="es-ES" b="1" dirty="0">
                <a:latin typeface="Consolas"/>
                <a:ea typeface="+mn-lt"/>
                <a:cs typeface="+mn-lt"/>
              </a:rPr>
              <a:t> </a:t>
            </a:r>
            <a:r>
              <a:rPr lang="es-ES" b="1" dirty="0" err="1">
                <a:latin typeface="Consolas"/>
                <a:ea typeface="+mn-lt"/>
                <a:cs typeface="+mn-lt"/>
              </a:rPr>
              <a:t>cx</a:t>
            </a:r>
            <a:r>
              <a:rPr lang="es-ES" b="1" dirty="0">
                <a:latin typeface="Consolas"/>
                <a:ea typeface="+mn-lt"/>
                <a:cs typeface="+mn-lt"/>
              </a:rPr>
              <a:t>="50" </a:t>
            </a:r>
            <a:r>
              <a:rPr lang="es-ES" b="1" dirty="0" err="1">
                <a:latin typeface="Consolas"/>
                <a:ea typeface="+mn-lt"/>
                <a:cs typeface="+mn-lt"/>
              </a:rPr>
              <a:t>cy</a:t>
            </a:r>
            <a:r>
              <a:rPr lang="es-ES" b="1" dirty="0">
                <a:latin typeface="Consolas"/>
                <a:ea typeface="+mn-lt"/>
                <a:cs typeface="+mn-lt"/>
              </a:rPr>
              <a:t>="50" r="40"&gt;</a:t>
            </a:r>
            <a:br>
              <a:rPr lang="es-ES" b="1" dirty="0">
                <a:latin typeface="Consolas"/>
                <a:ea typeface="+mn-lt"/>
                <a:cs typeface="+mn-lt"/>
              </a:rPr>
            </a:br>
            <a:r>
              <a:rPr lang="es-ES" b="1" dirty="0">
                <a:latin typeface="Consolas"/>
                <a:ea typeface="+mn-lt"/>
                <a:cs typeface="+mn-lt"/>
              </a:rPr>
              <a:t>   &lt;</a:t>
            </a:r>
            <a:r>
              <a:rPr lang="es-ES" b="1" dirty="0" err="1">
                <a:latin typeface="Consolas"/>
                <a:ea typeface="+mn-lt"/>
                <a:cs typeface="+mn-lt"/>
              </a:rPr>
              <a:t>animate</a:t>
            </a:r>
            <a:r>
              <a:rPr lang="es-ES" b="1" dirty="0">
                <a:latin typeface="Consolas"/>
                <a:ea typeface="+mn-lt"/>
                <a:cs typeface="+mn-lt"/>
              </a:rPr>
              <a:t> </a:t>
            </a:r>
            <a:r>
              <a:rPr lang="es-ES" b="1" dirty="0" err="1">
                <a:latin typeface="Consolas"/>
                <a:ea typeface="+mn-lt"/>
                <a:cs typeface="+mn-lt"/>
              </a:rPr>
              <a:t>attributeName</a:t>
            </a:r>
            <a:r>
              <a:rPr lang="es-ES" b="1" dirty="0">
                <a:latin typeface="Consolas"/>
                <a:ea typeface="+mn-lt"/>
                <a:cs typeface="+mn-lt"/>
              </a:rPr>
              <a:t>="r" </a:t>
            </a:r>
            <a:r>
              <a:rPr lang="es-ES" b="1" dirty="0" err="1">
                <a:latin typeface="Consolas"/>
                <a:ea typeface="+mn-lt"/>
                <a:cs typeface="+mn-lt"/>
              </a:rPr>
              <a:t>from</a:t>
            </a:r>
            <a:r>
              <a:rPr lang="es-ES" b="1" dirty="0">
                <a:latin typeface="Consolas"/>
                <a:ea typeface="+mn-lt"/>
                <a:cs typeface="+mn-lt"/>
              </a:rPr>
              <a:t>="40" </a:t>
            </a:r>
            <a:r>
              <a:rPr lang="es-ES" b="1" dirty="0" err="1">
                <a:latin typeface="Consolas"/>
                <a:ea typeface="+mn-lt"/>
                <a:cs typeface="+mn-lt"/>
              </a:rPr>
              <a:t>to</a:t>
            </a:r>
            <a:r>
              <a:rPr lang="es-ES" b="1" dirty="0">
                <a:latin typeface="Consolas"/>
                <a:ea typeface="+mn-lt"/>
                <a:cs typeface="+mn-lt"/>
              </a:rPr>
              <a:t>="20" </a:t>
            </a:r>
            <a:r>
              <a:rPr lang="es-ES" b="1" dirty="0" err="1">
                <a:latin typeface="Consolas"/>
                <a:ea typeface="+mn-lt"/>
                <a:cs typeface="+mn-lt"/>
              </a:rPr>
              <a:t>dur</a:t>
            </a:r>
            <a:r>
              <a:rPr lang="es-ES" b="1" dirty="0">
                <a:latin typeface="Consolas"/>
                <a:ea typeface="+mn-lt"/>
                <a:cs typeface="+mn-lt"/>
              </a:rPr>
              <a:t>="1s"</a:t>
            </a:r>
            <a:br>
              <a:rPr lang="es-ES" b="1" dirty="0">
                <a:latin typeface="Consolas"/>
                <a:ea typeface="+mn-lt"/>
                <a:cs typeface="+mn-lt"/>
              </a:rPr>
            </a:br>
            <a:r>
              <a:rPr lang="es-ES" b="1" dirty="0" err="1">
                <a:latin typeface="Consolas"/>
                <a:ea typeface="+mn-lt"/>
                <a:cs typeface="+mn-lt"/>
              </a:rPr>
              <a:t>repeatCount</a:t>
            </a:r>
            <a:r>
              <a:rPr lang="es-ES" b="1" dirty="0">
                <a:latin typeface="Consolas"/>
                <a:ea typeface="+mn-lt"/>
                <a:cs typeface="+mn-lt"/>
              </a:rPr>
              <a:t>="</a:t>
            </a:r>
            <a:r>
              <a:rPr lang="es-ES" b="1" dirty="0" err="1">
                <a:latin typeface="Consolas"/>
                <a:ea typeface="+mn-lt"/>
                <a:cs typeface="+mn-lt"/>
              </a:rPr>
              <a:t>indefinite</a:t>
            </a:r>
            <a:r>
              <a:rPr lang="es-ES" b="1" dirty="0">
                <a:latin typeface="Consolas"/>
                <a:ea typeface="+mn-lt"/>
                <a:cs typeface="+mn-lt"/>
              </a:rPr>
              <a:t>" /&gt;</a:t>
            </a:r>
            <a:br>
              <a:rPr lang="es-ES" b="1" dirty="0">
                <a:latin typeface="Consolas"/>
                <a:ea typeface="+mn-lt"/>
                <a:cs typeface="+mn-lt"/>
              </a:rPr>
            </a:br>
            <a:r>
              <a:rPr lang="es-ES" b="1" dirty="0">
                <a:latin typeface="Consolas"/>
                <a:ea typeface="+mn-lt"/>
                <a:cs typeface="+mn-lt"/>
              </a:rPr>
              <a:t>&lt;/</a:t>
            </a:r>
            <a:r>
              <a:rPr lang="es-ES" b="1" dirty="0" err="1">
                <a:latin typeface="Consolas"/>
                <a:ea typeface="+mn-lt"/>
                <a:cs typeface="+mn-lt"/>
              </a:rPr>
              <a:t>circle</a:t>
            </a:r>
            <a:r>
              <a:rPr lang="es-ES" b="1" dirty="0">
                <a:latin typeface="Consolas"/>
                <a:ea typeface="+mn-lt"/>
                <a:cs typeface="+mn-lt"/>
              </a:rPr>
              <a:t>&gt;</a:t>
            </a:r>
            <a:endParaRPr lang="es-ES" b="1" dirty="0">
              <a:latin typeface="Consolas"/>
            </a:endParaRPr>
          </a:p>
        </p:txBody>
      </p:sp>
    </p:spTree>
    <p:extLst>
      <p:ext uri="{BB962C8B-B14F-4D97-AF65-F5344CB8AC3E}">
        <p14:creationId xmlns:p14="http://schemas.microsoft.com/office/powerpoint/2010/main" val="26699327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DA136B-68BA-BA20-1E98-5A698ECF773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35D59DD-60AF-95DA-D20D-5C6F13C28D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FC527F0-B6BE-699A-CF49-727EFC394C5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3.5.1.4. Librerías de animaciones</a:t>
            </a:r>
            <a:endParaRPr lang="es-ES" dirty="0"/>
          </a:p>
        </p:txBody>
      </p:sp>
      <p:sp>
        <p:nvSpPr>
          <p:cNvPr id="10" name="Rectangle 9">
            <a:extLst>
              <a:ext uri="{FF2B5EF4-FFF2-40B4-BE49-F238E27FC236}">
                <a16:creationId xmlns:a16="http://schemas.microsoft.com/office/drawing/2014/main" id="{BCF111D7-1919-D28D-5E5A-E63EC37880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3058ABF-5EC2-4FA7-C10C-C25C092B3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F641196-C72F-208B-FC3D-3A2D64E4154D}"/>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Las librerías de animaciones son herramientas de JavaScript que simplifican la creación de efectos complejos y fluidos. A diferencia de CSS, ofrecen un control más preciso, una sintaxis más limpia y un mejor rendimiento para animaciones que van más allá de simples transiciones. Las más populares son GSAP para animaciones programáticas y </a:t>
            </a:r>
            <a:r>
              <a:rPr lang="es-ES" dirty="0" err="1">
                <a:ea typeface="+mn-lt"/>
                <a:cs typeface="+mn-lt"/>
              </a:rPr>
              <a:t>Lottie</a:t>
            </a:r>
            <a:r>
              <a:rPr lang="es-ES" dirty="0">
                <a:ea typeface="+mn-lt"/>
                <a:cs typeface="+mn-lt"/>
              </a:rPr>
              <a:t> para animaciones basadas en After </a:t>
            </a:r>
            <a:r>
              <a:rPr lang="es-ES" dirty="0" err="1">
                <a:ea typeface="+mn-lt"/>
                <a:cs typeface="+mn-lt"/>
              </a:rPr>
              <a:t>Effects</a:t>
            </a:r>
            <a:r>
              <a:rPr lang="es-ES" dirty="0">
                <a:ea typeface="+mn-lt"/>
                <a:cs typeface="+mn-lt"/>
              </a:rPr>
              <a:t>.</a:t>
            </a:r>
            <a:endParaRPr lang="es-ES" dirty="0"/>
          </a:p>
          <a:p>
            <a:r>
              <a:rPr lang="es-ES" dirty="0">
                <a:ea typeface="+mn-lt"/>
                <a:cs typeface="+mn-lt"/>
              </a:rPr>
              <a:t>GSAP es una de las librerías de animación más potentes y versátiles para la web. Es conocida por su rendimiento, control total y su sintaxis intuitiva. Es ideal para animaciones complejas, secuencias de tiempo y animaciones basadas en SVG.</a:t>
            </a:r>
            <a:endParaRPr lang="es-ES" dirty="0"/>
          </a:p>
          <a:p>
            <a:r>
              <a:rPr lang="es-ES" dirty="0">
                <a:ea typeface="+mn-lt"/>
                <a:cs typeface="+mn-lt"/>
              </a:rPr>
              <a:t>Puedes instalar GSAP de varias maneras, pero la más sencilla para un uso rápido es a través de un CDN (Content </a:t>
            </a:r>
            <a:r>
              <a:rPr lang="es-ES" dirty="0" err="1">
                <a:ea typeface="+mn-lt"/>
                <a:cs typeface="+mn-lt"/>
              </a:rPr>
              <a:t>Delivery</a:t>
            </a:r>
            <a:r>
              <a:rPr lang="es-ES" dirty="0">
                <a:ea typeface="+mn-lt"/>
                <a:cs typeface="+mn-lt"/>
              </a:rPr>
              <a:t> Network).</a:t>
            </a:r>
            <a:endParaRPr lang="es-ES" dirty="0"/>
          </a:p>
          <a:p>
            <a:r>
              <a:rPr lang="es-ES" dirty="0">
                <a:ea typeface="+mn-lt"/>
                <a:cs typeface="+mn-lt"/>
              </a:rPr>
              <a:t>Instalación con CDN: Simplemente añade la etiqueta &lt;script&gt; en la sección &lt;head&gt; o al final del &lt;</a:t>
            </a:r>
            <a:r>
              <a:rPr lang="es-ES" dirty="0" err="1">
                <a:ea typeface="+mn-lt"/>
                <a:cs typeface="+mn-lt"/>
              </a:rPr>
              <a:t>body</a:t>
            </a:r>
            <a:r>
              <a:rPr lang="es-ES" dirty="0">
                <a:ea typeface="+mn-lt"/>
                <a:cs typeface="+mn-lt"/>
              </a:rPr>
              <a:t>&gt; de tu HTML.</a:t>
            </a:r>
            <a:endParaRPr lang="es-ES" dirty="0"/>
          </a:p>
          <a:p>
            <a:r>
              <a:rPr lang="es-ES" b="1" dirty="0">
                <a:latin typeface="Consolas"/>
                <a:ea typeface="+mn-lt"/>
                <a:cs typeface="+mn-lt"/>
              </a:rPr>
              <a:t>&lt;script </a:t>
            </a:r>
            <a:r>
              <a:rPr lang="es-ES" b="1" dirty="0" err="1">
                <a:latin typeface="Consolas"/>
                <a:ea typeface="+mn-lt"/>
                <a:cs typeface="+mn-lt"/>
              </a:rPr>
              <a:t>src</a:t>
            </a:r>
            <a:r>
              <a:rPr lang="es-ES" b="1" dirty="0">
                <a:latin typeface="Consolas"/>
                <a:ea typeface="+mn-lt"/>
                <a:cs typeface="+mn-lt"/>
              </a:rPr>
              <a:t>="https://cdnjs.cloudflare.com/</a:t>
            </a:r>
            <a:r>
              <a:rPr lang="es-ES" b="1" dirty="0" err="1">
                <a:latin typeface="Consolas"/>
                <a:ea typeface="+mn-lt"/>
                <a:cs typeface="+mn-lt"/>
              </a:rPr>
              <a:t>ajax</a:t>
            </a:r>
            <a:r>
              <a:rPr lang="es-ES" b="1" dirty="0">
                <a:latin typeface="Consolas"/>
                <a:ea typeface="+mn-lt"/>
                <a:cs typeface="+mn-lt"/>
              </a:rPr>
              <a:t>/</a:t>
            </a:r>
            <a:r>
              <a:rPr lang="es-ES" b="1" dirty="0" err="1">
                <a:latin typeface="Consolas"/>
                <a:ea typeface="+mn-lt"/>
                <a:cs typeface="+mn-lt"/>
              </a:rPr>
              <a:t>libs</a:t>
            </a:r>
            <a:r>
              <a:rPr lang="es-ES" b="1" dirty="0">
                <a:latin typeface="Consolas"/>
                <a:ea typeface="+mn-lt"/>
                <a:cs typeface="+mn-lt"/>
              </a:rPr>
              <a:t>/</a:t>
            </a:r>
            <a:r>
              <a:rPr lang="es-ES" b="1" dirty="0" err="1">
                <a:latin typeface="Consolas"/>
                <a:ea typeface="+mn-lt"/>
                <a:cs typeface="+mn-lt"/>
              </a:rPr>
              <a:t>gsap</a:t>
            </a:r>
            <a:r>
              <a:rPr lang="es-ES" b="1" dirty="0">
                <a:latin typeface="Consolas"/>
                <a:ea typeface="+mn-lt"/>
                <a:cs typeface="+mn-lt"/>
              </a:rPr>
              <a:t>/3.12.5/gsap.min.js"&gt;&lt;/script&gt;</a:t>
            </a:r>
            <a:endParaRPr lang="es-ES" b="1" dirty="0">
              <a:latin typeface="Consolas"/>
            </a:endParaRPr>
          </a:p>
        </p:txBody>
      </p:sp>
    </p:spTree>
    <p:extLst>
      <p:ext uri="{BB962C8B-B14F-4D97-AF65-F5344CB8AC3E}">
        <p14:creationId xmlns:p14="http://schemas.microsoft.com/office/powerpoint/2010/main" val="328755540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F2E202-5E4C-E5C1-A3B5-D54E6B9499F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56DB179-574F-B465-C859-1B2F815F1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70974B0-F890-F90A-AE59-DE61C60F79E8}"/>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3.5.1.4. Librerías de animaciones</a:t>
            </a:r>
            <a:endParaRPr lang="es-ES" dirty="0"/>
          </a:p>
        </p:txBody>
      </p:sp>
      <p:sp>
        <p:nvSpPr>
          <p:cNvPr id="10" name="Rectangle 9">
            <a:extLst>
              <a:ext uri="{FF2B5EF4-FFF2-40B4-BE49-F238E27FC236}">
                <a16:creationId xmlns:a16="http://schemas.microsoft.com/office/drawing/2014/main" id="{5CDC75BA-8B1A-0AD0-A78D-7B3AEE2C1B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FBDCD7A-FD02-0292-9E27-05179B936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36969DDC-0DB0-5640-52A8-3AC8D958A68F}"/>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Ejemplos de uso en JavaScript. Los métodos principales de GSAP son gsap.to(), </a:t>
            </a:r>
            <a:r>
              <a:rPr lang="es-ES" dirty="0" err="1">
                <a:ea typeface="+mn-lt"/>
                <a:cs typeface="+mn-lt"/>
              </a:rPr>
              <a:t>gsap.from</a:t>
            </a:r>
            <a:r>
              <a:rPr lang="es-ES" dirty="0">
                <a:ea typeface="+mn-lt"/>
                <a:cs typeface="+mn-lt"/>
              </a:rPr>
              <a:t>() y </a:t>
            </a:r>
            <a:r>
              <a:rPr lang="es-ES" dirty="0" err="1">
                <a:ea typeface="+mn-lt"/>
                <a:cs typeface="+mn-lt"/>
              </a:rPr>
              <a:t>gsap.fromTo</a:t>
            </a:r>
            <a:r>
              <a:rPr lang="es-ES" dirty="0">
                <a:ea typeface="+mn-lt"/>
                <a:cs typeface="+mn-lt"/>
              </a:rPr>
              <a:t>(), que definen el estado final, inicial o ambos de una animación, respectivamente.</a:t>
            </a:r>
            <a:endParaRPr lang="es-ES" dirty="0"/>
          </a:p>
          <a:p>
            <a:r>
              <a:rPr lang="es-ES" dirty="0">
                <a:ea typeface="+mn-lt"/>
                <a:cs typeface="+mn-lt"/>
              </a:rPr>
              <a:t>Ejemplo: Animación básica. Este ejemplo anima un </a:t>
            </a:r>
            <a:r>
              <a:rPr lang="es-ES" dirty="0" err="1">
                <a:ea typeface="+mn-lt"/>
                <a:cs typeface="+mn-lt"/>
              </a:rPr>
              <a:t>div</a:t>
            </a:r>
            <a:r>
              <a:rPr lang="es-ES" dirty="0">
                <a:ea typeface="+mn-lt"/>
                <a:cs typeface="+mn-lt"/>
              </a:rPr>
              <a:t> para que se mueva 200 píxeles a la derecha y gire 360 grados.</a:t>
            </a:r>
          </a:p>
          <a:p>
            <a:pPr marL="0" indent="0">
              <a:buNone/>
            </a:pPr>
            <a:r>
              <a:rPr lang="es-ES" b="1" dirty="0">
                <a:latin typeface="Consolas"/>
                <a:ea typeface="+mn-lt"/>
                <a:cs typeface="+mn-lt"/>
              </a:rPr>
              <a:t>&lt;</a:t>
            </a:r>
            <a:r>
              <a:rPr lang="es-ES" b="1" err="1">
                <a:latin typeface="Consolas"/>
                <a:ea typeface="+mn-lt"/>
                <a:cs typeface="+mn-lt"/>
              </a:rPr>
              <a:t>div</a:t>
            </a:r>
            <a:r>
              <a:rPr lang="es-ES" b="1" dirty="0">
                <a:latin typeface="Consolas"/>
                <a:ea typeface="+mn-lt"/>
                <a:cs typeface="+mn-lt"/>
              </a:rPr>
              <a:t> </a:t>
            </a:r>
            <a:r>
              <a:rPr lang="es-ES" b="1" err="1">
                <a:latin typeface="Consolas"/>
                <a:ea typeface="+mn-lt"/>
                <a:cs typeface="+mn-lt"/>
              </a:rPr>
              <a:t>class</a:t>
            </a:r>
            <a:r>
              <a:rPr lang="es-ES" b="1" dirty="0">
                <a:latin typeface="Consolas"/>
                <a:ea typeface="+mn-lt"/>
                <a:cs typeface="+mn-lt"/>
              </a:rPr>
              <a:t>="caja" </a:t>
            </a:r>
            <a:r>
              <a:rPr lang="es-ES" b="1" err="1">
                <a:latin typeface="Consolas"/>
                <a:ea typeface="+mn-lt"/>
                <a:cs typeface="+mn-lt"/>
              </a:rPr>
              <a:t>style</a:t>
            </a:r>
            <a:r>
              <a:rPr lang="es-ES" b="1" dirty="0">
                <a:latin typeface="Consolas"/>
                <a:ea typeface="+mn-lt"/>
                <a:cs typeface="+mn-lt"/>
              </a:rPr>
              <a:t>="</a:t>
            </a:r>
            <a:r>
              <a:rPr lang="es-ES" b="1" err="1">
                <a:latin typeface="Consolas"/>
                <a:ea typeface="+mn-lt"/>
                <a:cs typeface="+mn-lt"/>
              </a:rPr>
              <a:t>width</a:t>
            </a:r>
            <a:r>
              <a:rPr lang="es-ES" b="1" dirty="0">
                <a:latin typeface="Consolas"/>
                <a:ea typeface="+mn-lt"/>
                <a:cs typeface="+mn-lt"/>
              </a:rPr>
              <a:t>: 50px; </a:t>
            </a:r>
            <a:r>
              <a:rPr lang="es-ES" b="1" err="1">
                <a:latin typeface="Consolas"/>
                <a:ea typeface="+mn-lt"/>
                <a:cs typeface="+mn-lt"/>
              </a:rPr>
              <a:t>height</a:t>
            </a:r>
            <a:r>
              <a:rPr lang="es-ES" b="1" dirty="0">
                <a:latin typeface="Consolas"/>
                <a:ea typeface="+mn-lt"/>
                <a:cs typeface="+mn-lt"/>
              </a:rPr>
              <a:t>: 50px; </a:t>
            </a:r>
            <a:r>
              <a:rPr lang="es-ES" b="1" err="1">
                <a:latin typeface="Consolas"/>
                <a:ea typeface="+mn-lt"/>
                <a:cs typeface="+mn-lt"/>
              </a:rPr>
              <a:t>background</a:t>
            </a:r>
            <a:r>
              <a:rPr lang="es-ES" b="1" dirty="0">
                <a:latin typeface="Consolas"/>
                <a:ea typeface="+mn-lt"/>
                <a:cs typeface="+mn-lt"/>
              </a:rPr>
              <a:t>-color: blue;"&gt;&lt;/</a:t>
            </a:r>
            <a:r>
              <a:rPr lang="es-ES" b="1" err="1">
                <a:latin typeface="Consolas"/>
                <a:ea typeface="+mn-lt"/>
                <a:cs typeface="+mn-lt"/>
              </a:rPr>
              <a:t>div</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&lt;script&gt;</a:t>
            </a:r>
            <a:br>
              <a:rPr lang="es-ES" b="1" dirty="0">
                <a:latin typeface="Consolas"/>
                <a:ea typeface="+mn-lt"/>
                <a:cs typeface="+mn-lt"/>
              </a:rPr>
            </a:br>
            <a:r>
              <a:rPr lang="es-ES" b="1" dirty="0">
                <a:latin typeface="Consolas"/>
                <a:ea typeface="+mn-lt"/>
                <a:cs typeface="+mn-lt"/>
              </a:rPr>
              <a:t>  gsap.to(".caja", {</a:t>
            </a:r>
            <a:br>
              <a:rPr lang="es-ES" b="1" dirty="0">
                <a:latin typeface="Consolas"/>
                <a:ea typeface="+mn-lt"/>
                <a:cs typeface="+mn-lt"/>
              </a:rPr>
            </a:br>
            <a:r>
              <a:rPr lang="es-ES" b="1" dirty="0">
                <a:latin typeface="Consolas"/>
                <a:ea typeface="+mn-lt"/>
                <a:cs typeface="+mn-lt"/>
              </a:rPr>
              <a:t>    x: 200,      // Mover 200px en el eje 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rotation</a:t>
            </a:r>
            <a:r>
              <a:rPr lang="es-ES" b="1" dirty="0">
                <a:latin typeface="Consolas"/>
                <a:ea typeface="+mn-lt"/>
                <a:cs typeface="+mn-lt"/>
              </a:rPr>
              <a:t>: 360, // Rotar 360 grados</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duration</a:t>
            </a:r>
            <a:r>
              <a:rPr lang="es-ES" b="1" dirty="0">
                <a:latin typeface="Consolas"/>
                <a:ea typeface="+mn-lt"/>
                <a:cs typeface="+mn-lt"/>
              </a:rPr>
              <a:t>: 1.5,   // Duración de la animación en segundos</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ease</a:t>
            </a:r>
            <a:r>
              <a:rPr lang="es-ES" b="1" dirty="0">
                <a:latin typeface="Consolas"/>
                <a:ea typeface="+mn-lt"/>
                <a:cs typeface="+mn-lt"/>
              </a:rPr>
              <a:t>: "power2.inOut" // Tipo de aceleración</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&lt;/script&gt;</a:t>
            </a:r>
          </a:p>
          <a:p>
            <a:endParaRPr lang="es-ES" dirty="0">
              <a:latin typeface="Neue Haas Grotesk Text Pro"/>
            </a:endParaRPr>
          </a:p>
        </p:txBody>
      </p:sp>
    </p:spTree>
    <p:extLst>
      <p:ext uri="{BB962C8B-B14F-4D97-AF65-F5344CB8AC3E}">
        <p14:creationId xmlns:p14="http://schemas.microsoft.com/office/powerpoint/2010/main" val="313345096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9B92D4-85FB-8737-62EC-D0FCC4719CB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8AA1A7-9910-2EE6-55C4-EE84AED2C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8B6B087-7B97-61D3-0878-B4A463BFDDB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3.5.1.4. Librerías de animaciones</a:t>
            </a:r>
            <a:endParaRPr lang="es-ES" dirty="0"/>
          </a:p>
        </p:txBody>
      </p:sp>
      <p:sp>
        <p:nvSpPr>
          <p:cNvPr id="10" name="Rectangle 9">
            <a:extLst>
              <a:ext uri="{FF2B5EF4-FFF2-40B4-BE49-F238E27FC236}">
                <a16:creationId xmlns:a16="http://schemas.microsoft.com/office/drawing/2014/main" id="{6F72D97E-9E34-F057-52CD-8EC1B0695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EAED91-B9EE-B8F6-9726-8FCAA2F5C6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B8B7BB5-559B-34FE-67EE-905537AE1065}"/>
              </a:ext>
            </a:extLst>
          </p:cNvPr>
          <p:cNvSpPr>
            <a:spLocks noGrp="1"/>
          </p:cNvSpPr>
          <p:nvPr>
            <p:ph idx="1"/>
          </p:nvPr>
        </p:nvSpPr>
        <p:spPr>
          <a:xfrm>
            <a:off x="1587710" y="2160016"/>
            <a:ext cx="9486690" cy="3926152"/>
          </a:xfrm>
        </p:spPr>
        <p:txBody>
          <a:bodyPr vert="horz" lIns="91440" tIns="45720" rIns="91440" bIns="45720" rtlCol="0" anchor="t">
            <a:normAutofit fontScale="92500" lnSpcReduction="10000"/>
          </a:bodyPr>
          <a:lstStyle/>
          <a:p>
            <a:r>
              <a:rPr lang="es-ES" dirty="0">
                <a:ea typeface="+mn-lt"/>
                <a:cs typeface="+mn-lt"/>
              </a:rPr>
              <a:t>Ejemplo: Secuencia de animaciones. Aquí, una animación comienza después de que la anterior ha terminado, creando un efecto de secuencia. Se usa el método </a:t>
            </a:r>
            <a:r>
              <a:rPr lang="es-ES" dirty="0" err="1">
                <a:ea typeface="+mn-lt"/>
                <a:cs typeface="+mn-lt"/>
              </a:rPr>
              <a:t>gsap.timeline</a:t>
            </a:r>
            <a:r>
              <a:rPr lang="es-ES" dirty="0">
                <a:ea typeface="+mn-lt"/>
                <a:cs typeface="+mn-lt"/>
              </a:rPr>
              <a:t>().</a:t>
            </a:r>
            <a:endParaRPr lang="es-ES" dirty="0"/>
          </a:p>
          <a:p>
            <a:pPr marL="0" indent="0">
              <a:buNone/>
            </a:pPr>
            <a:r>
              <a:rPr lang="es-ES" b="1" dirty="0">
                <a:latin typeface="Consolas"/>
                <a:ea typeface="+mn-lt"/>
                <a:cs typeface="+mn-lt"/>
              </a:rPr>
              <a:t>&lt;</a:t>
            </a:r>
            <a:r>
              <a:rPr lang="es-ES" b="1" err="1">
                <a:latin typeface="Consolas"/>
                <a:ea typeface="+mn-lt"/>
                <a:cs typeface="+mn-lt"/>
              </a:rPr>
              <a:t>div</a:t>
            </a:r>
            <a:r>
              <a:rPr lang="es-ES" b="1" dirty="0">
                <a:latin typeface="Consolas"/>
                <a:ea typeface="+mn-lt"/>
                <a:cs typeface="+mn-lt"/>
              </a:rPr>
              <a:t> </a:t>
            </a:r>
            <a:r>
              <a:rPr lang="es-ES" b="1" err="1">
                <a:latin typeface="Consolas"/>
                <a:ea typeface="+mn-lt"/>
                <a:cs typeface="+mn-lt"/>
              </a:rPr>
              <a:t>class</a:t>
            </a:r>
            <a:r>
              <a:rPr lang="es-ES" b="1" dirty="0">
                <a:latin typeface="Consolas"/>
                <a:ea typeface="+mn-lt"/>
                <a:cs typeface="+mn-lt"/>
              </a:rPr>
              <a:t>="caja1" </a:t>
            </a:r>
            <a:r>
              <a:rPr lang="es-ES" b="1" err="1">
                <a:latin typeface="Consolas"/>
                <a:ea typeface="+mn-lt"/>
                <a:cs typeface="+mn-lt"/>
              </a:rPr>
              <a:t>style</a:t>
            </a:r>
            <a:r>
              <a:rPr lang="es-ES" b="1" dirty="0">
                <a:latin typeface="Consolas"/>
                <a:ea typeface="+mn-lt"/>
                <a:cs typeface="+mn-lt"/>
              </a:rPr>
              <a:t>="</a:t>
            </a:r>
            <a:r>
              <a:rPr lang="es-ES" b="1" err="1">
                <a:latin typeface="Consolas"/>
                <a:ea typeface="+mn-lt"/>
                <a:cs typeface="+mn-lt"/>
              </a:rPr>
              <a:t>width</a:t>
            </a:r>
            <a:r>
              <a:rPr lang="es-ES" b="1" dirty="0">
                <a:latin typeface="Consolas"/>
                <a:ea typeface="+mn-lt"/>
                <a:cs typeface="+mn-lt"/>
              </a:rPr>
              <a:t>: 50px; </a:t>
            </a:r>
            <a:r>
              <a:rPr lang="es-ES" b="1" err="1">
                <a:latin typeface="Consolas"/>
                <a:ea typeface="+mn-lt"/>
                <a:cs typeface="+mn-lt"/>
              </a:rPr>
              <a:t>height</a:t>
            </a:r>
            <a:r>
              <a:rPr lang="es-ES" b="1" dirty="0">
                <a:latin typeface="Consolas"/>
                <a:ea typeface="+mn-lt"/>
                <a:cs typeface="+mn-lt"/>
              </a:rPr>
              <a:t>: 50px; </a:t>
            </a:r>
            <a:r>
              <a:rPr lang="es-ES" b="1" err="1">
                <a:latin typeface="Consolas"/>
                <a:ea typeface="+mn-lt"/>
                <a:cs typeface="+mn-lt"/>
              </a:rPr>
              <a:t>background</a:t>
            </a:r>
            <a:r>
              <a:rPr lang="es-ES" b="1" dirty="0">
                <a:latin typeface="Consolas"/>
                <a:ea typeface="+mn-lt"/>
                <a:cs typeface="+mn-lt"/>
              </a:rPr>
              <a:t>-color: red;"&gt;&lt;/</a:t>
            </a:r>
            <a:r>
              <a:rPr lang="es-ES" b="1" err="1">
                <a:latin typeface="Consolas"/>
                <a:ea typeface="+mn-lt"/>
                <a:cs typeface="+mn-lt"/>
              </a:rPr>
              <a:t>div</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div</a:t>
            </a:r>
            <a:r>
              <a:rPr lang="es-ES" b="1" dirty="0">
                <a:latin typeface="Consolas"/>
                <a:ea typeface="+mn-lt"/>
                <a:cs typeface="+mn-lt"/>
              </a:rPr>
              <a:t> </a:t>
            </a:r>
            <a:r>
              <a:rPr lang="es-ES" b="1" err="1">
                <a:latin typeface="Consolas"/>
                <a:ea typeface="+mn-lt"/>
                <a:cs typeface="+mn-lt"/>
              </a:rPr>
              <a:t>class</a:t>
            </a:r>
            <a:r>
              <a:rPr lang="es-ES" b="1" dirty="0">
                <a:latin typeface="Consolas"/>
                <a:ea typeface="+mn-lt"/>
                <a:cs typeface="+mn-lt"/>
              </a:rPr>
              <a:t>="caja2" </a:t>
            </a:r>
            <a:r>
              <a:rPr lang="es-ES" b="1" err="1">
                <a:latin typeface="Consolas"/>
                <a:ea typeface="+mn-lt"/>
                <a:cs typeface="+mn-lt"/>
              </a:rPr>
              <a:t>style</a:t>
            </a:r>
            <a:r>
              <a:rPr lang="es-ES" b="1" dirty="0">
                <a:latin typeface="Consolas"/>
                <a:ea typeface="+mn-lt"/>
                <a:cs typeface="+mn-lt"/>
              </a:rPr>
              <a:t>="</a:t>
            </a:r>
            <a:r>
              <a:rPr lang="es-ES" b="1" err="1">
                <a:latin typeface="Consolas"/>
                <a:ea typeface="+mn-lt"/>
                <a:cs typeface="+mn-lt"/>
              </a:rPr>
              <a:t>width</a:t>
            </a:r>
            <a:r>
              <a:rPr lang="es-ES" b="1" dirty="0">
                <a:latin typeface="Consolas"/>
                <a:ea typeface="+mn-lt"/>
                <a:cs typeface="+mn-lt"/>
              </a:rPr>
              <a:t>: 50px; </a:t>
            </a:r>
            <a:r>
              <a:rPr lang="es-ES" b="1" err="1">
                <a:latin typeface="Consolas"/>
                <a:ea typeface="+mn-lt"/>
                <a:cs typeface="+mn-lt"/>
              </a:rPr>
              <a:t>height</a:t>
            </a:r>
            <a:r>
              <a:rPr lang="es-ES" b="1" dirty="0">
                <a:latin typeface="Consolas"/>
                <a:ea typeface="+mn-lt"/>
                <a:cs typeface="+mn-lt"/>
              </a:rPr>
              <a:t>: 50px; </a:t>
            </a:r>
            <a:r>
              <a:rPr lang="es-ES" b="1" err="1">
                <a:latin typeface="Consolas"/>
                <a:ea typeface="+mn-lt"/>
                <a:cs typeface="+mn-lt"/>
              </a:rPr>
              <a:t>background</a:t>
            </a:r>
            <a:r>
              <a:rPr lang="es-ES" b="1" dirty="0">
                <a:latin typeface="Consolas"/>
                <a:ea typeface="+mn-lt"/>
                <a:cs typeface="+mn-lt"/>
              </a:rPr>
              <a:t>-color: </a:t>
            </a:r>
            <a:r>
              <a:rPr lang="es-ES" b="1" err="1">
                <a:latin typeface="Consolas"/>
                <a:ea typeface="+mn-lt"/>
                <a:cs typeface="+mn-lt"/>
              </a:rPr>
              <a:t>green</a:t>
            </a:r>
            <a:r>
              <a:rPr lang="es-ES" b="1" dirty="0">
                <a:latin typeface="Consolas"/>
                <a:ea typeface="+mn-lt"/>
                <a:cs typeface="+mn-lt"/>
              </a:rPr>
              <a:t>;"&gt;&lt;/</a:t>
            </a:r>
            <a:r>
              <a:rPr lang="es-ES" b="1" err="1">
                <a:latin typeface="Consolas"/>
                <a:ea typeface="+mn-lt"/>
                <a:cs typeface="+mn-lt"/>
              </a:rPr>
              <a:t>div</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&lt;script&gt;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tl</a:t>
            </a:r>
            <a:r>
              <a:rPr lang="es-ES" b="1" dirty="0">
                <a:latin typeface="Consolas"/>
                <a:ea typeface="+mn-lt"/>
                <a:cs typeface="+mn-lt"/>
              </a:rPr>
              <a:t> = </a:t>
            </a:r>
            <a:r>
              <a:rPr lang="es-ES" b="1" err="1">
                <a:latin typeface="Consolas"/>
                <a:ea typeface="+mn-lt"/>
                <a:cs typeface="+mn-lt"/>
              </a:rPr>
              <a:t>gsap.timeline</a:t>
            </a:r>
            <a:r>
              <a:rPr lang="es-ES" b="1" dirty="0">
                <a:latin typeface="Consolas"/>
                <a:ea typeface="+mn-lt"/>
                <a:cs typeface="+mn-lt"/>
              </a:rPr>
              <a:t>(); // Crea una línea de tiempo</a:t>
            </a:r>
            <a:br>
              <a:rPr lang="es-ES" b="1" dirty="0">
                <a:latin typeface="Consolas"/>
                <a:ea typeface="+mn-lt"/>
                <a:cs typeface="+mn-lt"/>
              </a:rPr>
            </a:br>
            <a:r>
              <a:rPr lang="es-ES" b="1" dirty="0">
                <a:latin typeface="Consolas"/>
                <a:ea typeface="+mn-lt"/>
                <a:cs typeface="+mn-lt"/>
              </a:rPr>
              <a:t>  tl.to(".caja1", { x: 200, </a:t>
            </a:r>
            <a:r>
              <a:rPr lang="es-ES" b="1" err="1">
                <a:latin typeface="Consolas"/>
                <a:ea typeface="+mn-lt"/>
                <a:cs typeface="+mn-lt"/>
              </a:rPr>
              <a:t>duration</a:t>
            </a:r>
            <a:r>
              <a:rPr lang="es-ES" b="1" dirty="0">
                <a:latin typeface="Consolas"/>
                <a:ea typeface="+mn-lt"/>
                <a:cs typeface="+mn-lt"/>
              </a:rPr>
              <a:t>: 1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to</a:t>
            </a:r>
            <a:r>
              <a:rPr lang="es-ES" b="1" dirty="0">
                <a:latin typeface="Consolas"/>
                <a:ea typeface="+mn-lt"/>
                <a:cs typeface="+mn-lt"/>
              </a:rPr>
              <a:t>(".caja2", { x: 200, </a:t>
            </a:r>
            <a:r>
              <a:rPr lang="es-ES" b="1" err="1">
                <a:latin typeface="Consolas"/>
                <a:ea typeface="+mn-lt"/>
                <a:cs typeface="+mn-lt"/>
              </a:rPr>
              <a:t>duration</a:t>
            </a:r>
            <a:r>
              <a:rPr lang="es-ES" b="1" dirty="0">
                <a:latin typeface="Consolas"/>
                <a:ea typeface="+mn-lt"/>
                <a:cs typeface="+mn-lt"/>
              </a:rPr>
              <a:t>: 1 });</a:t>
            </a:r>
            <a:br>
              <a:rPr lang="es-ES" b="1" dirty="0">
                <a:latin typeface="Consolas"/>
                <a:ea typeface="+mn-lt"/>
                <a:cs typeface="+mn-lt"/>
              </a:rPr>
            </a:br>
            <a:r>
              <a:rPr lang="es-ES" b="1" dirty="0">
                <a:latin typeface="Consolas"/>
                <a:ea typeface="+mn-lt"/>
                <a:cs typeface="+mn-lt"/>
              </a:rPr>
              <a:t>&lt;/script&gt;</a:t>
            </a:r>
          </a:p>
          <a:p>
            <a:endParaRPr lang="es-ES" dirty="0">
              <a:latin typeface="Neue Haas Grotesk Text Pro"/>
              <a:ea typeface="+mn-lt"/>
              <a:cs typeface="+mn-lt"/>
            </a:endParaRPr>
          </a:p>
        </p:txBody>
      </p:sp>
    </p:spTree>
    <p:extLst>
      <p:ext uri="{BB962C8B-B14F-4D97-AF65-F5344CB8AC3E}">
        <p14:creationId xmlns:p14="http://schemas.microsoft.com/office/powerpoint/2010/main" val="311575004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443E8B-1D91-0B97-428C-F3B10B541FC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4BE94A-8E55-E46D-8B0F-8340A49D6D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DC158C6-8720-56C1-43B6-3833FE6E34A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3.5.1.4. Librerías de animaciones</a:t>
            </a:r>
            <a:endParaRPr lang="es-ES" dirty="0"/>
          </a:p>
        </p:txBody>
      </p:sp>
      <p:sp>
        <p:nvSpPr>
          <p:cNvPr id="10" name="Rectangle 9">
            <a:extLst>
              <a:ext uri="{FF2B5EF4-FFF2-40B4-BE49-F238E27FC236}">
                <a16:creationId xmlns:a16="http://schemas.microsoft.com/office/drawing/2014/main" id="{CA480805-4FEC-193E-5C4D-BE79D561A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16ADB8D-B5CB-2C7C-7BC5-8E5FD1017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ED49145-D4D1-CA4B-1B36-601374F8CB5D}"/>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err="1">
                <a:ea typeface="+mn-lt"/>
                <a:cs typeface="+mn-lt"/>
              </a:rPr>
              <a:t>Lottie</a:t>
            </a:r>
            <a:r>
              <a:rPr lang="es-ES" dirty="0">
                <a:ea typeface="+mn-lt"/>
                <a:cs typeface="+mn-lt"/>
              </a:rPr>
              <a:t>: </a:t>
            </a:r>
            <a:r>
              <a:rPr lang="es-ES" dirty="0" err="1">
                <a:ea typeface="+mn-lt"/>
                <a:cs typeface="+mn-lt"/>
              </a:rPr>
              <a:t>Lottie</a:t>
            </a:r>
            <a:r>
              <a:rPr lang="es-ES" dirty="0">
                <a:ea typeface="+mn-lt"/>
                <a:cs typeface="+mn-lt"/>
              </a:rPr>
              <a:t> no es una librería de animación en sí, sino una herramienta para renderizar animaciones de Adobe After </a:t>
            </a:r>
            <a:r>
              <a:rPr lang="es-ES" dirty="0" err="1">
                <a:ea typeface="+mn-lt"/>
                <a:cs typeface="+mn-lt"/>
              </a:rPr>
              <a:t>Effects</a:t>
            </a:r>
            <a:r>
              <a:rPr lang="es-ES" dirty="0">
                <a:ea typeface="+mn-lt"/>
                <a:cs typeface="+mn-lt"/>
              </a:rPr>
              <a:t> en la web. Un diseñador crea la animación en After </a:t>
            </a:r>
            <a:r>
              <a:rPr lang="es-ES" dirty="0" err="1">
                <a:ea typeface="+mn-lt"/>
                <a:cs typeface="+mn-lt"/>
              </a:rPr>
              <a:t>Effects</a:t>
            </a:r>
            <a:r>
              <a:rPr lang="es-ES" dirty="0">
                <a:ea typeface="+mn-lt"/>
                <a:cs typeface="+mn-lt"/>
              </a:rPr>
              <a:t> y la exporta como un archivo JSON. </a:t>
            </a:r>
            <a:r>
              <a:rPr lang="es-ES" dirty="0" err="1">
                <a:ea typeface="+mn-lt"/>
                <a:cs typeface="+mn-lt"/>
              </a:rPr>
              <a:t>Lottie</a:t>
            </a:r>
            <a:r>
              <a:rPr lang="es-ES" dirty="0">
                <a:ea typeface="+mn-lt"/>
                <a:cs typeface="+mn-lt"/>
              </a:rPr>
              <a:t> lee este archivo y reproduce la animación de forma fluida usando la API de </a:t>
            </a:r>
            <a:r>
              <a:rPr lang="es-ES" dirty="0" err="1">
                <a:ea typeface="+mn-lt"/>
                <a:cs typeface="+mn-lt"/>
              </a:rPr>
              <a:t>Canvas</a:t>
            </a:r>
            <a:r>
              <a:rPr lang="es-ES" dirty="0">
                <a:ea typeface="+mn-lt"/>
                <a:cs typeface="+mn-lt"/>
              </a:rPr>
              <a:t> o SVG. Su gran ventaja es que permite a los diseñadores crear animaciones complejas sin depender de código CSS o JavaScript, y el archivo JSON es muy ligero.</a:t>
            </a:r>
            <a:endParaRPr lang="es-ES" dirty="0"/>
          </a:p>
          <a:p>
            <a:r>
              <a:rPr lang="es-ES" dirty="0">
                <a:ea typeface="+mn-lt"/>
                <a:cs typeface="+mn-lt"/>
              </a:rPr>
              <a:t>La forma más sencilla de usar </a:t>
            </a:r>
            <a:r>
              <a:rPr lang="es-ES" dirty="0" err="1">
                <a:ea typeface="+mn-lt"/>
                <a:cs typeface="+mn-lt"/>
              </a:rPr>
              <a:t>Lottie</a:t>
            </a:r>
            <a:r>
              <a:rPr lang="es-ES" dirty="0">
                <a:ea typeface="+mn-lt"/>
                <a:cs typeface="+mn-lt"/>
              </a:rPr>
              <a:t> es a través de su librería principal, </a:t>
            </a:r>
            <a:r>
              <a:rPr lang="es-ES" dirty="0" err="1">
                <a:ea typeface="+mn-lt"/>
                <a:cs typeface="+mn-lt"/>
              </a:rPr>
              <a:t>lottie</a:t>
            </a:r>
            <a:r>
              <a:rPr lang="es-ES" dirty="0">
                <a:ea typeface="+mn-lt"/>
                <a:cs typeface="+mn-lt"/>
              </a:rPr>
              <a:t>-web.</a:t>
            </a:r>
          </a:p>
          <a:p>
            <a:r>
              <a:rPr lang="es-ES" dirty="0">
                <a:ea typeface="+mn-lt"/>
                <a:cs typeface="+mn-lt"/>
              </a:rPr>
              <a:t>Instalación con CDN:</a:t>
            </a:r>
            <a:endParaRPr lang="es-ES" dirty="0"/>
          </a:p>
          <a:p>
            <a:r>
              <a:rPr lang="es-ES" dirty="0">
                <a:ea typeface="+mn-lt"/>
                <a:cs typeface="+mn-lt"/>
              </a:rPr>
              <a:t>Añade el siguiente script a tu HTML.</a:t>
            </a:r>
          </a:p>
          <a:p>
            <a:pPr marL="0" indent="0">
              <a:buNone/>
            </a:pPr>
            <a:r>
              <a:rPr lang="es-ES" b="1" dirty="0">
                <a:latin typeface="Consolas"/>
                <a:ea typeface="+mn-lt"/>
                <a:cs typeface="+mn-lt"/>
              </a:rPr>
              <a:t>&lt;script </a:t>
            </a:r>
            <a:r>
              <a:rPr lang="es-ES" b="1" dirty="0" err="1">
                <a:latin typeface="Consolas"/>
                <a:ea typeface="+mn-lt"/>
                <a:cs typeface="+mn-lt"/>
              </a:rPr>
              <a:t>src</a:t>
            </a:r>
            <a:r>
              <a:rPr lang="es-ES" b="1" dirty="0">
                <a:latin typeface="Consolas"/>
                <a:ea typeface="+mn-lt"/>
                <a:cs typeface="+mn-lt"/>
              </a:rPr>
              <a:t>="https://cdnjs.cloudflare.com/</a:t>
            </a:r>
            <a:r>
              <a:rPr lang="es-ES" b="1" dirty="0" err="1">
                <a:latin typeface="Consolas"/>
                <a:ea typeface="+mn-lt"/>
                <a:cs typeface="+mn-lt"/>
              </a:rPr>
              <a:t>ajax</a:t>
            </a:r>
            <a:r>
              <a:rPr lang="es-ES" b="1" dirty="0">
                <a:latin typeface="Consolas"/>
                <a:ea typeface="+mn-lt"/>
                <a:cs typeface="+mn-lt"/>
              </a:rPr>
              <a:t>/</a:t>
            </a:r>
            <a:r>
              <a:rPr lang="es-ES" b="1" dirty="0" err="1">
                <a:latin typeface="Consolas"/>
                <a:ea typeface="+mn-lt"/>
                <a:cs typeface="+mn-lt"/>
              </a:rPr>
              <a:t>libs</a:t>
            </a:r>
            <a:r>
              <a:rPr lang="es-ES" b="1" dirty="0">
                <a:latin typeface="Consolas"/>
                <a:ea typeface="+mn-lt"/>
                <a:cs typeface="+mn-lt"/>
              </a:rPr>
              <a:t>/</a:t>
            </a:r>
            <a:r>
              <a:rPr lang="es-ES" b="1" dirty="0" err="1">
                <a:latin typeface="Consolas"/>
                <a:ea typeface="+mn-lt"/>
                <a:cs typeface="+mn-lt"/>
              </a:rPr>
              <a:t>lottie</a:t>
            </a:r>
            <a:r>
              <a:rPr lang="es-ES" b="1" dirty="0">
                <a:latin typeface="Consolas"/>
                <a:ea typeface="+mn-lt"/>
                <a:cs typeface="+mn-lt"/>
              </a:rPr>
              <a:t>-web/5.12.2/lottie.min.js"&gt;&lt;/script&gt;</a:t>
            </a:r>
          </a:p>
        </p:txBody>
      </p:sp>
    </p:spTree>
    <p:extLst>
      <p:ext uri="{BB962C8B-B14F-4D97-AF65-F5344CB8AC3E}">
        <p14:creationId xmlns:p14="http://schemas.microsoft.com/office/powerpoint/2010/main" val="119496344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D7D59C-85C7-1D6A-EEC9-76C758C82B3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CA270F5-B89D-D98E-5327-185E234C3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618A6C4-58C1-10A0-2418-10E1D91D26E0}"/>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3.5.1.4. Librerías de animaciones</a:t>
            </a:r>
            <a:endParaRPr lang="es-ES" dirty="0"/>
          </a:p>
        </p:txBody>
      </p:sp>
      <p:sp>
        <p:nvSpPr>
          <p:cNvPr id="10" name="Rectangle 9">
            <a:extLst>
              <a:ext uri="{FF2B5EF4-FFF2-40B4-BE49-F238E27FC236}">
                <a16:creationId xmlns:a16="http://schemas.microsoft.com/office/drawing/2014/main" id="{E5A940F6-D65F-5B6A-29E1-EFF33A7AA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809E6C-CE0F-661C-5695-1813B9A79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567101D-2BBC-88A6-294B-1C85A2C4DB9D}"/>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Para usar </a:t>
            </a:r>
            <a:r>
              <a:rPr lang="es-ES" dirty="0" err="1">
                <a:ea typeface="+mn-lt"/>
                <a:cs typeface="+mn-lt"/>
              </a:rPr>
              <a:t>Lottie</a:t>
            </a:r>
            <a:r>
              <a:rPr lang="es-ES" dirty="0">
                <a:ea typeface="+mn-lt"/>
                <a:cs typeface="+mn-lt"/>
              </a:rPr>
              <a:t>, necesitas un contenedor (</a:t>
            </a:r>
            <a:r>
              <a:rPr lang="es-ES" dirty="0" err="1">
                <a:ea typeface="+mn-lt"/>
                <a:cs typeface="+mn-lt"/>
              </a:rPr>
              <a:t>div</a:t>
            </a:r>
            <a:r>
              <a:rPr lang="es-ES" dirty="0">
                <a:ea typeface="+mn-lt"/>
                <a:cs typeface="+mn-lt"/>
              </a:rPr>
              <a:t>) y el archivo JSON de la animación.</a:t>
            </a:r>
          </a:p>
          <a:p>
            <a:r>
              <a:rPr lang="es-ES" dirty="0">
                <a:ea typeface="+mn-lt"/>
                <a:cs typeface="+mn-lt"/>
              </a:rPr>
              <a:t>Ejemplo: Animación básica. Este ejemplo carga una animación </a:t>
            </a:r>
            <a:r>
              <a:rPr lang="es-ES" dirty="0" err="1">
                <a:ea typeface="+mn-lt"/>
                <a:cs typeface="+mn-lt"/>
              </a:rPr>
              <a:t>Lottie</a:t>
            </a:r>
            <a:r>
              <a:rPr lang="es-ES" dirty="0">
                <a:ea typeface="+mn-lt"/>
                <a:cs typeface="+mn-lt"/>
              </a:rPr>
              <a:t> de un corazón que late.</a:t>
            </a:r>
          </a:p>
          <a:p>
            <a:pPr marL="0" indent="0">
              <a:buNone/>
            </a:pPr>
            <a:r>
              <a:rPr lang="es-ES" b="1" dirty="0">
                <a:latin typeface="Consolas"/>
                <a:ea typeface="+mn-lt"/>
                <a:cs typeface="+mn-lt"/>
              </a:rPr>
              <a:t>&lt;</a:t>
            </a:r>
            <a:r>
              <a:rPr lang="es-ES" b="1" err="1">
                <a:latin typeface="Consolas"/>
                <a:ea typeface="+mn-lt"/>
                <a:cs typeface="+mn-lt"/>
              </a:rPr>
              <a:t>div</a:t>
            </a:r>
            <a:r>
              <a:rPr lang="es-ES" b="1" dirty="0">
                <a:latin typeface="Consolas"/>
                <a:ea typeface="+mn-lt"/>
                <a:cs typeface="+mn-lt"/>
              </a:rPr>
              <a:t> id="</a:t>
            </a:r>
            <a:r>
              <a:rPr lang="es-ES" b="1" err="1">
                <a:latin typeface="Consolas"/>
                <a:ea typeface="+mn-lt"/>
                <a:cs typeface="+mn-lt"/>
              </a:rPr>
              <a:t>lottie</a:t>
            </a:r>
            <a:r>
              <a:rPr lang="es-ES" b="1" dirty="0">
                <a:latin typeface="Consolas"/>
                <a:ea typeface="+mn-lt"/>
                <a:cs typeface="+mn-lt"/>
              </a:rPr>
              <a:t>-container" </a:t>
            </a:r>
            <a:r>
              <a:rPr lang="es-ES" b="1" err="1">
                <a:latin typeface="Consolas"/>
                <a:ea typeface="+mn-lt"/>
                <a:cs typeface="+mn-lt"/>
              </a:rPr>
              <a:t>style</a:t>
            </a:r>
            <a:r>
              <a:rPr lang="es-ES" b="1" dirty="0">
                <a:latin typeface="Consolas"/>
                <a:ea typeface="+mn-lt"/>
                <a:cs typeface="+mn-lt"/>
              </a:rPr>
              <a:t>="</a:t>
            </a:r>
            <a:r>
              <a:rPr lang="es-ES" b="1" err="1">
                <a:latin typeface="Consolas"/>
                <a:ea typeface="+mn-lt"/>
                <a:cs typeface="+mn-lt"/>
              </a:rPr>
              <a:t>width</a:t>
            </a:r>
            <a:r>
              <a:rPr lang="es-ES" b="1" dirty="0">
                <a:latin typeface="Consolas"/>
                <a:ea typeface="+mn-lt"/>
                <a:cs typeface="+mn-lt"/>
              </a:rPr>
              <a:t>: 200px; </a:t>
            </a:r>
            <a:r>
              <a:rPr lang="es-ES" b="1" err="1">
                <a:latin typeface="Consolas"/>
                <a:ea typeface="+mn-lt"/>
                <a:cs typeface="+mn-lt"/>
              </a:rPr>
              <a:t>height</a:t>
            </a:r>
            <a:r>
              <a:rPr lang="es-ES" b="1" dirty="0">
                <a:latin typeface="Consolas"/>
                <a:ea typeface="+mn-lt"/>
                <a:cs typeface="+mn-lt"/>
              </a:rPr>
              <a:t>: 200px;"&gt;&lt;/</a:t>
            </a:r>
            <a:r>
              <a:rPr lang="es-ES" b="1" err="1">
                <a:latin typeface="Consolas"/>
                <a:ea typeface="+mn-lt"/>
                <a:cs typeface="+mn-lt"/>
              </a:rPr>
              <a:t>div</a:t>
            </a:r>
            <a:r>
              <a:rPr lang="es-ES" b="1" dirty="0">
                <a:latin typeface="Consolas"/>
                <a:ea typeface="+mn-lt"/>
                <a:cs typeface="+mn-lt"/>
              </a:rPr>
              <a:t>&gt;</a:t>
            </a:r>
            <a:br>
              <a:rPr lang="en-US" b="1" dirty="0">
                <a:latin typeface="Consolas"/>
              </a:rPr>
            </a:br>
            <a:r>
              <a:rPr lang="es-ES" b="1" dirty="0">
                <a:latin typeface="Consolas"/>
                <a:ea typeface="+mn-lt"/>
                <a:cs typeface="+mn-lt"/>
              </a:rPr>
              <a:t>&lt;script&gt;</a:t>
            </a:r>
            <a:br>
              <a:rPr lang="es-ES" b="1" dirty="0">
                <a:latin typeface="Consolas"/>
                <a:ea typeface="+mn-lt"/>
                <a:cs typeface="+mn-lt"/>
              </a:rPr>
            </a:br>
            <a:r>
              <a:rPr lang="es-ES" b="1" dirty="0">
                <a:latin typeface="Consolas"/>
                <a:ea typeface="+mn-lt"/>
                <a:cs typeface="+mn-lt"/>
              </a:rPr>
              <a:t>  // Inicializa la animación</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lottie.loadAnimation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container: </a:t>
            </a:r>
            <a:r>
              <a:rPr lang="es-ES" b="1" err="1">
                <a:latin typeface="Consolas"/>
                <a:ea typeface="+mn-lt"/>
                <a:cs typeface="+mn-lt"/>
              </a:rPr>
              <a:t>document.getElementById</a:t>
            </a:r>
            <a:r>
              <a:rPr lang="es-ES" b="1" dirty="0">
                <a:latin typeface="Consolas"/>
                <a:ea typeface="+mn-lt"/>
                <a:cs typeface="+mn-lt"/>
              </a:rPr>
              <a:t>('</a:t>
            </a:r>
            <a:r>
              <a:rPr lang="es-ES" b="1" err="1">
                <a:latin typeface="Consolas"/>
                <a:ea typeface="+mn-lt"/>
                <a:cs typeface="+mn-lt"/>
              </a:rPr>
              <a:t>lottie</a:t>
            </a:r>
            <a:r>
              <a:rPr lang="es-ES" b="1" dirty="0">
                <a:latin typeface="Consolas"/>
                <a:ea typeface="+mn-lt"/>
                <a:cs typeface="+mn-lt"/>
              </a:rPr>
              <a:t>-container'), // El elemento DOM</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renderer</a:t>
            </a:r>
            <a:r>
              <a:rPr lang="es-ES" b="1" dirty="0">
                <a:latin typeface="Consolas"/>
                <a:ea typeface="+mn-lt"/>
                <a:cs typeface="+mn-lt"/>
              </a:rPr>
              <a:t>: '</a:t>
            </a:r>
            <a:r>
              <a:rPr lang="es-ES" b="1" err="1">
                <a:latin typeface="Consolas"/>
                <a:ea typeface="+mn-lt"/>
                <a:cs typeface="+mn-lt"/>
              </a:rPr>
              <a:t>svg</a:t>
            </a:r>
            <a:r>
              <a:rPr lang="es-ES" b="1" dirty="0">
                <a:latin typeface="Consolas"/>
                <a:ea typeface="+mn-lt"/>
                <a:cs typeface="+mn-lt"/>
              </a:rPr>
              <a:t>', // </a:t>
            </a:r>
            <a:r>
              <a:rPr lang="es-ES" b="1" err="1">
                <a:latin typeface="Consolas"/>
                <a:ea typeface="+mn-lt"/>
                <a:cs typeface="+mn-lt"/>
              </a:rPr>
              <a:t>svg</a:t>
            </a:r>
            <a:r>
              <a:rPr lang="es-ES" b="1" dirty="0">
                <a:latin typeface="Consolas"/>
                <a:ea typeface="+mn-lt"/>
                <a:cs typeface="+mn-lt"/>
              </a:rPr>
              <a:t> o </a:t>
            </a:r>
            <a:r>
              <a:rPr lang="es-ES" b="1" err="1">
                <a:latin typeface="Consolas"/>
                <a:ea typeface="+mn-lt"/>
                <a:cs typeface="+mn-lt"/>
              </a:rPr>
              <a:t>canvas</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loop</a:t>
            </a:r>
            <a:r>
              <a:rPr lang="es-ES" b="1" dirty="0">
                <a:latin typeface="Consolas"/>
                <a:ea typeface="+mn-lt"/>
                <a:cs typeface="+mn-lt"/>
              </a:rPr>
              <a:t>: true,      // Repetir la animación</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autoplay</a:t>
            </a:r>
            <a:r>
              <a:rPr lang="es-ES" b="1" dirty="0">
                <a:latin typeface="Consolas"/>
                <a:ea typeface="+mn-lt"/>
                <a:cs typeface="+mn-lt"/>
              </a:rPr>
              <a:t>: true,    // Reproducir automáticamente</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path</a:t>
            </a:r>
            <a:r>
              <a:rPr lang="es-ES" b="1" dirty="0">
                <a:latin typeface="Consolas"/>
                <a:ea typeface="+mn-lt"/>
                <a:cs typeface="+mn-lt"/>
              </a:rPr>
              <a:t>: '</a:t>
            </a:r>
            <a:r>
              <a:rPr lang="es-ES" b="1" dirty="0">
                <a:latin typeface="Consolas"/>
                <a:ea typeface="+mn-lt"/>
                <a:cs typeface="+mn-lt"/>
                <a:hlinkClick r:id="rId2"/>
              </a:rPr>
              <a:t>https://assets8.lottiefiles.com/packages/lf20_tlgp5e6a.json</a:t>
            </a:r>
            <a:r>
              <a:rPr lang="es-ES" b="1" dirty="0">
                <a:latin typeface="Consolas"/>
                <a:ea typeface="+mn-lt"/>
                <a:cs typeface="+mn-lt"/>
              </a:rPr>
              <a:t>' // URL del archivo JSON</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&lt;/script&gt;</a:t>
            </a:r>
          </a:p>
          <a:p>
            <a:endParaRPr lang="es-ES" dirty="0">
              <a:latin typeface="Neue Haas Grotesk Text Pro"/>
              <a:ea typeface="+mn-lt"/>
              <a:cs typeface="+mn-lt"/>
            </a:endParaRPr>
          </a:p>
        </p:txBody>
      </p:sp>
    </p:spTree>
    <p:extLst>
      <p:ext uri="{BB962C8B-B14F-4D97-AF65-F5344CB8AC3E}">
        <p14:creationId xmlns:p14="http://schemas.microsoft.com/office/powerpoint/2010/main" val="380321668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18A98F-AF14-29D9-D1EF-86A5110888D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900CE61-77AA-5528-D4C8-5F573E6B5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EBCD9D0-2966-DA2E-F4B4-63AAC375281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3.5.1.4. Librerías de animaciones</a:t>
            </a:r>
            <a:endParaRPr lang="es-ES" dirty="0"/>
          </a:p>
        </p:txBody>
      </p:sp>
      <p:sp>
        <p:nvSpPr>
          <p:cNvPr id="10" name="Rectangle 9">
            <a:extLst>
              <a:ext uri="{FF2B5EF4-FFF2-40B4-BE49-F238E27FC236}">
                <a16:creationId xmlns:a16="http://schemas.microsoft.com/office/drawing/2014/main" id="{FA6A2514-5E09-97E1-B08B-8B732F3B9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75CEF8-86F1-C08E-4BC4-5888C4DD2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6390761-5A26-4025-B2BF-0700E5BB7975}"/>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Ejemplo: Control interactivo. Puedes usar JavaScript para controlar la animación, como reproducirla solo cuando el usuario pasa el cursor.</a:t>
            </a:r>
          </a:p>
          <a:p>
            <a:r>
              <a:rPr lang="es-ES" dirty="0">
                <a:ea typeface="+mn-lt"/>
                <a:cs typeface="+mn-lt"/>
              </a:rPr>
              <a:t>&lt;</a:t>
            </a:r>
            <a:r>
              <a:rPr lang="es-ES" dirty="0" err="1">
                <a:ea typeface="+mn-lt"/>
                <a:cs typeface="+mn-lt"/>
              </a:rPr>
              <a:t>div</a:t>
            </a:r>
            <a:r>
              <a:rPr lang="es-ES" dirty="0">
                <a:ea typeface="+mn-lt"/>
                <a:cs typeface="+mn-lt"/>
              </a:rPr>
              <a:t> id="</a:t>
            </a:r>
            <a:r>
              <a:rPr lang="es-ES" dirty="0" err="1">
                <a:ea typeface="+mn-lt"/>
                <a:cs typeface="+mn-lt"/>
              </a:rPr>
              <a:t>lottie</a:t>
            </a:r>
            <a:r>
              <a:rPr lang="es-ES" dirty="0">
                <a:ea typeface="+mn-lt"/>
                <a:cs typeface="+mn-lt"/>
              </a:rPr>
              <a:t>-container-interactiva" </a:t>
            </a:r>
            <a:r>
              <a:rPr lang="es-ES" dirty="0" err="1">
                <a:ea typeface="+mn-lt"/>
                <a:cs typeface="+mn-lt"/>
              </a:rPr>
              <a:t>style</a:t>
            </a:r>
            <a:r>
              <a:rPr lang="es-ES" dirty="0">
                <a:ea typeface="+mn-lt"/>
                <a:cs typeface="+mn-lt"/>
              </a:rPr>
              <a:t>="</a:t>
            </a:r>
            <a:r>
              <a:rPr lang="es-ES" dirty="0" err="1">
                <a:ea typeface="+mn-lt"/>
                <a:cs typeface="+mn-lt"/>
              </a:rPr>
              <a:t>width</a:t>
            </a:r>
            <a:r>
              <a:rPr lang="es-ES" dirty="0">
                <a:ea typeface="+mn-lt"/>
                <a:cs typeface="+mn-lt"/>
              </a:rPr>
              <a:t>: 200px; </a:t>
            </a:r>
            <a:r>
              <a:rPr lang="es-ES" dirty="0" err="1">
                <a:ea typeface="+mn-lt"/>
                <a:cs typeface="+mn-lt"/>
              </a:rPr>
              <a:t>height</a:t>
            </a:r>
            <a:r>
              <a:rPr lang="es-ES" dirty="0">
                <a:ea typeface="+mn-lt"/>
                <a:cs typeface="+mn-lt"/>
              </a:rPr>
              <a:t>: 200px;"&gt;&lt;/</a:t>
            </a:r>
            <a:r>
              <a:rPr lang="es-ES" dirty="0" err="1">
                <a:ea typeface="+mn-lt"/>
                <a:cs typeface="+mn-lt"/>
              </a:rPr>
              <a:t>div</a:t>
            </a:r>
            <a:r>
              <a:rPr lang="es-ES" dirty="0">
                <a:ea typeface="+mn-lt"/>
                <a:cs typeface="+mn-lt"/>
              </a:rPr>
              <a:t>&gt;</a:t>
            </a:r>
            <a:br>
              <a:rPr lang="es-ES" dirty="0">
                <a:ea typeface="+mn-lt"/>
                <a:cs typeface="+mn-lt"/>
              </a:rPr>
            </a:br>
            <a:r>
              <a:rPr lang="es-ES" dirty="0">
                <a:ea typeface="+mn-lt"/>
                <a:cs typeface="+mn-lt"/>
              </a:rPr>
              <a:t>&lt;script&gt;</a:t>
            </a:r>
            <a:br>
              <a:rPr lang="es-ES" dirty="0">
                <a:ea typeface="+mn-lt"/>
                <a:cs typeface="+mn-lt"/>
              </a:rPr>
            </a:br>
            <a:r>
              <a:rPr lang="es-ES" dirty="0">
                <a:ea typeface="+mn-lt"/>
                <a:cs typeface="+mn-lt"/>
              </a:rPr>
              <a:t>  </a:t>
            </a:r>
            <a:r>
              <a:rPr lang="es-ES" dirty="0" err="1">
                <a:ea typeface="+mn-lt"/>
                <a:cs typeface="+mn-lt"/>
              </a:rPr>
              <a:t>const</a:t>
            </a:r>
            <a:r>
              <a:rPr lang="es-ES" dirty="0">
                <a:ea typeface="+mn-lt"/>
                <a:cs typeface="+mn-lt"/>
              </a:rPr>
              <a:t> </a:t>
            </a:r>
            <a:r>
              <a:rPr lang="es-ES" dirty="0" err="1">
                <a:ea typeface="+mn-lt"/>
                <a:cs typeface="+mn-lt"/>
              </a:rPr>
              <a:t>anim</a:t>
            </a:r>
            <a:r>
              <a:rPr lang="es-ES" dirty="0">
                <a:ea typeface="+mn-lt"/>
                <a:cs typeface="+mn-lt"/>
              </a:rPr>
              <a:t> = </a:t>
            </a:r>
            <a:r>
              <a:rPr lang="es-ES" dirty="0" err="1">
                <a:ea typeface="+mn-lt"/>
                <a:cs typeface="+mn-lt"/>
              </a:rPr>
              <a:t>lottie.loadAnimation</a:t>
            </a:r>
            <a:r>
              <a:rPr lang="es-ES" dirty="0">
                <a:ea typeface="+mn-lt"/>
                <a:cs typeface="+mn-lt"/>
              </a:rPr>
              <a:t>({</a:t>
            </a:r>
            <a:br>
              <a:rPr lang="es-ES" dirty="0">
                <a:ea typeface="+mn-lt"/>
                <a:cs typeface="+mn-lt"/>
              </a:rPr>
            </a:br>
            <a:r>
              <a:rPr lang="es-ES" dirty="0">
                <a:ea typeface="+mn-lt"/>
                <a:cs typeface="+mn-lt"/>
              </a:rPr>
              <a:t>    container: </a:t>
            </a:r>
            <a:r>
              <a:rPr lang="es-ES" dirty="0" err="1">
                <a:ea typeface="+mn-lt"/>
                <a:cs typeface="+mn-lt"/>
              </a:rPr>
              <a:t>document.getElementById</a:t>
            </a:r>
            <a:r>
              <a:rPr lang="es-ES" dirty="0">
                <a:ea typeface="+mn-lt"/>
                <a:cs typeface="+mn-lt"/>
              </a:rPr>
              <a:t>('</a:t>
            </a:r>
            <a:r>
              <a:rPr lang="es-ES" dirty="0" err="1">
                <a:ea typeface="+mn-lt"/>
                <a:cs typeface="+mn-lt"/>
              </a:rPr>
              <a:t>lottie</a:t>
            </a:r>
            <a:r>
              <a:rPr lang="es-ES" dirty="0">
                <a:ea typeface="+mn-lt"/>
                <a:cs typeface="+mn-lt"/>
              </a:rPr>
              <a:t>-container-interactiva'),</a:t>
            </a:r>
            <a:br>
              <a:rPr lang="es-ES" dirty="0">
                <a:ea typeface="+mn-lt"/>
                <a:cs typeface="+mn-lt"/>
              </a:rPr>
            </a:br>
            <a:r>
              <a:rPr lang="es-ES" dirty="0">
                <a:ea typeface="+mn-lt"/>
                <a:cs typeface="+mn-lt"/>
              </a:rPr>
              <a:t>    </a:t>
            </a:r>
            <a:r>
              <a:rPr lang="es-ES" dirty="0" err="1">
                <a:ea typeface="+mn-lt"/>
                <a:cs typeface="+mn-lt"/>
              </a:rPr>
              <a:t>renderer</a:t>
            </a:r>
            <a:r>
              <a:rPr lang="es-ES" dirty="0">
                <a:ea typeface="+mn-lt"/>
                <a:cs typeface="+mn-lt"/>
              </a:rPr>
              <a:t>: '</a:t>
            </a:r>
            <a:r>
              <a:rPr lang="es-ES" dirty="0" err="1">
                <a:ea typeface="+mn-lt"/>
                <a:cs typeface="+mn-lt"/>
              </a:rPr>
              <a:t>svg</a:t>
            </a:r>
            <a:r>
              <a:rPr lang="es-ES" dirty="0">
                <a:ea typeface="+mn-lt"/>
                <a:cs typeface="+mn-lt"/>
              </a:rPr>
              <a:t>',</a:t>
            </a:r>
            <a:br>
              <a:rPr lang="es-ES" dirty="0">
                <a:ea typeface="+mn-lt"/>
                <a:cs typeface="+mn-lt"/>
              </a:rPr>
            </a:br>
            <a:r>
              <a:rPr lang="es-ES" dirty="0">
                <a:ea typeface="+mn-lt"/>
                <a:cs typeface="+mn-lt"/>
              </a:rPr>
              <a:t>    </a:t>
            </a:r>
            <a:r>
              <a:rPr lang="es-ES" dirty="0" err="1">
                <a:ea typeface="+mn-lt"/>
                <a:cs typeface="+mn-lt"/>
              </a:rPr>
              <a:t>loop</a:t>
            </a:r>
            <a:r>
              <a:rPr lang="es-ES" dirty="0">
                <a:ea typeface="+mn-lt"/>
                <a:cs typeface="+mn-lt"/>
              </a:rPr>
              <a:t>: false,</a:t>
            </a:r>
            <a:br>
              <a:rPr lang="es-ES" dirty="0">
                <a:ea typeface="+mn-lt"/>
                <a:cs typeface="+mn-lt"/>
              </a:rPr>
            </a:br>
            <a:r>
              <a:rPr lang="es-ES" dirty="0">
                <a:ea typeface="+mn-lt"/>
                <a:cs typeface="+mn-lt"/>
              </a:rPr>
              <a:t>    </a:t>
            </a:r>
            <a:r>
              <a:rPr lang="es-ES" dirty="0" err="1">
                <a:ea typeface="+mn-lt"/>
                <a:cs typeface="+mn-lt"/>
              </a:rPr>
              <a:t>autoplay</a:t>
            </a:r>
            <a:r>
              <a:rPr lang="es-ES" dirty="0">
                <a:ea typeface="+mn-lt"/>
                <a:cs typeface="+mn-lt"/>
              </a:rPr>
              <a:t>: false,</a:t>
            </a:r>
            <a:br>
              <a:rPr lang="es-ES" dirty="0">
                <a:ea typeface="+mn-lt"/>
                <a:cs typeface="+mn-lt"/>
              </a:rPr>
            </a:br>
            <a:r>
              <a:rPr lang="es-ES" dirty="0">
                <a:ea typeface="+mn-lt"/>
                <a:cs typeface="+mn-lt"/>
              </a:rPr>
              <a:t>    </a:t>
            </a:r>
            <a:r>
              <a:rPr lang="es-ES" dirty="0" err="1">
                <a:ea typeface="+mn-lt"/>
                <a:cs typeface="+mn-lt"/>
              </a:rPr>
              <a:t>path</a:t>
            </a:r>
            <a:r>
              <a:rPr lang="es-ES" dirty="0">
                <a:ea typeface="+mn-lt"/>
                <a:cs typeface="+mn-lt"/>
              </a:rPr>
              <a:t>: '</a:t>
            </a:r>
            <a:r>
              <a:rPr lang="es-ES" dirty="0">
                <a:ea typeface="+mn-lt"/>
                <a:cs typeface="+mn-lt"/>
                <a:hlinkClick r:id="rId2"/>
              </a:rPr>
              <a:t>https://assets8.lottiefiles.com/packages/lf20_tlgp5e6a.json</a:t>
            </a:r>
            <a:r>
              <a:rPr lang="es-ES" dirty="0">
                <a:ea typeface="+mn-lt"/>
                <a:cs typeface="+mn-lt"/>
              </a:rPr>
              <a:t>'</a:t>
            </a:r>
            <a:br>
              <a:rPr lang="es-ES" dirty="0">
                <a:ea typeface="+mn-lt"/>
                <a:cs typeface="+mn-lt"/>
              </a:rPr>
            </a:br>
            <a:r>
              <a:rPr lang="es-ES" dirty="0">
                <a:ea typeface="+mn-lt"/>
                <a:cs typeface="+mn-lt"/>
              </a:rPr>
              <a:t>  });</a:t>
            </a:r>
            <a:br>
              <a:rPr lang="es-ES" dirty="0">
                <a:ea typeface="+mn-lt"/>
                <a:cs typeface="+mn-lt"/>
              </a:rPr>
            </a:br>
            <a:r>
              <a:rPr lang="es-ES" dirty="0">
                <a:ea typeface="+mn-lt"/>
                <a:cs typeface="+mn-lt"/>
              </a:rPr>
              <a:t>  </a:t>
            </a:r>
            <a:r>
              <a:rPr lang="es-ES" dirty="0" err="1">
                <a:ea typeface="+mn-lt"/>
                <a:cs typeface="+mn-lt"/>
              </a:rPr>
              <a:t>const</a:t>
            </a:r>
            <a:r>
              <a:rPr lang="es-ES" dirty="0">
                <a:ea typeface="+mn-lt"/>
                <a:cs typeface="+mn-lt"/>
              </a:rPr>
              <a:t> contenedor = </a:t>
            </a:r>
            <a:r>
              <a:rPr lang="es-ES" dirty="0" err="1">
                <a:ea typeface="+mn-lt"/>
                <a:cs typeface="+mn-lt"/>
              </a:rPr>
              <a:t>document.getElementById</a:t>
            </a:r>
            <a:r>
              <a:rPr lang="es-ES" dirty="0">
                <a:ea typeface="+mn-lt"/>
                <a:cs typeface="+mn-lt"/>
              </a:rPr>
              <a:t>('</a:t>
            </a:r>
            <a:r>
              <a:rPr lang="es-ES" dirty="0" err="1">
                <a:ea typeface="+mn-lt"/>
                <a:cs typeface="+mn-lt"/>
              </a:rPr>
              <a:t>lottie</a:t>
            </a:r>
            <a:r>
              <a:rPr lang="es-ES" dirty="0">
                <a:ea typeface="+mn-lt"/>
                <a:cs typeface="+mn-lt"/>
              </a:rPr>
              <a:t>-container-interactiva');</a:t>
            </a:r>
            <a:br>
              <a:rPr lang="es-ES" dirty="0">
                <a:ea typeface="+mn-lt"/>
                <a:cs typeface="+mn-lt"/>
              </a:rPr>
            </a:br>
            <a:r>
              <a:rPr lang="es-ES" dirty="0">
                <a:ea typeface="+mn-lt"/>
                <a:cs typeface="+mn-lt"/>
              </a:rPr>
              <a:t>  </a:t>
            </a:r>
            <a:r>
              <a:rPr lang="es-ES" dirty="0" err="1">
                <a:ea typeface="+mn-lt"/>
                <a:cs typeface="+mn-lt"/>
              </a:rPr>
              <a:t>contenedor.addEventListener</a:t>
            </a:r>
            <a:r>
              <a:rPr lang="es-ES" dirty="0">
                <a:ea typeface="+mn-lt"/>
                <a:cs typeface="+mn-lt"/>
              </a:rPr>
              <a:t>('</a:t>
            </a:r>
            <a:r>
              <a:rPr lang="es-ES" dirty="0" err="1">
                <a:ea typeface="+mn-lt"/>
                <a:cs typeface="+mn-lt"/>
              </a:rPr>
              <a:t>mouseenter</a:t>
            </a:r>
            <a:r>
              <a:rPr lang="es-ES" dirty="0">
                <a:ea typeface="+mn-lt"/>
                <a:cs typeface="+mn-lt"/>
              </a:rPr>
              <a:t>', () =&gt; </a:t>
            </a:r>
            <a:r>
              <a:rPr lang="es-ES" dirty="0" err="1">
                <a:ea typeface="+mn-lt"/>
                <a:cs typeface="+mn-lt"/>
              </a:rPr>
              <a:t>anim.play</a:t>
            </a:r>
            <a:r>
              <a:rPr lang="es-ES" dirty="0">
                <a:ea typeface="+mn-lt"/>
                <a:cs typeface="+mn-lt"/>
              </a:rPr>
              <a:t>());</a:t>
            </a:r>
            <a:br>
              <a:rPr lang="es-ES" dirty="0">
                <a:ea typeface="+mn-lt"/>
                <a:cs typeface="+mn-lt"/>
              </a:rPr>
            </a:br>
            <a:r>
              <a:rPr lang="es-ES" dirty="0">
                <a:ea typeface="+mn-lt"/>
                <a:cs typeface="+mn-lt"/>
              </a:rPr>
              <a:t>  </a:t>
            </a:r>
            <a:r>
              <a:rPr lang="es-ES" dirty="0" err="1">
                <a:ea typeface="+mn-lt"/>
                <a:cs typeface="+mn-lt"/>
              </a:rPr>
              <a:t>contenedor.addEventListener</a:t>
            </a:r>
            <a:r>
              <a:rPr lang="es-ES" dirty="0">
                <a:ea typeface="+mn-lt"/>
                <a:cs typeface="+mn-lt"/>
              </a:rPr>
              <a:t>('</a:t>
            </a:r>
            <a:r>
              <a:rPr lang="es-ES" dirty="0" err="1">
                <a:ea typeface="+mn-lt"/>
                <a:cs typeface="+mn-lt"/>
              </a:rPr>
              <a:t>mouseleave</a:t>
            </a:r>
            <a:r>
              <a:rPr lang="es-ES" dirty="0">
                <a:ea typeface="+mn-lt"/>
                <a:cs typeface="+mn-lt"/>
              </a:rPr>
              <a:t>', () =&gt; </a:t>
            </a:r>
            <a:r>
              <a:rPr lang="es-ES" dirty="0" err="1">
                <a:ea typeface="+mn-lt"/>
                <a:cs typeface="+mn-lt"/>
              </a:rPr>
              <a:t>anim.stop</a:t>
            </a:r>
            <a:r>
              <a:rPr lang="es-ES" dirty="0">
                <a:ea typeface="+mn-lt"/>
                <a:cs typeface="+mn-lt"/>
              </a:rPr>
              <a:t>());</a:t>
            </a:r>
            <a:br>
              <a:rPr lang="es-ES" dirty="0">
                <a:ea typeface="+mn-lt"/>
                <a:cs typeface="+mn-lt"/>
              </a:rPr>
            </a:br>
            <a:r>
              <a:rPr lang="es-ES" dirty="0">
                <a:ea typeface="+mn-lt"/>
                <a:cs typeface="+mn-lt"/>
              </a:rPr>
              <a:t>&lt;/script&gt;</a:t>
            </a:r>
          </a:p>
        </p:txBody>
      </p:sp>
    </p:spTree>
    <p:extLst>
      <p:ext uri="{BB962C8B-B14F-4D97-AF65-F5344CB8AC3E}">
        <p14:creationId xmlns:p14="http://schemas.microsoft.com/office/powerpoint/2010/main" val="308545756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9119C0-F622-0BDF-C822-42352181CCB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CBD139-EAFF-DF20-3C67-31803445A4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9596C62-9BCD-90CB-E606-FFC610B02A2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3.5.2. Integración de audio y vídeo en una animación</a:t>
            </a:r>
            <a:endParaRPr lang="es-ES" dirty="0"/>
          </a:p>
        </p:txBody>
      </p:sp>
      <p:sp>
        <p:nvSpPr>
          <p:cNvPr id="10" name="Rectangle 9">
            <a:extLst>
              <a:ext uri="{FF2B5EF4-FFF2-40B4-BE49-F238E27FC236}">
                <a16:creationId xmlns:a16="http://schemas.microsoft.com/office/drawing/2014/main" id="{654D7A20-C96A-C2DF-C566-8C83BF01E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6B45788-75AC-25C5-83EB-83DAB0221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49838B0-F62A-3583-B1BC-D9090B105A8B}"/>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La creación de animaciones a partir de imágenes fijas es una técnica fundamental en el desarrollo web para dar movimiento a elementos gráficos. Este proceso se realiza utilizando hojas de </a:t>
            </a:r>
            <a:r>
              <a:rPr lang="es-ES" dirty="0" err="1">
                <a:ea typeface="+mn-lt"/>
                <a:cs typeface="+mn-lt"/>
              </a:rPr>
              <a:t>sprite</a:t>
            </a:r>
            <a:r>
              <a:rPr lang="es-ES" dirty="0">
                <a:ea typeface="+mn-lt"/>
                <a:cs typeface="+mn-lt"/>
              </a:rPr>
              <a:t> o animaciones de secuencia, y es una forma eficiente de mostrar animaciones complejas, como personajes en un videojuego o transiciones elaboradas de interfaz.</a:t>
            </a:r>
            <a:endParaRPr lang="es-ES" dirty="0"/>
          </a:p>
          <a:p>
            <a:r>
              <a:rPr lang="es-ES" dirty="0">
                <a:ea typeface="+mn-lt"/>
                <a:cs typeface="+mn-lt"/>
              </a:rPr>
              <a:t>Un </a:t>
            </a:r>
            <a:r>
              <a:rPr lang="es-ES" dirty="0" err="1">
                <a:ea typeface="+mn-lt"/>
                <a:cs typeface="+mn-lt"/>
              </a:rPr>
              <a:t>spritesheet</a:t>
            </a:r>
            <a:r>
              <a:rPr lang="es-ES" dirty="0">
                <a:ea typeface="+mn-lt"/>
                <a:cs typeface="+mn-lt"/>
              </a:rPr>
              <a:t> (o hoja de </a:t>
            </a:r>
            <a:r>
              <a:rPr lang="es-ES" dirty="0" err="1">
                <a:ea typeface="+mn-lt"/>
                <a:cs typeface="+mn-lt"/>
              </a:rPr>
              <a:t>sprite</a:t>
            </a:r>
            <a:r>
              <a:rPr lang="es-ES" dirty="0">
                <a:ea typeface="+mn-lt"/>
                <a:cs typeface="+mn-lt"/>
              </a:rPr>
              <a:t>) es una única imagen que contiene múltiples fotogramas de una animación. En lugar de cargar cada fotograma como un archivo separado, el navegador carga un solo archivo grande, lo que reduce las peticiones al servidor y mejora el rendimiento.</a:t>
            </a:r>
            <a:endParaRPr lang="es-ES" dirty="0"/>
          </a:p>
          <a:p>
            <a:r>
              <a:rPr lang="es-ES" dirty="0">
                <a:ea typeface="+mn-lt"/>
                <a:cs typeface="+mn-lt"/>
              </a:rPr>
              <a:t>El proceso para animar con un </a:t>
            </a:r>
            <a:r>
              <a:rPr lang="es-ES" dirty="0" err="1">
                <a:ea typeface="+mn-lt"/>
                <a:cs typeface="+mn-lt"/>
              </a:rPr>
              <a:t>spritesheet</a:t>
            </a:r>
            <a:r>
              <a:rPr lang="es-ES" dirty="0">
                <a:ea typeface="+mn-lt"/>
                <a:cs typeface="+mn-lt"/>
              </a:rPr>
              <a:t> implica:</a:t>
            </a:r>
            <a:endParaRPr lang="es-ES" dirty="0"/>
          </a:p>
          <a:p>
            <a:pPr lvl="1">
              <a:buFont typeface="Courier New" panose="020B0604020202020204" pitchFamily="34" charset="0"/>
              <a:buChar char="o"/>
            </a:pPr>
            <a:r>
              <a:rPr lang="es-ES" dirty="0">
                <a:ea typeface="+mn-lt"/>
                <a:cs typeface="+mn-lt"/>
              </a:rPr>
              <a:t>Crear el </a:t>
            </a:r>
            <a:r>
              <a:rPr lang="es-ES" dirty="0" err="1">
                <a:ea typeface="+mn-lt"/>
                <a:cs typeface="+mn-lt"/>
              </a:rPr>
              <a:t>spritesheet</a:t>
            </a:r>
            <a:r>
              <a:rPr lang="es-ES" dirty="0">
                <a:ea typeface="+mn-lt"/>
                <a:cs typeface="+mn-lt"/>
              </a:rPr>
              <a:t>: Un diseñador gráfico combina todos los fotogramas de la animación en una sola imagen.</a:t>
            </a:r>
            <a:endParaRPr lang="es-ES" dirty="0"/>
          </a:p>
          <a:p>
            <a:pPr lvl="1">
              <a:buFont typeface="Courier New" panose="020B0604020202020204" pitchFamily="34" charset="0"/>
              <a:buChar char="o"/>
            </a:pPr>
            <a:r>
              <a:rPr lang="es-ES" dirty="0">
                <a:ea typeface="+mn-lt"/>
                <a:cs typeface="+mn-lt"/>
              </a:rPr>
              <a:t>Definir la animación en CSS: Con las propiedades CSS, se crea una "ventana" que muestra solo un fotograma del </a:t>
            </a:r>
            <a:r>
              <a:rPr lang="es-ES" dirty="0" err="1">
                <a:ea typeface="+mn-lt"/>
                <a:cs typeface="+mn-lt"/>
              </a:rPr>
              <a:t>spritesheet</a:t>
            </a:r>
            <a:r>
              <a:rPr lang="es-ES" dirty="0">
                <a:ea typeface="+mn-lt"/>
                <a:cs typeface="+mn-lt"/>
              </a:rPr>
              <a:t> a la vez. La animación se logra cambiando la posición de fondo (</a:t>
            </a:r>
            <a:r>
              <a:rPr lang="es-ES" dirty="0" err="1">
                <a:ea typeface="+mn-lt"/>
                <a:cs typeface="+mn-lt"/>
              </a:rPr>
              <a:t>background</a:t>
            </a:r>
            <a:r>
              <a:rPr lang="es-ES" dirty="0">
                <a:ea typeface="+mn-lt"/>
                <a:cs typeface="+mn-lt"/>
              </a:rPr>
              <a:t>-position) para mostrar el siguiente fotograma en la secuencia.</a:t>
            </a:r>
            <a:endParaRPr lang="es-ES" dirty="0"/>
          </a:p>
          <a:p>
            <a:endParaRPr lang="es-ES" dirty="0"/>
          </a:p>
        </p:txBody>
      </p:sp>
    </p:spTree>
    <p:extLst>
      <p:ext uri="{BB962C8B-B14F-4D97-AF65-F5344CB8AC3E}">
        <p14:creationId xmlns:p14="http://schemas.microsoft.com/office/powerpoint/2010/main" val="290571976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815AC1-5E35-BC23-0109-B46E7B351EE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CAC6D5-0479-6D5C-3118-FBB0031D50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31EA36B-B931-6453-86F8-CD9F2C9281A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3.5.2. Integración de audio y vídeo en una animación</a:t>
            </a:r>
            <a:endParaRPr lang="es-ES" dirty="0"/>
          </a:p>
        </p:txBody>
      </p:sp>
      <p:sp>
        <p:nvSpPr>
          <p:cNvPr id="10" name="Rectangle 9">
            <a:extLst>
              <a:ext uri="{FF2B5EF4-FFF2-40B4-BE49-F238E27FC236}">
                <a16:creationId xmlns:a16="http://schemas.microsoft.com/office/drawing/2014/main" id="{A0F90ADC-B54E-E5D9-A91E-AECCEB930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51E4F10-0E53-F132-F1AF-842171D976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54789E2-639B-0D1A-F971-2A4162805A9F}"/>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Ejemplo: Supongamos que tienes un </a:t>
            </a:r>
            <a:r>
              <a:rPr lang="es-ES" dirty="0" err="1">
                <a:ea typeface="+mn-lt"/>
                <a:cs typeface="+mn-lt"/>
              </a:rPr>
              <a:t>spritesheet</a:t>
            </a:r>
            <a:r>
              <a:rPr lang="es-ES" dirty="0">
                <a:ea typeface="+mn-lt"/>
                <a:cs typeface="+mn-lt"/>
              </a:rPr>
              <a:t> de un personaje caminando de 400px de ancho y 100px de alto, con 4 fotogramas de 100x100px.</a:t>
            </a:r>
          </a:p>
          <a:p>
            <a:r>
              <a:rPr lang="es-ES" b="1" dirty="0">
                <a:latin typeface="Consolas"/>
                <a:ea typeface="+mn-lt"/>
                <a:cs typeface="+mn-lt"/>
              </a:rPr>
              <a:t>.personaje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width</a:t>
            </a:r>
            <a:r>
              <a:rPr lang="es-ES" b="1" dirty="0">
                <a:latin typeface="Consolas"/>
                <a:ea typeface="+mn-lt"/>
                <a:cs typeface="+mn-lt"/>
              </a:rPr>
              <a:t>: 100px;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height</a:t>
            </a:r>
            <a:r>
              <a:rPr lang="es-ES" b="1" dirty="0">
                <a:latin typeface="Consolas"/>
                <a:ea typeface="+mn-lt"/>
                <a:cs typeface="+mn-lt"/>
              </a:rPr>
              <a:t>: 100px;</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background-image</a:t>
            </a:r>
            <a:r>
              <a:rPr lang="es-ES" b="1" dirty="0">
                <a:latin typeface="Consolas"/>
                <a:ea typeface="+mn-lt"/>
                <a:cs typeface="+mn-lt"/>
              </a:rPr>
              <a:t>: </a:t>
            </a:r>
            <a:r>
              <a:rPr lang="es-ES" b="1" err="1">
                <a:latin typeface="Consolas"/>
                <a:ea typeface="+mn-lt"/>
                <a:cs typeface="+mn-lt"/>
              </a:rPr>
              <a:t>url</a:t>
            </a:r>
            <a:r>
              <a:rPr lang="es-ES" b="1" dirty="0">
                <a:latin typeface="Consolas"/>
                <a:ea typeface="+mn-lt"/>
                <a:cs typeface="+mn-lt"/>
              </a:rPr>
              <a:t>('personaje.png');</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-position: 0 0;</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animation</a:t>
            </a:r>
            <a:r>
              <a:rPr lang="es-ES" b="1" dirty="0">
                <a:latin typeface="Consolas"/>
                <a:ea typeface="+mn-lt"/>
                <a:cs typeface="+mn-lt"/>
              </a:rPr>
              <a:t>: caminar 1s </a:t>
            </a:r>
            <a:r>
              <a:rPr lang="es-ES" b="1" err="1">
                <a:latin typeface="Consolas"/>
                <a:ea typeface="+mn-lt"/>
                <a:cs typeface="+mn-lt"/>
              </a:rPr>
              <a:t>steps</a:t>
            </a:r>
            <a:r>
              <a:rPr lang="es-ES" b="1" dirty="0">
                <a:latin typeface="Consolas"/>
                <a:ea typeface="+mn-lt"/>
                <a:cs typeface="+mn-lt"/>
              </a:rPr>
              <a:t>(4) infinite;</a:t>
            </a:r>
            <a:br>
              <a:rPr lang="es-ES" b="1" dirty="0">
                <a:latin typeface="Consolas"/>
                <a:ea typeface="+mn-lt"/>
                <a:cs typeface="+mn-lt"/>
              </a:rPr>
            </a:b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@keyframes caminar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from</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-position: 0px;</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to</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background</a:t>
            </a:r>
            <a:r>
              <a:rPr lang="es-ES" b="1" dirty="0">
                <a:latin typeface="Consolas"/>
                <a:ea typeface="+mn-lt"/>
                <a:cs typeface="+mn-lt"/>
              </a:rPr>
              <a:t>-position: -400px; /* Ancho total del </a:t>
            </a:r>
            <a:r>
              <a:rPr lang="es-ES" b="1" err="1">
                <a:latin typeface="Consolas"/>
                <a:ea typeface="+mn-lt"/>
                <a:cs typeface="+mn-lt"/>
              </a:rPr>
              <a:t>spritesheet</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a:t>
            </a:r>
            <a:endParaRPr lang="es-ES" b="1" dirty="0">
              <a:latin typeface="Consolas"/>
            </a:endParaRPr>
          </a:p>
          <a:p>
            <a:endParaRPr lang="es-ES" dirty="0"/>
          </a:p>
          <a:p>
            <a:endParaRPr lang="es-ES" dirty="0"/>
          </a:p>
        </p:txBody>
      </p:sp>
    </p:spTree>
    <p:extLst>
      <p:ext uri="{BB962C8B-B14F-4D97-AF65-F5344CB8AC3E}">
        <p14:creationId xmlns:p14="http://schemas.microsoft.com/office/powerpoint/2010/main" val="183405056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6A5596-410C-915A-9FA9-3461F17A0E9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8ED3BB1-DD6D-428D-F397-1A0E9E967B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839A39E-24BD-0C41-DE0E-7D5A818D1DD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3.5.2. Integración de audio y vídeo en una animación</a:t>
            </a:r>
            <a:endParaRPr lang="es-ES" dirty="0"/>
          </a:p>
        </p:txBody>
      </p:sp>
      <p:sp>
        <p:nvSpPr>
          <p:cNvPr id="10" name="Rectangle 9">
            <a:extLst>
              <a:ext uri="{FF2B5EF4-FFF2-40B4-BE49-F238E27FC236}">
                <a16:creationId xmlns:a16="http://schemas.microsoft.com/office/drawing/2014/main" id="{8B75C179-7BEA-DA2D-D0EE-3F712502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3AEEAB0-AFC0-D01F-EC29-FE01A2FCF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C3972D1-47DD-FFCE-4449-FA50E599732E}"/>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Para un control más dinámico, las animaciones de secuencia pueden ser gestionadas con JavaScript. Esto es útil para animaciones que dependen de la entrada del usuario, como un juego.</a:t>
            </a:r>
            <a:endParaRPr lang="es-ES" dirty="0"/>
          </a:p>
          <a:p>
            <a:r>
              <a:rPr lang="es-ES" dirty="0">
                <a:ea typeface="+mn-lt"/>
                <a:cs typeface="+mn-lt"/>
              </a:rPr>
              <a:t>Ejemplo: En este caso, la animación se controla cambiando el valor de </a:t>
            </a:r>
            <a:r>
              <a:rPr lang="es-ES" dirty="0" err="1">
                <a:ea typeface="+mn-lt"/>
                <a:cs typeface="+mn-lt"/>
              </a:rPr>
              <a:t>background</a:t>
            </a:r>
            <a:r>
              <a:rPr lang="es-ES" dirty="0">
                <a:ea typeface="+mn-lt"/>
                <a:cs typeface="+mn-lt"/>
              </a:rPr>
              <a:t>-position en un bucle de JavaScript.</a:t>
            </a:r>
          </a:p>
          <a:p>
            <a:pPr marL="0" indent="0">
              <a:buNone/>
            </a:pPr>
            <a:r>
              <a:rPr lang="es-ES" b="1" err="1">
                <a:latin typeface="Consolas"/>
                <a:ea typeface="+mn-lt"/>
                <a:cs typeface="+mn-lt"/>
              </a:rPr>
              <a:t>const</a:t>
            </a:r>
            <a:r>
              <a:rPr lang="es-ES" b="1" dirty="0">
                <a:latin typeface="Consolas"/>
                <a:ea typeface="+mn-lt"/>
                <a:cs typeface="+mn-lt"/>
              </a:rPr>
              <a:t> elemento = </a:t>
            </a:r>
            <a:r>
              <a:rPr lang="es-ES" b="1" err="1">
                <a:latin typeface="Consolas"/>
                <a:ea typeface="+mn-lt"/>
                <a:cs typeface="+mn-lt"/>
              </a:rPr>
              <a:t>document.querySelector</a:t>
            </a:r>
            <a:r>
              <a:rPr lang="es-ES" b="1" dirty="0">
                <a:latin typeface="Consolas"/>
                <a:ea typeface="+mn-lt"/>
                <a:cs typeface="+mn-lt"/>
              </a:rPr>
              <a:t>('.personaje');</a:t>
            </a:r>
            <a:br>
              <a:rPr lang="es-ES" b="1" dirty="0">
                <a:latin typeface="Consolas"/>
                <a:ea typeface="+mn-lt"/>
                <a:cs typeface="+mn-lt"/>
              </a:rPr>
            </a:br>
            <a:r>
              <a:rPr lang="es-ES" b="1" err="1">
                <a:latin typeface="Consolas"/>
                <a:ea typeface="+mn-lt"/>
                <a:cs typeface="+mn-lt"/>
              </a:rPr>
              <a:t>let</a:t>
            </a:r>
            <a:r>
              <a:rPr lang="es-ES" b="1" dirty="0">
                <a:latin typeface="Consolas"/>
                <a:ea typeface="+mn-lt"/>
                <a:cs typeface="+mn-lt"/>
              </a:rPr>
              <a:t> </a:t>
            </a:r>
            <a:r>
              <a:rPr lang="es-ES" b="1" err="1">
                <a:latin typeface="Consolas"/>
                <a:ea typeface="+mn-lt"/>
                <a:cs typeface="+mn-lt"/>
              </a:rPr>
              <a:t>frame</a:t>
            </a:r>
            <a:r>
              <a:rPr lang="es-ES" b="1" dirty="0">
                <a:latin typeface="Consolas"/>
                <a:ea typeface="+mn-lt"/>
                <a:cs typeface="+mn-lt"/>
              </a:rPr>
              <a:t> = 0;</a:t>
            </a:r>
            <a:br>
              <a:rPr lang="es-ES" b="1" dirty="0">
                <a:latin typeface="Consolas"/>
                <a:ea typeface="+mn-lt"/>
                <a:cs typeface="+mn-lt"/>
              </a:rPr>
            </a:b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totalFrames</a:t>
            </a:r>
            <a:r>
              <a:rPr lang="es-ES" b="1" dirty="0">
                <a:latin typeface="Consolas"/>
                <a:ea typeface="+mn-lt"/>
                <a:cs typeface="+mn-lt"/>
              </a:rPr>
              <a:t> = 4;</a:t>
            </a:r>
            <a:br>
              <a:rPr lang="es-ES" b="1" dirty="0">
                <a:latin typeface="Consolas"/>
                <a:ea typeface="+mn-lt"/>
                <a:cs typeface="+mn-lt"/>
              </a:rPr>
            </a:b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frameWidth</a:t>
            </a:r>
            <a:r>
              <a:rPr lang="es-ES" b="1" dirty="0">
                <a:latin typeface="Consolas"/>
                <a:ea typeface="+mn-lt"/>
                <a:cs typeface="+mn-lt"/>
              </a:rPr>
              <a:t> = 100;</a:t>
            </a:r>
            <a:br>
              <a:rPr lang="es-ES" b="1" dirty="0">
                <a:latin typeface="Consolas"/>
                <a:ea typeface="+mn-lt"/>
                <a:cs typeface="+mn-lt"/>
              </a:rPr>
            </a:br>
            <a:r>
              <a:rPr lang="es-ES" b="1" err="1">
                <a:latin typeface="Consolas"/>
                <a:ea typeface="+mn-lt"/>
                <a:cs typeface="+mn-lt"/>
              </a:rPr>
              <a:t>setInterval</a:t>
            </a:r>
            <a:r>
              <a:rPr lang="es-ES" b="1" dirty="0">
                <a:latin typeface="Consolas"/>
                <a:ea typeface="+mn-lt"/>
                <a:cs typeface="+mn-lt"/>
              </a:rPr>
              <a:t>(() =&gt; {</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frame</a:t>
            </a:r>
            <a:r>
              <a:rPr lang="es-ES" b="1" dirty="0">
                <a:latin typeface="Consolas"/>
                <a:ea typeface="+mn-lt"/>
                <a:cs typeface="+mn-lt"/>
              </a:rPr>
              <a:t> = (</a:t>
            </a:r>
            <a:r>
              <a:rPr lang="es-ES" b="1" err="1">
                <a:latin typeface="Consolas"/>
                <a:ea typeface="+mn-lt"/>
                <a:cs typeface="+mn-lt"/>
              </a:rPr>
              <a:t>frame</a:t>
            </a:r>
            <a:r>
              <a:rPr lang="es-ES" b="1" dirty="0">
                <a:latin typeface="Consolas"/>
                <a:ea typeface="+mn-lt"/>
                <a:cs typeface="+mn-lt"/>
              </a:rPr>
              <a:t> + 1) % </a:t>
            </a:r>
            <a:r>
              <a:rPr lang="es-ES" b="1" err="1">
                <a:latin typeface="Consolas"/>
                <a:ea typeface="+mn-lt"/>
                <a:cs typeface="+mn-lt"/>
              </a:rPr>
              <a:t>totalFrames</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posicionX</a:t>
            </a:r>
            <a:r>
              <a:rPr lang="es-ES" b="1" dirty="0">
                <a:latin typeface="Consolas"/>
                <a:ea typeface="+mn-lt"/>
                <a:cs typeface="+mn-lt"/>
              </a:rPr>
              <a:t> = </a:t>
            </a:r>
            <a:r>
              <a:rPr lang="es-ES" b="1" err="1">
                <a:latin typeface="Consolas"/>
                <a:ea typeface="+mn-lt"/>
                <a:cs typeface="+mn-lt"/>
              </a:rPr>
              <a:t>frame</a:t>
            </a:r>
            <a:r>
              <a:rPr lang="es-ES" b="1" dirty="0">
                <a:latin typeface="Consolas"/>
                <a:ea typeface="+mn-lt"/>
                <a:cs typeface="+mn-lt"/>
              </a:rPr>
              <a:t> * </a:t>
            </a:r>
            <a:r>
              <a:rPr lang="es-ES" b="1" err="1">
                <a:latin typeface="Consolas"/>
                <a:ea typeface="+mn-lt"/>
                <a:cs typeface="+mn-lt"/>
              </a:rPr>
              <a:t>frameWidth</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elemento.style.backgroundPosition</a:t>
            </a:r>
            <a:r>
              <a:rPr lang="es-ES" b="1" dirty="0">
                <a:latin typeface="Consolas"/>
                <a:ea typeface="+mn-lt"/>
                <a:cs typeface="+mn-lt"/>
              </a:rPr>
              <a:t> = `-${</a:t>
            </a:r>
            <a:r>
              <a:rPr lang="es-ES" b="1" err="1">
                <a:latin typeface="Consolas"/>
                <a:ea typeface="+mn-lt"/>
                <a:cs typeface="+mn-lt"/>
              </a:rPr>
              <a:t>posicionX</a:t>
            </a:r>
            <a:r>
              <a:rPr lang="es-ES" b="1" dirty="0">
                <a:latin typeface="Consolas"/>
                <a:ea typeface="+mn-lt"/>
                <a:cs typeface="+mn-lt"/>
              </a:rPr>
              <a:t>}</a:t>
            </a:r>
            <a:r>
              <a:rPr lang="es-ES" b="1" err="1">
                <a:latin typeface="Consolas"/>
                <a:ea typeface="+mn-lt"/>
                <a:cs typeface="+mn-lt"/>
              </a:rPr>
              <a:t>px</a:t>
            </a:r>
            <a:r>
              <a:rPr lang="es-ES" b="1" dirty="0">
                <a:latin typeface="Consolas"/>
                <a:ea typeface="+mn-lt"/>
                <a:cs typeface="+mn-lt"/>
              </a:rPr>
              <a:t> 0`;</a:t>
            </a:r>
            <a:br>
              <a:rPr lang="es-ES" b="1" dirty="0">
                <a:latin typeface="Consolas"/>
                <a:ea typeface="+mn-lt"/>
                <a:cs typeface="+mn-lt"/>
              </a:rPr>
            </a:br>
            <a:r>
              <a:rPr lang="es-ES" b="1" dirty="0">
                <a:latin typeface="Consolas"/>
                <a:ea typeface="+mn-lt"/>
                <a:cs typeface="+mn-lt"/>
              </a:rPr>
              <a:t>}, 100); // Cambia el fotograma cada 100ms</a:t>
            </a:r>
            <a:endParaRPr lang="es-ES" b="1" dirty="0">
              <a:latin typeface="Consolas"/>
            </a:endParaRPr>
          </a:p>
          <a:p>
            <a:endParaRPr lang="es-ES" dirty="0">
              <a:latin typeface="Neue Haas Grotesk Text Pro"/>
            </a:endParaRPr>
          </a:p>
          <a:p>
            <a:endParaRPr lang="es-ES" dirty="0"/>
          </a:p>
          <a:p>
            <a:endParaRPr lang="es-ES" dirty="0"/>
          </a:p>
        </p:txBody>
      </p:sp>
    </p:spTree>
    <p:extLst>
      <p:ext uri="{BB962C8B-B14F-4D97-AF65-F5344CB8AC3E}">
        <p14:creationId xmlns:p14="http://schemas.microsoft.com/office/powerpoint/2010/main" val="81280371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A42088-946A-2A4B-32B9-38CEF14E1A6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833451-2650-0141-04B3-14EDEBAF2B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4AD4CEE-ACF0-961D-8AF5-CBC1FC9C5EE3}"/>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3.5.3. Integración de audio y vídeo en una animación</a:t>
            </a:r>
            <a:endParaRPr lang="es-ES" dirty="0"/>
          </a:p>
        </p:txBody>
      </p:sp>
      <p:sp>
        <p:nvSpPr>
          <p:cNvPr id="10" name="Rectangle 9">
            <a:extLst>
              <a:ext uri="{FF2B5EF4-FFF2-40B4-BE49-F238E27FC236}">
                <a16:creationId xmlns:a16="http://schemas.microsoft.com/office/drawing/2014/main" id="{4E7DE68B-A828-6F19-CE8C-A34337EE2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2BFC5EB-D91D-CE23-4240-0763AAFDF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27D85EB7-1613-6B81-BB5D-56696E4393EF}"/>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La combinación de audio y vídeo con animaciones web es un proceso clave para crear experiencias multimedia ricas y envolventes. Sincronizar estos elementos puede hacer que una animación sea más impactante, ya sea para efectos de sonido en una interfaz, una </a:t>
            </a:r>
            <a:r>
              <a:rPr lang="es-ES" dirty="0" err="1">
                <a:ea typeface="+mn-lt"/>
                <a:cs typeface="+mn-lt"/>
              </a:rPr>
              <a:t>intro</a:t>
            </a:r>
            <a:r>
              <a:rPr lang="es-ES" dirty="0">
                <a:ea typeface="+mn-lt"/>
                <a:cs typeface="+mn-lt"/>
              </a:rPr>
              <a:t> animada o un vídeo interactivo.</a:t>
            </a:r>
            <a:endParaRPr lang="es-ES" dirty="0"/>
          </a:p>
          <a:p>
            <a:r>
              <a:rPr lang="es-ES" dirty="0">
                <a:ea typeface="+mn-lt"/>
                <a:cs typeface="+mn-lt"/>
              </a:rPr>
              <a:t>Para lograr esta sincronización, la API de JavaScript es fundamental, ya que te permite controlar la reproducción del audio y el vídeo y ejecutar animaciones en puntos específicos de la línea de </a:t>
            </a:r>
            <a:r>
              <a:rPr lang="es-ES" dirty="0" err="1">
                <a:ea typeface="+mn-lt"/>
                <a:cs typeface="+mn-lt"/>
              </a:rPr>
              <a:t>tiempo.La</a:t>
            </a:r>
            <a:r>
              <a:rPr lang="es-ES" dirty="0">
                <a:ea typeface="+mn-lt"/>
                <a:cs typeface="+mn-lt"/>
              </a:rPr>
              <a:t> forma más común de sincronizar animaciones con medios es mediante eventos de JavaScript. La API de </a:t>
            </a:r>
            <a:r>
              <a:rPr lang="es-ES" dirty="0" err="1">
                <a:ea typeface="+mn-lt"/>
                <a:cs typeface="+mn-lt"/>
              </a:rPr>
              <a:t>HTMLMediaElement</a:t>
            </a:r>
            <a:r>
              <a:rPr lang="es-ES" dirty="0">
                <a:ea typeface="+mn-lt"/>
                <a:cs typeface="+mn-lt"/>
              </a:rPr>
              <a:t> (usada por las etiquetas &lt;video&gt; y &lt;audio&gt;) emite varios eventos que puedes escuchar para desencadenar animaciones en momentos precisos.</a:t>
            </a:r>
            <a:endParaRPr lang="es-ES" dirty="0"/>
          </a:p>
          <a:p>
            <a:r>
              <a:rPr lang="es-ES" dirty="0">
                <a:ea typeface="+mn-lt"/>
                <a:cs typeface="+mn-lt"/>
              </a:rPr>
              <a:t>Eventos clave de los medios:</a:t>
            </a:r>
            <a:endParaRPr lang="es-ES" dirty="0"/>
          </a:p>
          <a:p>
            <a:pPr lvl="1">
              <a:buFont typeface="Courier New" panose="020B0604020202020204" pitchFamily="34" charset="0"/>
              <a:buChar char="o"/>
            </a:pPr>
            <a:r>
              <a:rPr lang="es-ES" dirty="0" err="1">
                <a:ea typeface="+mn-lt"/>
                <a:cs typeface="+mn-lt"/>
              </a:rPr>
              <a:t>play</a:t>
            </a:r>
            <a:r>
              <a:rPr lang="es-ES" dirty="0">
                <a:ea typeface="+mn-lt"/>
                <a:cs typeface="+mn-lt"/>
              </a:rPr>
              <a:t>: Se dispara cuando el medio comienza a reproducirse.</a:t>
            </a:r>
            <a:endParaRPr lang="es-ES"/>
          </a:p>
          <a:p>
            <a:pPr lvl="1">
              <a:buFont typeface="Courier New" panose="020B0604020202020204" pitchFamily="34" charset="0"/>
              <a:buChar char="o"/>
            </a:pPr>
            <a:r>
              <a:rPr lang="es-ES" dirty="0">
                <a:ea typeface="+mn-lt"/>
                <a:cs typeface="+mn-lt"/>
              </a:rPr>
              <a:t>pause: Se dispara cuando el medio se detiene.</a:t>
            </a:r>
            <a:endParaRPr lang="es-ES"/>
          </a:p>
          <a:p>
            <a:pPr lvl="1">
              <a:buFont typeface="Courier New" panose="020B0604020202020204" pitchFamily="34" charset="0"/>
              <a:buChar char="o"/>
            </a:pPr>
            <a:r>
              <a:rPr lang="es-ES" dirty="0" err="1">
                <a:ea typeface="+mn-lt"/>
                <a:cs typeface="+mn-lt"/>
              </a:rPr>
              <a:t>timeupdate</a:t>
            </a:r>
            <a:r>
              <a:rPr lang="es-ES" dirty="0">
                <a:ea typeface="+mn-lt"/>
                <a:cs typeface="+mn-lt"/>
              </a:rPr>
              <a:t>: Se dispara continuamente mientras el medio se reproduce, lo que te permite rastrear su progreso.</a:t>
            </a:r>
            <a:endParaRPr lang="es-ES"/>
          </a:p>
          <a:p>
            <a:pPr lvl="1">
              <a:buFont typeface="Courier New" panose="020B0604020202020204" pitchFamily="34" charset="0"/>
              <a:buChar char="o"/>
            </a:pPr>
            <a:r>
              <a:rPr lang="es-ES" dirty="0" err="1">
                <a:ea typeface="+mn-lt"/>
                <a:cs typeface="+mn-lt"/>
              </a:rPr>
              <a:t>ended</a:t>
            </a:r>
            <a:r>
              <a:rPr lang="es-ES" dirty="0">
                <a:ea typeface="+mn-lt"/>
                <a:cs typeface="+mn-lt"/>
              </a:rPr>
              <a:t>: Se dispara cuando el medio ha terminado de reproducirse.</a:t>
            </a:r>
            <a:endParaRPr lang="es-ES" dirty="0"/>
          </a:p>
          <a:p>
            <a:r>
              <a:rPr lang="es-ES" dirty="0">
                <a:ea typeface="+mn-lt"/>
                <a:cs typeface="+mn-lt"/>
              </a:rPr>
              <a:t>Utilizando estos eventos y la propiedad </a:t>
            </a:r>
            <a:r>
              <a:rPr lang="es-ES" dirty="0" err="1">
                <a:ea typeface="+mn-lt"/>
                <a:cs typeface="+mn-lt"/>
              </a:rPr>
              <a:t>currentTime</a:t>
            </a:r>
            <a:r>
              <a:rPr lang="es-ES" dirty="0">
                <a:ea typeface="+mn-lt"/>
                <a:cs typeface="+mn-lt"/>
              </a:rPr>
              <a:t>, puedes sincronizar animaciones con la reproducción del medio.</a:t>
            </a:r>
            <a:endParaRPr lang="es-ES" dirty="0"/>
          </a:p>
        </p:txBody>
      </p:sp>
    </p:spTree>
    <p:extLst>
      <p:ext uri="{BB962C8B-B14F-4D97-AF65-F5344CB8AC3E}">
        <p14:creationId xmlns:p14="http://schemas.microsoft.com/office/powerpoint/2010/main" val="321519985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9B247D-B1B2-D230-B668-5BAEB944FAE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42D0190-99C6-CD56-D7F6-41FB9E011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73CEF84-1747-0B10-5206-DB2B489C979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3.5.3. Integración de audio y vídeo en una animación</a:t>
            </a:r>
            <a:endParaRPr lang="es-ES" dirty="0"/>
          </a:p>
        </p:txBody>
      </p:sp>
      <p:sp>
        <p:nvSpPr>
          <p:cNvPr id="10" name="Rectangle 9">
            <a:extLst>
              <a:ext uri="{FF2B5EF4-FFF2-40B4-BE49-F238E27FC236}">
                <a16:creationId xmlns:a16="http://schemas.microsoft.com/office/drawing/2014/main" id="{3CA6360E-1B0D-80AC-54BA-8410E0604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3E46F4D-3DAE-FF5D-ED63-28E235219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C1C3B6F-1CC0-D7B9-D135-484436F71DEE}"/>
              </a:ext>
            </a:extLst>
          </p:cNvPr>
          <p:cNvSpPr>
            <a:spLocks noGrp="1"/>
          </p:cNvSpPr>
          <p:nvPr>
            <p:ph idx="1"/>
          </p:nvPr>
        </p:nvSpPr>
        <p:spPr>
          <a:xfrm>
            <a:off x="1587710" y="2160016"/>
            <a:ext cx="9486690" cy="3926152"/>
          </a:xfrm>
        </p:spPr>
        <p:txBody>
          <a:bodyPr vert="horz" lIns="91440" tIns="45720" rIns="91440" bIns="45720" rtlCol="0" anchor="t">
            <a:normAutofit fontScale="47500" lnSpcReduction="20000"/>
          </a:bodyPr>
          <a:lstStyle/>
          <a:p>
            <a:r>
              <a:rPr lang="es-ES" dirty="0">
                <a:ea typeface="+mn-lt"/>
                <a:cs typeface="+mn-lt"/>
              </a:rPr>
              <a:t>Supongamos que tienes un vídeo de fondo y quieres que un elemento de la interfaz de usuario aparezca cuando el vídeo alcance el segundo 5.</a:t>
            </a:r>
          </a:p>
          <a:p>
            <a:pPr marL="0" indent="0">
              <a:buNone/>
            </a:pPr>
            <a:r>
              <a:rPr lang="es-ES" b="1" dirty="0">
                <a:latin typeface="Consolas"/>
                <a:ea typeface="+mn-lt"/>
                <a:cs typeface="+mn-lt"/>
              </a:rPr>
              <a:t>&lt;video id="</a:t>
            </a:r>
            <a:r>
              <a:rPr lang="es-ES" b="1" err="1">
                <a:latin typeface="Consolas"/>
                <a:ea typeface="+mn-lt"/>
                <a:cs typeface="+mn-lt"/>
              </a:rPr>
              <a:t>introVideo</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="video/intro.mp4" </a:t>
            </a:r>
            <a:r>
              <a:rPr lang="es-ES" b="1" err="1">
                <a:latin typeface="Consolas"/>
                <a:ea typeface="+mn-lt"/>
                <a:cs typeface="+mn-lt"/>
              </a:rPr>
              <a:t>muted</a:t>
            </a:r>
            <a:r>
              <a:rPr lang="es-ES" b="1" dirty="0">
                <a:latin typeface="Consolas"/>
                <a:ea typeface="+mn-lt"/>
                <a:cs typeface="+mn-lt"/>
              </a:rPr>
              <a:t> </a:t>
            </a:r>
            <a:r>
              <a:rPr lang="es-ES" b="1" err="1">
                <a:latin typeface="Consolas"/>
                <a:ea typeface="+mn-lt"/>
                <a:cs typeface="+mn-lt"/>
              </a:rPr>
              <a:t>autoplay</a:t>
            </a:r>
            <a:r>
              <a:rPr lang="es-ES" b="1" dirty="0">
                <a:latin typeface="Consolas"/>
                <a:ea typeface="+mn-lt"/>
                <a:cs typeface="+mn-lt"/>
              </a:rPr>
              <a:t>&gt;&lt;/video&gt;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div</a:t>
            </a:r>
            <a:r>
              <a:rPr lang="es-ES" b="1" dirty="0">
                <a:latin typeface="Consolas"/>
                <a:ea typeface="+mn-lt"/>
                <a:cs typeface="+mn-lt"/>
              </a:rPr>
              <a:t> id="</a:t>
            </a:r>
            <a:r>
              <a:rPr lang="es-ES" b="1" err="1">
                <a:latin typeface="Consolas"/>
                <a:ea typeface="+mn-lt"/>
                <a:cs typeface="+mn-lt"/>
              </a:rPr>
              <a:t>elementoAnimado</a:t>
            </a:r>
            <a:r>
              <a:rPr lang="es-ES" b="1" dirty="0">
                <a:latin typeface="Consolas"/>
                <a:ea typeface="+mn-lt"/>
                <a:cs typeface="+mn-lt"/>
              </a:rPr>
              <a:t>" </a:t>
            </a:r>
            <a:r>
              <a:rPr lang="es-ES" b="1" err="1">
                <a:latin typeface="Consolas"/>
                <a:ea typeface="+mn-lt"/>
                <a:cs typeface="+mn-lt"/>
              </a:rPr>
              <a:t>style</a:t>
            </a:r>
            <a:r>
              <a:rPr lang="es-ES" b="1" dirty="0">
                <a:latin typeface="Consolas"/>
                <a:ea typeface="+mn-lt"/>
                <a:cs typeface="+mn-lt"/>
              </a:rPr>
              <a:t>="</a:t>
            </a:r>
            <a:r>
              <a:rPr lang="es-ES" b="1" err="1">
                <a:latin typeface="Consolas"/>
                <a:ea typeface="+mn-lt"/>
                <a:cs typeface="+mn-lt"/>
              </a:rPr>
              <a:t>opacity</a:t>
            </a:r>
            <a:r>
              <a:rPr lang="es-ES" b="1" dirty="0">
                <a:latin typeface="Consolas"/>
                <a:ea typeface="+mn-lt"/>
                <a:cs typeface="+mn-lt"/>
              </a:rPr>
              <a:t>: 0;"&gt;¡Hola, mundo!&lt;/</a:t>
            </a:r>
            <a:r>
              <a:rPr lang="es-ES" b="1" err="1">
                <a:latin typeface="Consolas"/>
                <a:ea typeface="+mn-lt"/>
                <a:cs typeface="+mn-lt"/>
              </a:rPr>
              <a:t>div</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Código JavaScript:</a:t>
            </a:r>
            <a:br>
              <a:rPr lang="es-ES" b="1" dirty="0">
                <a:latin typeface="Consolas"/>
                <a:ea typeface="+mn-lt"/>
                <a:cs typeface="+mn-lt"/>
              </a:rPr>
            </a:b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introVideo</a:t>
            </a:r>
            <a:r>
              <a:rPr lang="es-ES" b="1" dirty="0">
                <a:latin typeface="Consolas"/>
                <a:ea typeface="+mn-lt"/>
                <a:cs typeface="+mn-lt"/>
              </a:rPr>
              <a:t> = </a:t>
            </a:r>
            <a:r>
              <a:rPr lang="es-ES" b="1" err="1">
                <a:latin typeface="Consolas"/>
                <a:ea typeface="+mn-lt"/>
                <a:cs typeface="+mn-lt"/>
              </a:rPr>
              <a:t>document.getElementById</a:t>
            </a:r>
            <a:r>
              <a:rPr lang="es-ES" b="1" dirty="0">
                <a:latin typeface="Consolas"/>
                <a:ea typeface="+mn-lt"/>
                <a:cs typeface="+mn-lt"/>
              </a:rPr>
              <a:t>('</a:t>
            </a:r>
            <a:r>
              <a:rPr lang="es-ES" b="1" err="1">
                <a:latin typeface="Consolas"/>
                <a:ea typeface="+mn-lt"/>
                <a:cs typeface="+mn-lt"/>
              </a:rPr>
              <a:t>introVideo</a:t>
            </a:r>
            <a:r>
              <a:rPr lang="es-ES" b="1" dirty="0">
                <a:latin typeface="Consolas"/>
                <a:ea typeface="+mn-lt"/>
                <a:cs typeface="+mn-lt"/>
              </a:rPr>
              <a:t>');</a:t>
            </a:r>
            <a:br>
              <a:rPr lang="es-ES" b="1" dirty="0">
                <a:latin typeface="Consolas"/>
                <a:ea typeface="+mn-lt"/>
                <a:cs typeface="+mn-lt"/>
              </a:rPr>
            </a:br>
            <a:r>
              <a:rPr lang="es-ES" b="1" err="1">
                <a:latin typeface="Consolas"/>
                <a:ea typeface="+mn-lt"/>
                <a:cs typeface="+mn-lt"/>
              </a:rPr>
              <a:t>const</a:t>
            </a:r>
            <a:r>
              <a:rPr lang="es-ES" b="1" dirty="0">
                <a:latin typeface="Consolas"/>
                <a:ea typeface="+mn-lt"/>
                <a:cs typeface="+mn-lt"/>
              </a:rPr>
              <a:t> </a:t>
            </a:r>
            <a:r>
              <a:rPr lang="es-ES" b="1" err="1">
                <a:latin typeface="Consolas"/>
                <a:ea typeface="+mn-lt"/>
                <a:cs typeface="+mn-lt"/>
              </a:rPr>
              <a:t>elementoAnimado</a:t>
            </a:r>
            <a:r>
              <a:rPr lang="es-ES" b="1" dirty="0">
                <a:latin typeface="Consolas"/>
                <a:ea typeface="+mn-lt"/>
                <a:cs typeface="+mn-lt"/>
              </a:rPr>
              <a:t> = </a:t>
            </a:r>
            <a:r>
              <a:rPr lang="es-ES" b="1" err="1">
                <a:latin typeface="Consolas"/>
                <a:ea typeface="+mn-lt"/>
                <a:cs typeface="+mn-lt"/>
              </a:rPr>
              <a:t>document.getElementById</a:t>
            </a:r>
            <a:r>
              <a:rPr lang="es-ES" b="1" dirty="0">
                <a:latin typeface="Consolas"/>
                <a:ea typeface="+mn-lt"/>
                <a:cs typeface="+mn-lt"/>
              </a:rPr>
              <a:t>('</a:t>
            </a:r>
            <a:r>
              <a:rPr lang="es-ES" b="1" err="1">
                <a:latin typeface="Consolas"/>
                <a:ea typeface="+mn-lt"/>
                <a:cs typeface="+mn-lt"/>
              </a:rPr>
              <a:t>elementoAnimado</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Variables de estado para evitar que la animación se repita</a:t>
            </a:r>
            <a:br>
              <a:rPr lang="es-ES" b="1" dirty="0">
                <a:latin typeface="Consolas"/>
                <a:ea typeface="+mn-lt"/>
                <a:cs typeface="+mn-lt"/>
              </a:rPr>
            </a:br>
            <a:r>
              <a:rPr lang="es-ES" b="1" err="1">
                <a:latin typeface="Consolas"/>
                <a:ea typeface="+mn-lt"/>
                <a:cs typeface="+mn-lt"/>
              </a:rPr>
              <a:t>let</a:t>
            </a:r>
            <a:r>
              <a:rPr lang="es-ES" b="1" dirty="0">
                <a:latin typeface="Consolas"/>
                <a:ea typeface="+mn-lt"/>
                <a:cs typeface="+mn-lt"/>
              </a:rPr>
              <a:t> </a:t>
            </a:r>
            <a:r>
              <a:rPr lang="es-ES" b="1" err="1">
                <a:latin typeface="Consolas"/>
                <a:ea typeface="+mn-lt"/>
                <a:cs typeface="+mn-lt"/>
              </a:rPr>
              <a:t>animacionYaEjecutada</a:t>
            </a:r>
            <a:r>
              <a:rPr lang="es-ES" b="1" dirty="0">
                <a:latin typeface="Consolas"/>
                <a:ea typeface="+mn-lt"/>
                <a:cs typeface="+mn-lt"/>
              </a:rPr>
              <a:t> = false;</a:t>
            </a:r>
            <a:br>
              <a:rPr lang="es-ES" b="1" dirty="0">
                <a:latin typeface="Consolas"/>
                <a:ea typeface="+mn-lt"/>
                <a:cs typeface="+mn-lt"/>
              </a:rPr>
            </a:br>
            <a:r>
              <a:rPr lang="es-ES" b="1" err="1">
                <a:latin typeface="Consolas"/>
                <a:ea typeface="+mn-lt"/>
                <a:cs typeface="+mn-lt"/>
              </a:rPr>
              <a:t>introVideo.addEventListener</a:t>
            </a:r>
            <a:r>
              <a:rPr lang="es-ES" b="1" dirty="0">
                <a:latin typeface="Consolas"/>
                <a:ea typeface="+mn-lt"/>
                <a:cs typeface="+mn-lt"/>
              </a:rPr>
              <a:t>('</a:t>
            </a:r>
            <a:r>
              <a:rPr lang="es-ES" b="1" err="1">
                <a:latin typeface="Consolas"/>
                <a:ea typeface="+mn-lt"/>
                <a:cs typeface="+mn-lt"/>
              </a:rPr>
              <a:t>timeupdate</a:t>
            </a:r>
            <a:r>
              <a:rPr lang="es-ES" b="1" dirty="0">
                <a:latin typeface="Consolas"/>
                <a:ea typeface="+mn-lt"/>
                <a:cs typeface="+mn-lt"/>
              </a:rPr>
              <a:t>', () =&gt; {</a:t>
            </a:r>
            <a:br>
              <a:rPr lang="es-ES" b="1" dirty="0">
                <a:latin typeface="Consolas"/>
                <a:ea typeface="+mn-lt"/>
                <a:cs typeface="+mn-lt"/>
              </a:rPr>
            </a:br>
            <a:r>
              <a:rPr lang="es-ES" b="1" dirty="0">
                <a:latin typeface="Consolas"/>
                <a:ea typeface="+mn-lt"/>
                <a:cs typeface="+mn-lt"/>
              </a:rPr>
              <a:t>  // Comprobar si el vídeo ha alcanzado o superado los 5 segundos</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if</a:t>
            </a:r>
            <a:r>
              <a:rPr lang="es-ES" b="1" dirty="0">
                <a:latin typeface="Consolas"/>
                <a:ea typeface="+mn-lt"/>
                <a:cs typeface="+mn-lt"/>
              </a:rPr>
              <a:t> (</a:t>
            </a:r>
            <a:r>
              <a:rPr lang="es-ES" b="1" err="1">
                <a:latin typeface="Consolas"/>
                <a:ea typeface="+mn-lt"/>
                <a:cs typeface="+mn-lt"/>
              </a:rPr>
              <a:t>introVideo.currentTime</a:t>
            </a:r>
            <a:r>
              <a:rPr lang="es-ES" b="1" dirty="0">
                <a:latin typeface="Consolas"/>
                <a:ea typeface="+mn-lt"/>
                <a:cs typeface="+mn-lt"/>
              </a:rPr>
              <a:t> &gt;= 5 &amp;&amp; !</a:t>
            </a:r>
            <a:r>
              <a:rPr lang="es-ES" b="1" err="1">
                <a:latin typeface="Consolas"/>
                <a:ea typeface="+mn-lt"/>
                <a:cs typeface="+mn-lt"/>
              </a:rPr>
              <a:t>animacionYaEjecutada</a:t>
            </a: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    // Aplicar una transición o animación CSS para mostrar el elemento</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elementoAnimado.style.transition</a:t>
            </a:r>
            <a:r>
              <a:rPr lang="es-ES" b="1" dirty="0">
                <a:latin typeface="Consolas"/>
                <a:ea typeface="+mn-lt"/>
                <a:cs typeface="+mn-lt"/>
              </a:rPr>
              <a:t> = '</a:t>
            </a:r>
            <a:r>
              <a:rPr lang="es-ES" b="1" err="1">
                <a:latin typeface="Consolas"/>
                <a:ea typeface="+mn-lt"/>
                <a:cs typeface="+mn-lt"/>
              </a:rPr>
              <a:t>opacity</a:t>
            </a:r>
            <a:r>
              <a:rPr lang="es-ES" b="1" dirty="0">
                <a:latin typeface="Consolas"/>
                <a:ea typeface="+mn-lt"/>
                <a:cs typeface="+mn-lt"/>
              </a:rPr>
              <a:t> 1s </a:t>
            </a:r>
            <a:r>
              <a:rPr lang="es-ES" b="1" err="1">
                <a:latin typeface="Consolas"/>
                <a:ea typeface="+mn-lt"/>
                <a:cs typeface="+mn-lt"/>
              </a:rPr>
              <a:t>ease</a:t>
            </a:r>
            <a:r>
              <a:rPr lang="es-ES" b="1" dirty="0">
                <a:latin typeface="Consolas"/>
                <a:ea typeface="+mn-lt"/>
                <a:cs typeface="+mn-lt"/>
              </a:rPr>
              <a:t>-in';</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elementoAnimado.style.opacity</a:t>
            </a:r>
            <a:r>
              <a:rPr lang="es-ES" b="1" dirty="0">
                <a:latin typeface="Consolas"/>
                <a:ea typeface="+mn-lt"/>
                <a:cs typeface="+mn-lt"/>
              </a:rPr>
              <a:t> = 1;</a:t>
            </a:r>
            <a:br>
              <a:rPr lang="es-ES" b="1" dirty="0">
                <a:latin typeface="Consolas"/>
                <a:ea typeface="+mn-lt"/>
                <a:cs typeface="+mn-lt"/>
              </a:rPr>
            </a:br>
            <a:r>
              <a:rPr lang="es-ES" b="1" dirty="0">
                <a:latin typeface="Consolas"/>
                <a:ea typeface="+mn-lt"/>
                <a:cs typeface="+mn-lt"/>
              </a:rPr>
              <a:t>    // Marcar la animación como ejecutada</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animacionYaEjecutada</a:t>
            </a:r>
            <a:r>
              <a:rPr lang="es-ES" b="1" dirty="0">
                <a:latin typeface="Consolas"/>
                <a:ea typeface="+mn-lt"/>
                <a:cs typeface="+mn-lt"/>
              </a:rPr>
              <a:t> = true;</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a:t>
            </a:r>
            <a:endParaRPr lang="es-ES" b="1" dirty="0">
              <a:latin typeface="Consolas"/>
            </a:endParaRPr>
          </a:p>
          <a:p>
            <a:r>
              <a:rPr lang="es-ES" dirty="0">
                <a:ea typeface="+mn-lt"/>
                <a:cs typeface="+mn-lt"/>
              </a:rPr>
              <a:t>En este ejemplo, el evento </a:t>
            </a:r>
            <a:r>
              <a:rPr lang="es-ES" err="1">
                <a:ea typeface="+mn-lt"/>
                <a:cs typeface="+mn-lt"/>
              </a:rPr>
              <a:t>timeupdate</a:t>
            </a:r>
            <a:r>
              <a:rPr lang="es-ES" dirty="0">
                <a:ea typeface="+mn-lt"/>
                <a:cs typeface="+mn-lt"/>
              </a:rPr>
              <a:t> se usa para monitorizar el tiempo de reproducción. Cuando se cumple la condición (el vídeo ha llegado a los 5 segundos), se cambia la opacidad del elemento, que se anima suavemente gracias a la propiedad CSS </a:t>
            </a:r>
            <a:r>
              <a:rPr lang="es-ES" err="1">
                <a:ea typeface="+mn-lt"/>
                <a:cs typeface="+mn-lt"/>
              </a:rPr>
              <a:t>transition</a:t>
            </a:r>
            <a:r>
              <a:rPr lang="es-ES" dirty="0">
                <a:ea typeface="+mn-lt"/>
                <a:cs typeface="+mn-lt"/>
              </a:rPr>
              <a:t>.</a:t>
            </a:r>
          </a:p>
          <a:p>
            <a:r>
              <a:rPr lang="es-ES" dirty="0">
                <a:ea typeface="+mn-lt"/>
                <a:cs typeface="+mn-lt"/>
              </a:rPr>
              <a:t>Para una sincronización más avanzada, podrías usar librerías como GSAP y su método timeline para crear una línea de tiempo maestra que sincronice múltiples animaciones con los eventos del vídeo o audio.</a:t>
            </a:r>
          </a:p>
        </p:txBody>
      </p:sp>
    </p:spTree>
    <p:extLst>
      <p:ext uri="{BB962C8B-B14F-4D97-AF65-F5344CB8AC3E}">
        <p14:creationId xmlns:p14="http://schemas.microsoft.com/office/powerpoint/2010/main" val="324785162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FECC6E-7BE2-104B-CA88-60A6900B384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8297FC-960E-03F9-F21A-734ACA81E9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A3B8FE4-DA3D-6393-BBAC-C5FA965838F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3.5.4. Herramientas de creación de animaciones</a:t>
            </a:r>
            <a:endParaRPr lang="es-ES" dirty="0">
              <a:ea typeface="+mj-lt"/>
              <a:cs typeface="+mj-lt"/>
            </a:endParaRPr>
          </a:p>
        </p:txBody>
      </p:sp>
      <p:sp>
        <p:nvSpPr>
          <p:cNvPr id="10" name="Rectangle 9">
            <a:extLst>
              <a:ext uri="{FF2B5EF4-FFF2-40B4-BE49-F238E27FC236}">
                <a16:creationId xmlns:a16="http://schemas.microsoft.com/office/drawing/2014/main" id="{AADDD8E0-B087-8012-4AA0-3EFCCF2F28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0FC256B-A810-275E-0190-137D67C9E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A56655B-FDC9-BAE7-C009-90E08B3D1A11}"/>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r>
              <a:rPr lang="es-ES" dirty="0">
                <a:ea typeface="+mn-lt"/>
                <a:cs typeface="+mn-lt"/>
              </a:rPr>
              <a:t>Para crear animaciones web de alta calidad, los desarrolladores y diseñadores utilizan diversas herramientas, que van desde aplicaciones de escritorio profesionales hasta servicios en línea y librerías de programación. La elección de la herramienta depende de la complejidad de la animación, el flujo de trabajo y el nivel de control deseado.</a:t>
            </a:r>
            <a:endParaRPr lang="es-ES" dirty="0"/>
          </a:p>
          <a:p>
            <a:r>
              <a:rPr lang="es-ES" dirty="0">
                <a:ea typeface="+mn-lt"/>
                <a:cs typeface="+mn-lt"/>
              </a:rPr>
              <a:t>Estas aplicaciones ofrecen un control completo sobre el diseño, el timing y los efectos de una animación. Son la opción estándar para los profesionales del diseño gráfico y la animación.</a:t>
            </a:r>
            <a:endParaRPr lang="es-ES" dirty="0"/>
          </a:p>
          <a:p>
            <a:pPr lvl="1">
              <a:buFont typeface="Courier New" panose="020B0604020202020204" pitchFamily="34" charset="0"/>
              <a:buChar char="o"/>
            </a:pPr>
            <a:r>
              <a:rPr lang="es-ES" dirty="0">
                <a:ea typeface="+mn-lt"/>
                <a:cs typeface="+mn-lt"/>
              </a:rPr>
              <a:t>Adobe After </a:t>
            </a:r>
            <a:r>
              <a:rPr lang="es-ES" dirty="0" err="1">
                <a:ea typeface="+mn-lt"/>
                <a:cs typeface="+mn-lt"/>
              </a:rPr>
              <a:t>Effects</a:t>
            </a:r>
            <a:r>
              <a:rPr lang="es-ES" dirty="0">
                <a:ea typeface="+mn-lt"/>
                <a:cs typeface="+mn-lt"/>
              </a:rPr>
              <a:t>: Es el software líder en la industria para gráficos en movimiento y efectos visuales. Los diseñadores pueden crear animaciones muy complejas y luego exportarlas a formatos optimizados para la web. Una de sus mayores ventajas es su integración con </a:t>
            </a:r>
            <a:r>
              <a:rPr lang="es-ES" dirty="0" err="1">
                <a:ea typeface="+mn-lt"/>
                <a:cs typeface="+mn-lt"/>
              </a:rPr>
              <a:t>Lottie</a:t>
            </a:r>
            <a:r>
              <a:rPr lang="es-ES" dirty="0">
                <a:ea typeface="+mn-lt"/>
                <a:cs typeface="+mn-lt"/>
              </a:rPr>
              <a:t>, que permite exportar animaciones vectoriales a archivos JSON ligeros.</a:t>
            </a:r>
            <a:endParaRPr lang="es-ES"/>
          </a:p>
        </p:txBody>
      </p:sp>
    </p:spTree>
    <p:extLst>
      <p:ext uri="{BB962C8B-B14F-4D97-AF65-F5344CB8AC3E}">
        <p14:creationId xmlns:p14="http://schemas.microsoft.com/office/powerpoint/2010/main" val="361427253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EE758C-59C3-CF65-C037-E871E14120E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C3E6FB6-3F91-881B-8694-D64DE4E99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93FA851-AD26-36D5-E91A-1D3CE3A4BBB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3.5.4. Herramientas de creación de animaciones</a:t>
            </a:r>
            <a:endParaRPr lang="es-ES" dirty="0">
              <a:ea typeface="+mj-lt"/>
              <a:cs typeface="+mj-lt"/>
            </a:endParaRPr>
          </a:p>
        </p:txBody>
      </p:sp>
      <p:sp>
        <p:nvSpPr>
          <p:cNvPr id="10" name="Rectangle 9">
            <a:extLst>
              <a:ext uri="{FF2B5EF4-FFF2-40B4-BE49-F238E27FC236}">
                <a16:creationId xmlns:a16="http://schemas.microsoft.com/office/drawing/2014/main" id="{E6A3D16B-83C0-6445-B06C-A14B62D6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097CF3-1437-A33B-E4C0-8E78958E4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7E2003F-0690-109D-FEB2-AB785429E495}"/>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pPr lvl="1">
              <a:buFont typeface="Courier New" panose="020B0604020202020204" pitchFamily="34" charset="0"/>
              <a:buChar char="o"/>
            </a:pPr>
            <a:r>
              <a:rPr lang="es-ES" dirty="0">
                <a:ea typeface="+mn-lt"/>
                <a:cs typeface="+mn-lt"/>
              </a:rPr>
              <a:t>Adobe </a:t>
            </a:r>
            <a:r>
              <a:rPr lang="es-ES" dirty="0" err="1">
                <a:ea typeface="+mn-lt"/>
                <a:cs typeface="+mn-lt"/>
              </a:rPr>
              <a:t>Animate</a:t>
            </a:r>
            <a:r>
              <a:rPr lang="es-ES" dirty="0">
                <a:ea typeface="+mn-lt"/>
                <a:cs typeface="+mn-lt"/>
              </a:rPr>
              <a:t>: Especializado en la creación de animaciones interactivas para la web. A diferencia de After Effects, que es para video, Animate se centra en animaciones basadas en vectores que pueden exportarse a formatos como SVG, HTML5 Canvas o JavaScript, manteniendo el contenido dinámico.</a:t>
            </a:r>
          </a:p>
          <a:p>
            <a:pPr lvl="1">
              <a:buFont typeface="Courier New" panose="020B0604020202020204" pitchFamily="34" charset="0"/>
              <a:buChar char="o"/>
            </a:pPr>
            <a:r>
              <a:rPr lang="es-ES" dirty="0" err="1">
                <a:ea typeface="+mn-lt"/>
                <a:cs typeface="+mn-lt"/>
              </a:rPr>
              <a:t>Blender</a:t>
            </a:r>
            <a:r>
              <a:rPr lang="es-ES" dirty="0">
                <a:ea typeface="+mn-lt"/>
                <a:cs typeface="+mn-lt"/>
              </a:rPr>
              <a:t>: Un software de código abierto y gratuito para modelado 3D, animación y renderizado. Aunque es conocido por su uso en películas y videojuegos, también se puede usar para crear animaciones 3D que luego se exportan para la web.</a:t>
            </a:r>
          </a:p>
          <a:p>
            <a:r>
              <a:rPr lang="es-ES" dirty="0">
                <a:ea typeface="+mn-lt"/>
                <a:cs typeface="+mn-lt"/>
              </a:rPr>
              <a:t>Las herramientas y librerías en </a:t>
            </a:r>
            <a:r>
              <a:rPr lang="es-ES" dirty="0" err="1">
                <a:ea typeface="+mn-lt"/>
                <a:cs typeface="+mn-lt"/>
              </a:rPr>
              <a:t>linea</a:t>
            </a:r>
            <a:r>
              <a:rPr lang="es-ES" dirty="0">
                <a:ea typeface="+mn-lt"/>
                <a:cs typeface="+mn-lt"/>
              </a:rPr>
              <a:t> simplifican el proceso y son accesibles para cualquier persona con un navegador web.</a:t>
            </a:r>
            <a:endParaRPr lang="es-ES" dirty="0"/>
          </a:p>
          <a:p>
            <a:pPr lvl="1">
              <a:buFont typeface="Courier New" panose="020B0604020202020204" pitchFamily="34" charset="0"/>
              <a:buChar char="o"/>
            </a:pPr>
            <a:r>
              <a:rPr lang="es-ES" dirty="0" err="1">
                <a:ea typeface="+mn-lt"/>
                <a:cs typeface="+mn-lt"/>
              </a:rPr>
              <a:t>Lottiefiles</a:t>
            </a:r>
            <a:r>
              <a:rPr lang="es-ES" dirty="0">
                <a:ea typeface="+mn-lt"/>
                <a:cs typeface="+mn-lt"/>
              </a:rPr>
              <a:t>: Un sitio web que no solo alberga una vasta biblioteca de animaciones </a:t>
            </a:r>
            <a:r>
              <a:rPr lang="es-ES" dirty="0" err="1">
                <a:ea typeface="+mn-lt"/>
                <a:cs typeface="+mn-lt"/>
              </a:rPr>
              <a:t>Lottie</a:t>
            </a:r>
            <a:r>
              <a:rPr lang="es-ES" dirty="0">
                <a:ea typeface="+mn-lt"/>
                <a:cs typeface="+mn-lt"/>
              </a:rPr>
              <a:t> (JSON), sino que también ofrece un editor en línea para modificar los colores, la velocidad y otras propiedades de las animaciones existentes. Es perfecto para encontrar animaciones ligeras y de alta calidad para un proyecto.</a:t>
            </a:r>
          </a:p>
        </p:txBody>
      </p:sp>
    </p:spTree>
    <p:extLst>
      <p:ext uri="{BB962C8B-B14F-4D97-AF65-F5344CB8AC3E}">
        <p14:creationId xmlns:p14="http://schemas.microsoft.com/office/powerpoint/2010/main" val="27179738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2BC5F6-CB39-DE55-13A2-9D078ECFC16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252047-E5FC-B51B-F4D9-9630593B2B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F71D1D0-587A-FE4A-A014-D9B26B164D47}"/>
              </a:ext>
            </a:extLst>
          </p:cNvPr>
          <p:cNvSpPr>
            <a:spLocks noGrp="1"/>
          </p:cNvSpPr>
          <p:nvPr>
            <p:ph type="title"/>
          </p:nvPr>
        </p:nvSpPr>
        <p:spPr>
          <a:xfrm>
            <a:off x="1587710" y="455362"/>
            <a:ext cx="9486690" cy="1550419"/>
          </a:xfrm>
        </p:spPr>
        <p:txBody>
          <a:bodyPr>
            <a:normAutofit/>
          </a:bodyPr>
          <a:lstStyle/>
          <a:p>
            <a:r>
              <a:rPr lang="es-ES" b="0" dirty="0">
                <a:ea typeface="+mj-lt"/>
                <a:cs typeface="+mj-lt"/>
              </a:rPr>
              <a:t>3.5.4. Herramientas de creación de animaciones</a:t>
            </a:r>
            <a:endParaRPr lang="es-ES" dirty="0">
              <a:ea typeface="+mj-lt"/>
              <a:cs typeface="+mj-lt"/>
            </a:endParaRPr>
          </a:p>
        </p:txBody>
      </p:sp>
      <p:sp>
        <p:nvSpPr>
          <p:cNvPr id="10" name="Rectangle 9">
            <a:extLst>
              <a:ext uri="{FF2B5EF4-FFF2-40B4-BE49-F238E27FC236}">
                <a16:creationId xmlns:a16="http://schemas.microsoft.com/office/drawing/2014/main" id="{3A4D0892-1091-7176-6682-82F5B35D79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7E5121E-2BF2-2873-664B-722B597D7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ED750CE-0AC1-2DA3-FF41-1A97223CAC29}"/>
              </a:ext>
            </a:extLst>
          </p:cNvPr>
          <p:cNvSpPr>
            <a:spLocks noGrp="1"/>
          </p:cNvSpPr>
          <p:nvPr>
            <p:ph idx="1"/>
          </p:nvPr>
        </p:nvSpPr>
        <p:spPr>
          <a:xfrm>
            <a:off x="1587710" y="2160016"/>
            <a:ext cx="9486690" cy="3926152"/>
          </a:xfrm>
        </p:spPr>
        <p:txBody>
          <a:bodyPr vert="horz" lIns="91440" tIns="45720" rIns="91440" bIns="45720" rtlCol="0" anchor="t">
            <a:normAutofit/>
          </a:bodyPr>
          <a:lstStyle/>
          <a:p>
            <a:pPr lvl="1">
              <a:buFont typeface="Courier New" panose="020B0604020202020204" pitchFamily="34" charset="0"/>
              <a:buChar char="o"/>
            </a:pPr>
            <a:r>
              <a:rPr lang="es-ES" dirty="0" err="1">
                <a:ea typeface="+mn-lt"/>
                <a:cs typeface="+mn-lt"/>
              </a:rPr>
              <a:t>Framer</a:t>
            </a:r>
            <a:r>
              <a:rPr lang="es-ES" dirty="0">
                <a:ea typeface="+mn-lt"/>
                <a:cs typeface="+mn-lt"/>
              </a:rPr>
              <a:t> </a:t>
            </a:r>
            <a:r>
              <a:rPr lang="es-ES" dirty="0" err="1">
                <a:ea typeface="+mn-lt"/>
                <a:cs typeface="+mn-lt"/>
              </a:rPr>
              <a:t>Motion</a:t>
            </a:r>
            <a:r>
              <a:rPr lang="es-ES" dirty="0">
                <a:ea typeface="+mn-lt"/>
                <a:cs typeface="+mn-lt"/>
              </a:rPr>
              <a:t>: Una librería de animación para </a:t>
            </a:r>
            <a:r>
              <a:rPr lang="es-ES" dirty="0" err="1">
                <a:ea typeface="+mn-lt"/>
                <a:cs typeface="+mn-lt"/>
              </a:rPr>
              <a:t>React</a:t>
            </a:r>
            <a:r>
              <a:rPr lang="es-ES" dirty="0">
                <a:ea typeface="+mn-lt"/>
                <a:cs typeface="+mn-lt"/>
              </a:rPr>
              <a:t>. Es una herramienta poderosa para desarrolladores que trabajan con </a:t>
            </a:r>
            <a:r>
              <a:rPr lang="es-ES" dirty="0" err="1">
                <a:ea typeface="+mn-lt"/>
                <a:cs typeface="+mn-lt"/>
              </a:rPr>
              <a:t>React</a:t>
            </a:r>
            <a:r>
              <a:rPr lang="es-ES" dirty="0">
                <a:ea typeface="+mn-lt"/>
                <a:cs typeface="+mn-lt"/>
              </a:rPr>
              <a:t>, ya que permite crear animaciones fluidas y declarativas directamente en el código de los componentes.</a:t>
            </a:r>
          </a:p>
          <a:p>
            <a:pPr lvl="1">
              <a:buFont typeface="Courier New" panose="020B0604020202020204" pitchFamily="34" charset="0"/>
              <a:buChar char="o"/>
            </a:pPr>
            <a:r>
              <a:rPr lang="es-ES" dirty="0" err="1">
                <a:ea typeface="+mn-lt"/>
                <a:cs typeface="+mn-lt"/>
              </a:rPr>
              <a:t>Keyframes.app</a:t>
            </a:r>
            <a:r>
              <a:rPr lang="es-ES" dirty="0">
                <a:ea typeface="+mn-lt"/>
                <a:cs typeface="+mn-lt"/>
              </a:rPr>
              <a:t>: Una herramienta en línea simple y visual para generar animaciones CSS @keyframes. Permite a los diseñadores crear y previsualizar animaciones complejas y luego exportar el código CSS listo para usar.</a:t>
            </a:r>
          </a:p>
          <a:p>
            <a:pPr lvl="1">
              <a:buFont typeface="Courier New" panose="020B0604020202020204" pitchFamily="34" charset="0"/>
              <a:buChar char="o"/>
            </a:pPr>
            <a:r>
              <a:rPr lang="es-ES" dirty="0" err="1">
                <a:ea typeface="+mn-lt"/>
                <a:cs typeface="+mn-lt"/>
              </a:rPr>
              <a:t>Squoosh</a:t>
            </a:r>
            <a:r>
              <a:rPr lang="es-ES" dirty="0">
                <a:ea typeface="+mn-lt"/>
                <a:cs typeface="+mn-lt"/>
              </a:rPr>
              <a:t> y </a:t>
            </a:r>
            <a:r>
              <a:rPr lang="es-ES" dirty="0" err="1">
                <a:ea typeface="+mn-lt"/>
                <a:cs typeface="+mn-lt"/>
              </a:rPr>
              <a:t>Ezgif</a:t>
            </a:r>
            <a:r>
              <a:rPr lang="es-ES" dirty="0">
                <a:ea typeface="+mn-lt"/>
                <a:cs typeface="+mn-lt"/>
              </a:rPr>
              <a:t>: Estas herramientas, aunque se centran en la optimización de imágenes y videos, son muy útiles para crear animaciones simples. </a:t>
            </a:r>
            <a:r>
              <a:rPr lang="es-ES" dirty="0" err="1">
                <a:ea typeface="+mn-lt"/>
                <a:cs typeface="+mn-lt"/>
              </a:rPr>
              <a:t>Ezgif</a:t>
            </a:r>
            <a:r>
              <a:rPr lang="es-ES" dirty="0">
                <a:ea typeface="+mn-lt"/>
                <a:cs typeface="+mn-lt"/>
              </a:rPr>
              <a:t>, por ejemplo, permite convertir videos a </a:t>
            </a:r>
            <a:r>
              <a:rPr lang="es-ES" dirty="0" err="1">
                <a:ea typeface="+mn-lt"/>
                <a:cs typeface="+mn-lt"/>
              </a:rPr>
              <a:t>GIFs</a:t>
            </a:r>
            <a:r>
              <a:rPr lang="es-ES" dirty="0">
                <a:ea typeface="+mn-lt"/>
                <a:cs typeface="+mn-lt"/>
              </a:rPr>
              <a:t> o crear </a:t>
            </a:r>
            <a:r>
              <a:rPr lang="es-ES" dirty="0" err="1">
                <a:ea typeface="+mn-lt"/>
                <a:cs typeface="+mn-lt"/>
              </a:rPr>
              <a:t>spritesheets</a:t>
            </a:r>
            <a:r>
              <a:rPr lang="es-ES" dirty="0">
                <a:ea typeface="+mn-lt"/>
                <a:cs typeface="+mn-lt"/>
              </a:rPr>
              <a:t> a partir de una secuencia de imágenes.</a:t>
            </a:r>
          </a:p>
        </p:txBody>
      </p:sp>
    </p:spTree>
    <p:extLst>
      <p:ext uri="{BB962C8B-B14F-4D97-AF65-F5344CB8AC3E}">
        <p14:creationId xmlns:p14="http://schemas.microsoft.com/office/powerpoint/2010/main" val="323232700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9F7CB9-A98C-61E0-7896-15F65F31E59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E4A5FA1-5BA9-5423-50D9-A6CE8C1C1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D903508-A316-10AE-E11D-868C7D37AF6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 Evaluación y aplicación práctica</a:t>
            </a:r>
            <a:endParaRPr lang="es-ES" dirty="0"/>
          </a:p>
        </p:txBody>
      </p:sp>
      <p:sp>
        <p:nvSpPr>
          <p:cNvPr id="10" name="Rectangle 9">
            <a:extLst>
              <a:ext uri="{FF2B5EF4-FFF2-40B4-BE49-F238E27FC236}">
                <a16:creationId xmlns:a16="http://schemas.microsoft.com/office/drawing/2014/main" id="{BFADDB52-834A-B890-82BE-DE7E55856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4530A72-24EA-4C75-CF1E-5D6A8B29F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DCE93131-504D-D76F-AD91-E4A77675994D}"/>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La evaluación y aplicación práctica de los conocimientos sobre imágenes, audio y vídeo en el desarrollo web es el paso final para asegurar que se utilicen de manera efectiva. Esto implica no solo entender la teoría, sino también medir el impacto de las decisiones de optimización y aplicarlas en escenarios reales. El objetivo es lograr un equilibrio entre la calidad visual/auditiva y el rendimiento de la web.</a:t>
            </a:r>
            <a:endParaRPr lang="es-ES" dirty="0"/>
          </a:p>
          <a:p>
            <a:r>
              <a:rPr lang="es-ES" dirty="0">
                <a:ea typeface="+mn-lt"/>
                <a:cs typeface="+mn-lt"/>
              </a:rPr>
              <a:t>La evaluación comienza con una auditoría de rendimiento. Herramientas como Google </a:t>
            </a:r>
            <a:r>
              <a:rPr lang="es-ES" dirty="0" err="1">
                <a:ea typeface="+mn-lt"/>
                <a:cs typeface="+mn-lt"/>
              </a:rPr>
              <a:t>PageSpeed</a:t>
            </a:r>
            <a:r>
              <a:rPr lang="es-ES" dirty="0">
                <a:ea typeface="+mn-lt"/>
                <a:cs typeface="+mn-lt"/>
              </a:rPr>
              <a:t> </a:t>
            </a:r>
            <a:r>
              <a:rPr lang="es-ES" dirty="0" err="1">
                <a:ea typeface="+mn-lt"/>
                <a:cs typeface="+mn-lt"/>
              </a:rPr>
              <a:t>Insights</a:t>
            </a:r>
            <a:r>
              <a:rPr lang="es-ES" dirty="0">
                <a:ea typeface="+mn-lt"/>
                <a:cs typeface="+mn-lt"/>
              </a:rPr>
              <a:t> y </a:t>
            </a:r>
            <a:r>
              <a:rPr lang="es-ES" dirty="0" err="1">
                <a:ea typeface="+mn-lt"/>
                <a:cs typeface="+mn-lt"/>
              </a:rPr>
              <a:t>WebPageTest</a:t>
            </a:r>
            <a:r>
              <a:rPr lang="es-ES" dirty="0">
                <a:ea typeface="+mn-lt"/>
                <a:cs typeface="+mn-lt"/>
              </a:rPr>
              <a:t> son fundamentales para medir el impacto de los medios en la velocidad de carga de una página. Estas herramientas analizan la página web y ofrecen métricas clave como:</a:t>
            </a:r>
            <a:endParaRPr lang="es-ES" dirty="0"/>
          </a:p>
          <a:p>
            <a:pPr lvl="1">
              <a:buFont typeface="Courier New" panose="020B0604020202020204" pitchFamily="34" charset="0"/>
              <a:buChar char="o"/>
            </a:pPr>
            <a:r>
              <a:rPr lang="es-ES" dirty="0" err="1">
                <a:ea typeface="+mn-lt"/>
                <a:cs typeface="+mn-lt"/>
              </a:rPr>
              <a:t>Largest</a:t>
            </a:r>
            <a:r>
              <a:rPr lang="es-ES" dirty="0">
                <a:ea typeface="+mn-lt"/>
                <a:cs typeface="+mn-lt"/>
              </a:rPr>
              <a:t> </a:t>
            </a:r>
            <a:r>
              <a:rPr lang="es-ES" dirty="0" err="1">
                <a:ea typeface="+mn-lt"/>
                <a:cs typeface="+mn-lt"/>
              </a:rPr>
              <a:t>Contentful</a:t>
            </a:r>
            <a:r>
              <a:rPr lang="es-ES" dirty="0">
                <a:ea typeface="+mn-lt"/>
                <a:cs typeface="+mn-lt"/>
              </a:rPr>
              <a:t> Paint (LCP): Mide cuánto tarda en cargarse el contenido principal de la página, a menudo afectado por la carga de imágenes y videos.</a:t>
            </a:r>
            <a:endParaRPr lang="es-ES"/>
          </a:p>
          <a:p>
            <a:pPr lvl="1">
              <a:buFont typeface="Courier New" panose="020B0604020202020204" pitchFamily="34" charset="0"/>
              <a:buChar char="o"/>
            </a:pPr>
            <a:r>
              <a:rPr lang="es-ES" dirty="0" err="1">
                <a:ea typeface="+mn-lt"/>
                <a:cs typeface="+mn-lt"/>
              </a:rPr>
              <a:t>First</a:t>
            </a:r>
            <a:r>
              <a:rPr lang="es-ES" dirty="0">
                <a:ea typeface="+mn-lt"/>
                <a:cs typeface="+mn-lt"/>
              </a:rPr>
              <a:t> </a:t>
            </a:r>
            <a:r>
              <a:rPr lang="es-ES" dirty="0" err="1">
                <a:ea typeface="+mn-lt"/>
                <a:cs typeface="+mn-lt"/>
              </a:rPr>
              <a:t>Contentful</a:t>
            </a:r>
            <a:r>
              <a:rPr lang="es-ES" dirty="0">
                <a:ea typeface="+mn-lt"/>
                <a:cs typeface="+mn-lt"/>
              </a:rPr>
              <a:t> Paint (FCP): Mide el tiempo que tarda el navegador en renderizar el primer contenido del DOM.</a:t>
            </a:r>
            <a:endParaRPr lang="es-ES" dirty="0"/>
          </a:p>
          <a:p>
            <a:pPr lvl="1">
              <a:buFont typeface="Courier New" panose="020B0604020202020204" pitchFamily="34" charset="0"/>
              <a:buChar char="o"/>
            </a:pPr>
            <a:r>
              <a:rPr lang="es-ES" dirty="0">
                <a:ea typeface="+mn-lt"/>
                <a:cs typeface="+mn-lt"/>
              </a:rPr>
              <a:t>Tamaño total de la página (</a:t>
            </a:r>
            <a:r>
              <a:rPr lang="es-ES" dirty="0" err="1">
                <a:ea typeface="+mn-lt"/>
                <a:cs typeface="+mn-lt"/>
              </a:rPr>
              <a:t>Payload</a:t>
            </a:r>
            <a:r>
              <a:rPr lang="es-ES" dirty="0">
                <a:ea typeface="+mn-lt"/>
                <a:cs typeface="+mn-lt"/>
              </a:rPr>
              <a:t> </a:t>
            </a:r>
            <a:r>
              <a:rPr lang="es-ES" dirty="0" err="1">
                <a:ea typeface="+mn-lt"/>
                <a:cs typeface="+mn-lt"/>
              </a:rPr>
              <a:t>Size</a:t>
            </a:r>
            <a:r>
              <a:rPr lang="es-ES" dirty="0">
                <a:ea typeface="+mn-lt"/>
                <a:cs typeface="+mn-lt"/>
              </a:rPr>
              <a:t>): Muestra el tamaño total de todos los recursos descargados. Los medios suelen ser la mayor parte de este peso.</a:t>
            </a:r>
            <a:endParaRPr lang="es-ES" dirty="0"/>
          </a:p>
          <a:p>
            <a:r>
              <a:rPr lang="es-ES" dirty="0">
                <a:ea typeface="+mn-lt"/>
                <a:cs typeface="+mn-lt"/>
              </a:rPr>
              <a:t>Al analizar estas métricas, un desarrollador puede identificar qué recursos de medios están ralentizando la página y priorizar su optimización.</a:t>
            </a:r>
            <a:endParaRPr lang="es-ES" dirty="0"/>
          </a:p>
          <a:p>
            <a:endParaRPr lang="es-ES" dirty="0"/>
          </a:p>
        </p:txBody>
      </p:sp>
    </p:spTree>
    <p:extLst>
      <p:ext uri="{BB962C8B-B14F-4D97-AF65-F5344CB8AC3E}">
        <p14:creationId xmlns:p14="http://schemas.microsoft.com/office/powerpoint/2010/main" val="1137109262"/>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3E1B3C-EE2F-BC1A-8354-C2B7417D200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71AC15-A342-189B-3851-2B9AB713BA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345AEDF-EF85-8E38-7D03-BB9AD466D9E1}"/>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 Evaluación y aplicación práctica</a:t>
            </a:r>
            <a:endParaRPr lang="es-ES" dirty="0"/>
          </a:p>
        </p:txBody>
      </p:sp>
      <p:sp>
        <p:nvSpPr>
          <p:cNvPr id="10" name="Rectangle 9">
            <a:extLst>
              <a:ext uri="{FF2B5EF4-FFF2-40B4-BE49-F238E27FC236}">
                <a16:creationId xmlns:a16="http://schemas.microsoft.com/office/drawing/2014/main" id="{F13A95CE-D81E-C494-C721-644F3C266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CE48EF4-6AD2-C9C8-8D6B-C7DF2E7324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4066F914-3342-2973-E44A-71AF7910ADBE}"/>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Un flujo de trabajo práctico y eficiente para la optimización de medios debe ser una parte integral del proceso de desarrollo.</a:t>
            </a:r>
          </a:p>
          <a:p>
            <a:pPr lvl="1">
              <a:buFont typeface="Courier New" panose="020B0604020202020204" pitchFamily="34" charset="0"/>
              <a:buChar char="o"/>
            </a:pPr>
            <a:r>
              <a:rPr lang="es-ES" dirty="0">
                <a:ea typeface="+mn-lt"/>
                <a:cs typeface="+mn-lt"/>
              </a:rPr>
              <a:t>Selección de la fuente: Elige la imagen, audio o video con la máxima calidad posible para su edición.</a:t>
            </a:r>
          </a:p>
          <a:p>
            <a:pPr lvl="1">
              <a:buFont typeface="Courier New" panose="020B0604020202020204" pitchFamily="34" charset="0"/>
              <a:buChar char="o"/>
            </a:pPr>
            <a:r>
              <a:rPr lang="es-ES" dirty="0">
                <a:ea typeface="+mn-lt"/>
                <a:cs typeface="+mn-lt"/>
              </a:rPr>
              <a:t>Edición y manipulación: Utiliza herramientas de escritorio (como GIMP o Audacity) para editar el contenido.</a:t>
            </a:r>
          </a:p>
          <a:p>
            <a:pPr lvl="1">
              <a:buFont typeface="Courier New" panose="020B0604020202020204" pitchFamily="34" charset="0"/>
              <a:buChar char="o"/>
            </a:pPr>
            <a:r>
              <a:rPr lang="es-ES" dirty="0">
                <a:ea typeface="+mn-lt"/>
                <a:cs typeface="+mn-lt"/>
              </a:rPr>
              <a:t>Codificación y optimización: Exporta el medio a formatos web eficientes (</a:t>
            </a:r>
            <a:r>
              <a:rPr lang="es-ES" dirty="0" err="1">
                <a:ea typeface="+mn-lt"/>
                <a:cs typeface="+mn-lt"/>
              </a:rPr>
              <a:t>WebP</a:t>
            </a:r>
            <a:r>
              <a:rPr lang="es-ES" dirty="0">
                <a:ea typeface="+mn-lt"/>
                <a:cs typeface="+mn-lt"/>
              </a:rPr>
              <a:t>, MP4, MP3, etc.) y ajusta la compresión. Utiliza herramientas como </a:t>
            </a:r>
            <a:r>
              <a:rPr lang="es-ES" dirty="0" err="1">
                <a:ea typeface="+mn-lt"/>
                <a:cs typeface="+mn-lt"/>
              </a:rPr>
              <a:t>FFmpeg</a:t>
            </a:r>
            <a:r>
              <a:rPr lang="es-ES" dirty="0">
                <a:ea typeface="+mn-lt"/>
                <a:cs typeface="+mn-lt"/>
              </a:rPr>
              <a:t> para automatizar la conversión a múltiples formatos.</a:t>
            </a:r>
          </a:p>
          <a:p>
            <a:pPr lvl="1">
              <a:buFont typeface="Courier New" panose="020B0604020202020204" pitchFamily="34" charset="0"/>
              <a:buChar char="o"/>
            </a:pPr>
            <a:r>
              <a:rPr lang="es-ES" dirty="0">
                <a:ea typeface="+mn-lt"/>
                <a:cs typeface="+mn-lt"/>
              </a:rPr>
              <a:t>Implementación en la web: Usa las etiquetas HTML5 correctas (&lt;</a:t>
            </a:r>
            <a:r>
              <a:rPr lang="es-ES" dirty="0" err="1">
                <a:ea typeface="+mn-lt"/>
                <a:cs typeface="+mn-lt"/>
              </a:rPr>
              <a:t>picture</a:t>
            </a:r>
            <a:r>
              <a:rPr lang="es-ES" dirty="0">
                <a:ea typeface="+mn-lt"/>
                <a:cs typeface="+mn-lt"/>
              </a:rPr>
              <a:t>&gt;, </a:t>
            </a:r>
            <a:r>
              <a:rPr lang="es-ES" dirty="0" err="1">
                <a:ea typeface="+mn-lt"/>
                <a:cs typeface="+mn-lt"/>
              </a:rPr>
              <a:t>srcset</a:t>
            </a:r>
            <a:r>
              <a:rPr lang="es-ES" dirty="0">
                <a:ea typeface="+mn-lt"/>
                <a:cs typeface="+mn-lt"/>
              </a:rPr>
              <a:t>, &lt;video&gt;, &lt;audio&gt;) para implementar las versiones optimizadas y ofrecer alternativas para diferentes navegadores y dispositivos.</a:t>
            </a:r>
          </a:p>
          <a:p>
            <a:pPr lvl="1">
              <a:buFont typeface="Courier New" panose="020B0604020202020204" pitchFamily="34" charset="0"/>
              <a:buChar char="o"/>
            </a:pPr>
            <a:r>
              <a:rPr lang="es-ES" dirty="0">
                <a:ea typeface="+mn-lt"/>
                <a:cs typeface="+mn-lt"/>
              </a:rPr>
              <a:t>Evaluación continua: Después de la implementación, vuelve a auditar el rendimiento de la página para confirmar que las optimizaciones han tenido el efecto deseado.</a:t>
            </a:r>
          </a:p>
        </p:txBody>
      </p:sp>
    </p:spTree>
    <p:extLst>
      <p:ext uri="{BB962C8B-B14F-4D97-AF65-F5344CB8AC3E}">
        <p14:creationId xmlns:p14="http://schemas.microsoft.com/office/powerpoint/2010/main" val="1497846421"/>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0C3256-4DA1-57DC-74FE-5E158A228A6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3B2F686-ED30-F4E7-C587-87CFB2CFE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24870EA-2D20-6C95-5996-024EEFDD9F7F}"/>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3.6.1. Aplicación de la guía de estilo en contenido multimedia</a:t>
            </a:r>
            <a:endParaRPr lang="es-ES" dirty="0"/>
          </a:p>
        </p:txBody>
      </p:sp>
      <p:sp>
        <p:nvSpPr>
          <p:cNvPr id="10" name="Rectangle 9">
            <a:extLst>
              <a:ext uri="{FF2B5EF4-FFF2-40B4-BE49-F238E27FC236}">
                <a16:creationId xmlns:a16="http://schemas.microsoft.com/office/drawing/2014/main" id="{ABB26F77-250A-47DC-4D56-2B9760825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FAF8920-FD93-DDD2-6E4E-C1409CEF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7DBA1093-E6F5-854A-7902-C77AB20DC58B}"/>
              </a:ext>
            </a:extLst>
          </p:cNvPr>
          <p:cNvSpPr>
            <a:spLocks noGrp="1"/>
          </p:cNvSpPr>
          <p:nvPr>
            <p:ph idx="1"/>
          </p:nvPr>
        </p:nvSpPr>
        <p:spPr>
          <a:xfrm>
            <a:off x="1587710" y="2160016"/>
            <a:ext cx="9486690" cy="3926152"/>
          </a:xfrm>
        </p:spPr>
        <p:txBody>
          <a:bodyPr vert="horz" lIns="91440" tIns="45720" rIns="91440" bIns="45720" rtlCol="0" anchor="t">
            <a:normAutofit fontScale="85000" lnSpcReduction="20000"/>
          </a:bodyPr>
          <a:lstStyle/>
          <a:p>
            <a:r>
              <a:rPr lang="es-ES" dirty="0">
                <a:ea typeface="+mn-lt"/>
                <a:cs typeface="+mn-lt"/>
              </a:rPr>
              <a:t>La guía de estilo es un documento fundamental que establece los estándares visuales y de usabilidad de un sitio web o aplicación. Aplicarla al contenido multimedia (imágenes, audio y vídeo) garantiza la coherencia, mejora la experiencia del usuario y refuerza la identidad de la marca. No se trata solo de la estética, sino de cómo el multimedia se integra de forma funcional y consistente en la interfaz.</a:t>
            </a:r>
            <a:endParaRPr lang="es-ES" dirty="0"/>
          </a:p>
          <a:p>
            <a:r>
              <a:rPr lang="es-ES" dirty="0">
                <a:ea typeface="+mn-lt"/>
                <a:cs typeface="+mn-lt"/>
              </a:rPr>
              <a:t>Principios clave de aplicación</a:t>
            </a:r>
            <a:endParaRPr lang="es-ES" dirty="0"/>
          </a:p>
          <a:p>
            <a:pPr lvl="1">
              <a:buFont typeface="Courier New" panose="020B0604020202020204" pitchFamily="34" charset="0"/>
              <a:buChar char="o"/>
            </a:pPr>
            <a:r>
              <a:rPr lang="es-ES" dirty="0">
                <a:ea typeface="+mn-lt"/>
                <a:cs typeface="+mn-lt"/>
              </a:rPr>
              <a:t>Coherencia visual y de marca:</a:t>
            </a:r>
            <a:endParaRPr lang="es-ES" dirty="0"/>
          </a:p>
          <a:p>
            <a:pPr lvl="2">
              <a:buFont typeface="Wingdings" panose="020B0604020202020204" pitchFamily="34" charset="0"/>
              <a:buChar char="§"/>
            </a:pPr>
            <a:r>
              <a:rPr lang="es-ES" dirty="0">
                <a:ea typeface="+mn-lt"/>
                <a:cs typeface="+mn-lt"/>
              </a:rPr>
              <a:t>Imágenes: Todas las imágenes deben seguir una paleta de colores, un estilo de filtro y un tono consistentes. Por ejemplo, si la marca tiene un estilo minimalista, las imágenes deben tener composiciones limpias y un espacio en blanco amplio.</a:t>
            </a:r>
            <a:endParaRPr lang="es-ES" dirty="0"/>
          </a:p>
          <a:p>
            <a:pPr lvl="2">
              <a:buFont typeface="Wingdings" panose="020B0604020202020204" pitchFamily="34" charset="0"/>
              <a:buChar char="§"/>
            </a:pPr>
            <a:r>
              <a:rPr lang="es-ES" dirty="0">
                <a:ea typeface="+mn-lt"/>
                <a:cs typeface="+mn-lt"/>
              </a:rPr>
              <a:t>Vídeo y animaciones: El branding del vídeo (logotipos, tipografía de los subtítulos) debe ser uniforme. Las animaciones deben seguir una lógica de movimiento y una "personalidad" que reflejen los valores de la marca (ej. movimientos suaves para una marca elegante, movimientos rápidos para una marca juvenil).</a:t>
            </a:r>
            <a:endParaRPr lang="es-ES" dirty="0"/>
          </a:p>
          <a:p>
            <a:endParaRPr lang="es-ES" dirty="0"/>
          </a:p>
        </p:txBody>
      </p:sp>
    </p:spTree>
    <p:extLst>
      <p:ext uri="{BB962C8B-B14F-4D97-AF65-F5344CB8AC3E}">
        <p14:creationId xmlns:p14="http://schemas.microsoft.com/office/powerpoint/2010/main" val="359607039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238540-E4CB-5EDC-4514-C278542C3F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1AD9DD-C16F-179F-497C-B62C0B3EB2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1AB24F4-386F-DF0C-1EF3-DD194C1475FE}"/>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3.6.1. Aplicación de la guía de estilo en contenido multimedia</a:t>
            </a:r>
            <a:endParaRPr lang="es-ES" dirty="0"/>
          </a:p>
        </p:txBody>
      </p:sp>
      <p:sp>
        <p:nvSpPr>
          <p:cNvPr id="10" name="Rectangle 9">
            <a:extLst>
              <a:ext uri="{FF2B5EF4-FFF2-40B4-BE49-F238E27FC236}">
                <a16:creationId xmlns:a16="http://schemas.microsoft.com/office/drawing/2014/main" id="{1FD2990C-1747-9EF6-BA5C-CCE2FDE1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CC4770F-EC69-7152-123C-10478FE901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0A9E97E-53A9-56D9-1E68-D9C8145BBB56}"/>
              </a:ext>
            </a:extLst>
          </p:cNvPr>
          <p:cNvSpPr>
            <a:spLocks noGrp="1"/>
          </p:cNvSpPr>
          <p:nvPr>
            <p:ph idx="1"/>
          </p:nvPr>
        </p:nvSpPr>
        <p:spPr>
          <a:xfrm>
            <a:off x="1587710" y="2160016"/>
            <a:ext cx="9486690" cy="3926152"/>
          </a:xfrm>
        </p:spPr>
        <p:txBody>
          <a:bodyPr vert="horz" lIns="91440" tIns="45720" rIns="91440" bIns="45720" rtlCol="0" anchor="t">
            <a:normAutofit fontScale="92500" lnSpcReduction="20000"/>
          </a:bodyPr>
          <a:lstStyle/>
          <a:p>
            <a:pPr lvl="1">
              <a:buFont typeface="Courier New" panose="020B0604020202020204" pitchFamily="34" charset="0"/>
              <a:buChar char="o"/>
            </a:pPr>
            <a:r>
              <a:rPr lang="es-ES" dirty="0">
                <a:ea typeface="+mn-lt"/>
                <a:cs typeface="+mn-lt"/>
              </a:rPr>
              <a:t>Usabilidad y consistencia funcional:</a:t>
            </a:r>
          </a:p>
          <a:p>
            <a:pPr lvl="2">
              <a:buFont typeface="Wingdings" panose="020B0604020202020204" pitchFamily="34" charset="0"/>
              <a:buChar char="§"/>
            </a:pPr>
            <a:r>
              <a:rPr lang="es-ES" dirty="0">
                <a:ea typeface="+mn-lt"/>
                <a:cs typeface="+mn-lt"/>
              </a:rPr>
              <a:t>Controles: Si el sitio web tiene un reproductor de audio o vídeo personalizado, los controles (reproducir, pausar, volumen) deben tener el mismo estilo y colocación en todas las páginas. La experiencia debe ser predecible para el usuario.</a:t>
            </a:r>
          </a:p>
          <a:p>
            <a:pPr lvl="2">
              <a:buFont typeface="Wingdings" panose="020B0604020202020204" pitchFamily="34" charset="0"/>
              <a:buChar char="§"/>
            </a:pPr>
            <a:r>
              <a:rPr lang="es-ES" dirty="0">
                <a:ea typeface="+mn-lt"/>
                <a:cs typeface="+mn-lt"/>
              </a:rPr>
              <a:t>Estados interactivos: Al igual que con los botones, los elementos multimedia interactivos (por ejemplo, una galería de imágenes) deben tener estados consistentes al pasar el ratón por encima, al hacer clic o al estar deshabilitados.</a:t>
            </a:r>
          </a:p>
          <a:p>
            <a:pPr lvl="1">
              <a:buFont typeface="Courier New" panose="020B0604020202020204" pitchFamily="34" charset="0"/>
              <a:buChar char="o"/>
            </a:pPr>
            <a:r>
              <a:rPr lang="es-ES" dirty="0">
                <a:ea typeface="+mn-lt"/>
                <a:cs typeface="+mn-lt"/>
              </a:rPr>
              <a:t>Optimización y rendimiento:</a:t>
            </a:r>
          </a:p>
          <a:p>
            <a:pPr lvl="2">
              <a:buFont typeface="Wingdings" panose="020B0604020202020204" pitchFamily="34" charset="0"/>
              <a:buChar char="§"/>
            </a:pPr>
            <a:r>
              <a:rPr lang="es-ES" dirty="0">
                <a:ea typeface="+mn-lt"/>
                <a:cs typeface="+mn-lt"/>
              </a:rPr>
              <a:t>Reglas de compresión: La guía de estilo debe establecer directrices para la optimización de los archivos. Por ejemplo, "todas las imágenes de producto deben ser </a:t>
            </a:r>
            <a:r>
              <a:rPr lang="es-ES" dirty="0" err="1">
                <a:ea typeface="+mn-lt"/>
                <a:cs typeface="+mn-lt"/>
              </a:rPr>
              <a:t>WebP</a:t>
            </a:r>
            <a:r>
              <a:rPr lang="es-ES" dirty="0">
                <a:ea typeface="+mn-lt"/>
                <a:cs typeface="+mn-lt"/>
              </a:rPr>
              <a:t> y no superar los 200 KB". Esto garantiza un rendimiento constante en toda la web.</a:t>
            </a:r>
          </a:p>
          <a:p>
            <a:pPr lvl="2">
              <a:buFont typeface="Wingdings" panose="020B0604020202020204" pitchFamily="34" charset="0"/>
              <a:buChar char="§"/>
            </a:pPr>
            <a:r>
              <a:rPr lang="es-ES" dirty="0">
                <a:ea typeface="+mn-lt"/>
                <a:cs typeface="+mn-lt"/>
              </a:rPr>
              <a:t>Tamaños y formatos: Definir los tamaños de imagen para diferentes dispositivos y usos (miniatura, imagen de cabecera) y especificar qué formatos deben usarse para cada tipo de contenido (JPEG para fotografías, SVG para iconos).</a:t>
            </a:r>
          </a:p>
          <a:p>
            <a:endParaRPr lang="es-ES" dirty="0"/>
          </a:p>
        </p:txBody>
      </p:sp>
    </p:spTree>
    <p:extLst>
      <p:ext uri="{BB962C8B-B14F-4D97-AF65-F5344CB8AC3E}">
        <p14:creationId xmlns:p14="http://schemas.microsoft.com/office/powerpoint/2010/main" val="371872082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CBFBE9-5710-86C4-564C-703716028A7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990B6F2-CF63-89D9-8275-469CB4679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D68455F-98CD-EFC9-450D-CCA9DD87BF50}"/>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3.6.2. Ejemplos de integración multimedia en interfaces web</a:t>
            </a:r>
            <a:endParaRPr lang="es-ES" dirty="0"/>
          </a:p>
        </p:txBody>
      </p:sp>
      <p:sp>
        <p:nvSpPr>
          <p:cNvPr id="10" name="Rectangle 9">
            <a:extLst>
              <a:ext uri="{FF2B5EF4-FFF2-40B4-BE49-F238E27FC236}">
                <a16:creationId xmlns:a16="http://schemas.microsoft.com/office/drawing/2014/main" id="{08C53CDA-B3DB-0820-53DE-5A2EA4846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4986C7-82DF-008B-CE67-B6160E5ED8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8F9F8AE-C409-ECBF-E61B-0A6228DBC491}"/>
              </a:ext>
            </a:extLst>
          </p:cNvPr>
          <p:cNvSpPr>
            <a:spLocks noGrp="1"/>
          </p:cNvSpPr>
          <p:nvPr>
            <p:ph idx="1"/>
          </p:nvPr>
        </p:nvSpPr>
        <p:spPr>
          <a:xfrm>
            <a:off x="1587710" y="2160016"/>
            <a:ext cx="9486690" cy="3926152"/>
          </a:xfrm>
        </p:spPr>
        <p:txBody>
          <a:bodyPr vert="horz" lIns="91440" tIns="45720" rIns="91440" bIns="45720" rtlCol="0" anchor="t">
            <a:normAutofit fontScale="70000" lnSpcReduction="20000"/>
          </a:bodyPr>
          <a:lstStyle/>
          <a:p>
            <a:r>
              <a:rPr lang="es-ES" dirty="0">
                <a:ea typeface="+mn-lt"/>
                <a:cs typeface="+mn-lt"/>
              </a:rPr>
              <a:t>La integración de multimedia va más allá de simplemente incrustar un archivo; se trata de utilizarlo para mejorar la funcionalidad y la narrativa de una página. Aquí tienes algunos ejemplos prácticos de cómo los elementos multimedia pueden ser usados para crear interfaces web más atractivas y eficientes.</a:t>
            </a:r>
            <a:endParaRPr lang="es-ES" dirty="0"/>
          </a:p>
          <a:p>
            <a:r>
              <a:rPr lang="es-ES" dirty="0">
                <a:ea typeface="+mn-lt"/>
                <a:cs typeface="+mn-lt"/>
              </a:rPr>
              <a:t>Vídeo de fondo en una </a:t>
            </a:r>
            <a:r>
              <a:rPr lang="es-ES" dirty="0" err="1">
                <a:ea typeface="+mn-lt"/>
                <a:cs typeface="+mn-lt"/>
              </a:rPr>
              <a:t>landing</a:t>
            </a:r>
            <a:r>
              <a:rPr lang="es-ES" dirty="0">
                <a:ea typeface="+mn-lt"/>
                <a:cs typeface="+mn-lt"/>
              </a:rPr>
              <a:t> page. Un vídeo de fondo en bucle, sin sonido, puede captar la atención del usuario de inmediato. Es ideal para páginas de aterrizaje (</a:t>
            </a:r>
            <a:r>
              <a:rPr lang="es-ES" dirty="0" err="1">
                <a:ea typeface="+mn-lt"/>
                <a:cs typeface="+mn-lt"/>
              </a:rPr>
              <a:t>landing</a:t>
            </a:r>
            <a:r>
              <a:rPr lang="es-ES" dirty="0">
                <a:ea typeface="+mn-lt"/>
                <a:cs typeface="+mn-lt"/>
              </a:rPr>
              <a:t> </a:t>
            </a:r>
            <a:r>
              <a:rPr lang="es-ES" dirty="0" err="1">
                <a:ea typeface="+mn-lt"/>
                <a:cs typeface="+mn-lt"/>
              </a:rPr>
              <a:t>pages</a:t>
            </a:r>
            <a:r>
              <a:rPr lang="es-ES" dirty="0">
                <a:ea typeface="+mn-lt"/>
                <a:cs typeface="+mn-lt"/>
              </a:rPr>
              <a:t>) o la sección superior de una web.</a:t>
            </a:r>
            <a:endParaRPr lang="es-ES" dirty="0"/>
          </a:p>
          <a:p>
            <a:pPr lvl="1">
              <a:buFont typeface="Courier New" panose="020B0604020202020204" pitchFamily="34" charset="0"/>
              <a:buChar char="o"/>
            </a:pPr>
            <a:r>
              <a:rPr lang="es-ES" dirty="0">
                <a:ea typeface="+mn-lt"/>
                <a:cs typeface="+mn-lt"/>
              </a:rPr>
              <a:t>Implementación: Se utiliza la etiqueta &lt;video&gt; con los atributos </a:t>
            </a:r>
            <a:r>
              <a:rPr lang="es-ES" dirty="0" err="1">
                <a:ea typeface="+mn-lt"/>
                <a:cs typeface="+mn-lt"/>
              </a:rPr>
              <a:t>autoplay</a:t>
            </a:r>
            <a:r>
              <a:rPr lang="es-ES" dirty="0">
                <a:ea typeface="+mn-lt"/>
                <a:cs typeface="+mn-lt"/>
              </a:rPr>
              <a:t>, </a:t>
            </a:r>
            <a:r>
              <a:rPr lang="es-ES" dirty="0" err="1">
                <a:ea typeface="+mn-lt"/>
                <a:cs typeface="+mn-lt"/>
              </a:rPr>
              <a:t>loop</a:t>
            </a:r>
            <a:r>
              <a:rPr lang="es-ES" dirty="0">
                <a:ea typeface="+mn-lt"/>
                <a:cs typeface="+mn-lt"/>
              </a:rPr>
              <a:t>, </a:t>
            </a:r>
            <a:r>
              <a:rPr lang="es-ES" dirty="0" err="1">
                <a:ea typeface="+mn-lt"/>
                <a:cs typeface="+mn-lt"/>
              </a:rPr>
              <a:t>muted</a:t>
            </a:r>
            <a:r>
              <a:rPr lang="es-ES" dirty="0">
                <a:ea typeface="+mn-lt"/>
                <a:cs typeface="+mn-lt"/>
              </a:rPr>
              <a:t> y </a:t>
            </a:r>
            <a:r>
              <a:rPr lang="es-ES" dirty="0" err="1">
                <a:ea typeface="+mn-lt"/>
                <a:cs typeface="+mn-lt"/>
              </a:rPr>
              <a:t>playsinline</a:t>
            </a:r>
            <a:r>
              <a:rPr lang="es-ES" dirty="0">
                <a:ea typeface="+mn-lt"/>
                <a:cs typeface="+mn-lt"/>
              </a:rPr>
              <a:t>.</a:t>
            </a:r>
            <a:endParaRPr lang="es-ES"/>
          </a:p>
          <a:p>
            <a:pPr lvl="1">
              <a:buFont typeface="Courier New" panose="020B0604020202020204" pitchFamily="34" charset="0"/>
              <a:buChar char="o"/>
            </a:pPr>
            <a:r>
              <a:rPr lang="es-ES" dirty="0">
                <a:ea typeface="+mn-lt"/>
                <a:cs typeface="+mn-lt"/>
              </a:rPr>
              <a:t>Optimización: El vídeo debe ser corto, ligero y en formato </a:t>
            </a:r>
            <a:r>
              <a:rPr lang="es-ES" dirty="0" err="1">
                <a:ea typeface="+mn-lt"/>
                <a:cs typeface="+mn-lt"/>
              </a:rPr>
              <a:t>WebM</a:t>
            </a:r>
            <a:r>
              <a:rPr lang="es-ES" dirty="0">
                <a:ea typeface="+mn-lt"/>
                <a:cs typeface="+mn-lt"/>
              </a:rPr>
              <a:t>/MP4. Se elimina la pista de audio para reducir el tamaño del archivo y se utiliza un poster para que la página no se vea vacía mientras el vídeo se carga.</a:t>
            </a:r>
            <a:endParaRPr lang="es-ES" dirty="0"/>
          </a:p>
          <a:p>
            <a:pPr lvl="1">
              <a:buFont typeface="Courier New" panose="020B0604020202020204" pitchFamily="34" charset="0"/>
              <a:buChar char="o"/>
            </a:pPr>
            <a:r>
              <a:rPr lang="es-ES" dirty="0">
                <a:ea typeface="+mn-lt"/>
                <a:cs typeface="+mn-lt"/>
              </a:rPr>
              <a:t>Finalidad: Crea un ambiente inmersivo, transmite la personalidad de la marca y sustituye a una imagen estática, haciendo la interfaz más dinámica.</a:t>
            </a:r>
            <a:endParaRPr lang="es-ES" dirty="0"/>
          </a:p>
          <a:p>
            <a:pPr marL="0" indent="0">
              <a:buNone/>
            </a:pPr>
            <a:r>
              <a:rPr lang="es-ES" b="1" dirty="0">
                <a:latin typeface="Consolas"/>
                <a:ea typeface="+mn-lt"/>
                <a:cs typeface="+mn-lt"/>
              </a:rPr>
              <a:t>&lt;video </a:t>
            </a:r>
            <a:r>
              <a:rPr lang="es-ES" b="1" err="1">
                <a:latin typeface="Consolas"/>
                <a:ea typeface="+mn-lt"/>
                <a:cs typeface="+mn-lt"/>
              </a:rPr>
              <a:t>autoplay</a:t>
            </a:r>
            <a:r>
              <a:rPr lang="es-ES" b="1" dirty="0">
                <a:latin typeface="Consolas"/>
                <a:ea typeface="+mn-lt"/>
                <a:cs typeface="+mn-lt"/>
              </a:rPr>
              <a:t> </a:t>
            </a:r>
            <a:r>
              <a:rPr lang="es-ES" b="1" err="1">
                <a:latin typeface="Consolas"/>
                <a:ea typeface="+mn-lt"/>
                <a:cs typeface="+mn-lt"/>
              </a:rPr>
              <a:t>loop</a:t>
            </a:r>
            <a:r>
              <a:rPr lang="es-ES" b="1" dirty="0">
                <a:latin typeface="Consolas"/>
                <a:ea typeface="+mn-lt"/>
                <a:cs typeface="+mn-lt"/>
              </a:rPr>
              <a:t> </a:t>
            </a:r>
            <a:r>
              <a:rPr lang="es-ES" b="1" err="1">
                <a:latin typeface="Consolas"/>
                <a:ea typeface="+mn-lt"/>
                <a:cs typeface="+mn-lt"/>
              </a:rPr>
              <a:t>muted</a:t>
            </a:r>
            <a:r>
              <a:rPr lang="es-ES" b="1" dirty="0">
                <a:latin typeface="Consolas"/>
                <a:ea typeface="+mn-lt"/>
                <a:cs typeface="+mn-lt"/>
              </a:rPr>
              <a:t> </a:t>
            </a:r>
            <a:r>
              <a:rPr lang="es-ES" b="1" err="1">
                <a:latin typeface="Consolas"/>
                <a:ea typeface="+mn-lt"/>
                <a:cs typeface="+mn-lt"/>
              </a:rPr>
              <a:t>playsinline</a:t>
            </a:r>
            <a:r>
              <a:rPr lang="es-ES" b="1" dirty="0">
                <a:latin typeface="Consolas"/>
                <a:ea typeface="+mn-lt"/>
                <a:cs typeface="+mn-lt"/>
              </a:rPr>
              <a:t> poster="portada.jpg" </a:t>
            </a:r>
            <a:r>
              <a:rPr lang="es-ES" b="1" err="1">
                <a:latin typeface="Consolas"/>
                <a:ea typeface="+mn-lt"/>
                <a:cs typeface="+mn-lt"/>
              </a:rPr>
              <a:t>class</a:t>
            </a:r>
            <a:r>
              <a:rPr lang="es-ES" b="1" dirty="0">
                <a:latin typeface="Consolas"/>
                <a:ea typeface="+mn-lt"/>
                <a:cs typeface="+mn-lt"/>
              </a:rPr>
              <a:t>="video-fondo"&gt;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="video/fondo.mp4" </a:t>
            </a:r>
            <a:r>
              <a:rPr lang="es-ES" b="1" err="1">
                <a:latin typeface="Consolas"/>
                <a:ea typeface="+mn-lt"/>
                <a:cs typeface="+mn-lt"/>
              </a:rPr>
              <a:t>type</a:t>
            </a:r>
            <a:r>
              <a:rPr lang="es-ES" b="1" dirty="0">
                <a:latin typeface="Consolas"/>
                <a:ea typeface="+mn-lt"/>
                <a:cs typeface="+mn-lt"/>
              </a:rPr>
              <a:t>="video/mp4"&gt;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="video/</a:t>
            </a:r>
            <a:r>
              <a:rPr lang="es-ES" b="1" err="1">
                <a:latin typeface="Consolas"/>
                <a:ea typeface="+mn-lt"/>
                <a:cs typeface="+mn-lt"/>
              </a:rPr>
              <a:t>fondo.webm</a:t>
            </a:r>
            <a:r>
              <a:rPr lang="es-ES" b="1" dirty="0">
                <a:latin typeface="Consolas"/>
                <a:ea typeface="+mn-lt"/>
                <a:cs typeface="+mn-lt"/>
              </a:rPr>
              <a:t>" </a:t>
            </a:r>
            <a:r>
              <a:rPr lang="es-ES" b="1" err="1">
                <a:latin typeface="Consolas"/>
                <a:ea typeface="+mn-lt"/>
                <a:cs typeface="+mn-lt"/>
              </a:rPr>
              <a:t>type</a:t>
            </a:r>
            <a:r>
              <a:rPr lang="es-ES" b="1" dirty="0">
                <a:latin typeface="Consolas"/>
                <a:ea typeface="+mn-lt"/>
                <a:cs typeface="+mn-lt"/>
              </a:rPr>
              <a:t>="video/</a:t>
            </a:r>
            <a:r>
              <a:rPr lang="es-ES" b="1" err="1">
                <a:latin typeface="Consolas"/>
                <a:ea typeface="+mn-lt"/>
                <a:cs typeface="+mn-lt"/>
              </a:rPr>
              <a:t>webm</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&lt;/video&gt;</a:t>
            </a:r>
            <a:endParaRPr lang="es-ES" b="1" dirty="0">
              <a:latin typeface="Consolas"/>
            </a:endParaRPr>
          </a:p>
          <a:p>
            <a:endParaRPr lang="es-ES" dirty="0"/>
          </a:p>
        </p:txBody>
      </p:sp>
    </p:spTree>
    <p:extLst>
      <p:ext uri="{BB962C8B-B14F-4D97-AF65-F5344CB8AC3E}">
        <p14:creationId xmlns:p14="http://schemas.microsoft.com/office/powerpoint/2010/main" val="76714591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618BB4-D9C0-D7F2-416C-580436A9B1A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FC5F71-B68C-83E4-D3E1-051C0D1CE8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F1EC6F3-9C4E-9AB5-7247-F96A304E9184}"/>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3.6.2. Ejemplos de integración multimedia en interfaces web</a:t>
            </a:r>
            <a:endParaRPr lang="es-ES" dirty="0"/>
          </a:p>
        </p:txBody>
      </p:sp>
      <p:sp>
        <p:nvSpPr>
          <p:cNvPr id="10" name="Rectangle 9">
            <a:extLst>
              <a:ext uri="{FF2B5EF4-FFF2-40B4-BE49-F238E27FC236}">
                <a16:creationId xmlns:a16="http://schemas.microsoft.com/office/drawing/2014/main" id="{1CE94007-91FF-50FC-BB60-923521CE4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AE7D935-6E34-24BB-0486-1FF867603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006FD9B-CF01-EF5F-84A3-7AEAF5483741}"/>
              </a:ext>
            </a:extLst>
          </p:cNvPr>
          <p:cNvSpPr>
            <a:spLocks noGrp="1"/>
          </p:cNvSpPr>
          <p:nvPr>
            <p:ph idx="1"/>
          </p:nvPr>
        </p:nvSpPr>
        <p:spPr>
          <a:xfrm>
            <a:off x="1587710" y="2160016"/>
            <a:ext cx="9486690" cy="3926152"/>
          </a:xfrm>
        </p:spPr>
        <p:txBody>
          <a:bodyPr vert="horz" lIns="91440" tIns="45720" rIns="91440" bIns="45720" rtlCol="0" anchor="t">
            <a:normAutofit fontScale="77500" lnSpcReduction="20000"/>
          </a:bodyPr>
          <a:lstStyle/>
          <a:p>
            <a:r>
              <a:rPr lang="es-ES" dirty="0">
                <a:ea typeface="+mn-lt"/>
                <a:cs typeface="+mn-lt"/>
              </a:rPr>
              <a:t>Galería de imágenes responsive. Una galería de imágenes que se adapta a diferentes tamaños de pantalla es fundamental. Esto se logra sirviendo imágenes optimizadas en función del dispositivo del usuario.</a:t>
            </a:r>
          </a:p>
          <a:p>
            <a:pPr lvl="1">
              <a:buFont typeface="Courier New" panose="020B0604020202020204" pitchFamily="34" charset="0"/>
              <a:buChar char="o"/>
            </a:pPr>
            <a:r>
              <a:rPr lang="es-ES" dirty="0">
                <a:ea typeface="+mn-lt"/>
                <a:cs typeface="+mn-lt"/>
              </a:rPr>
              <a:t>Implementación: Se usa la etiqueta &lt;</a:t>
            </a:r>
            <a:r>
              <a:rPr lang="es-ES" dirty="0" err="1">
                <a:ea typeface="+mn-lt"/>
                <a:cs typeface="+mn-lt"/>
              </a:rPr>
              <a:t>picture</a:t>
            </a:r>
            <a:r>
              <a:rPr lang="es-ES" dirty="0">
                <a:ea typeface="+mn-lt"/>
                <a:cs typeface="+mn-lt"/>
              </a:rPr>
              <a:t>&gt; o el atributo </a:t>
            </a:r>
            <a:r>
              <a:rPr lang="es-ES" dirty="0" err="1">
                <a:ea typeface="+mn-lt"/>
                <a:cs typeface="+mn-lt"/>
              </a:rPr>
              <a:t>srcset</a:t>
            </a:r>
            <a:r>
              <a:rPr lang="es-ES" dirty="0">
                <a:ea typeface="+mn-lt"/>
                <a:cs typeface="+mn-lt"/>
              </a:rPr>
              <a:t> en &lt;</a:t>
            </a:r>
            <a:r>
              <a:rPr lang="es-ES" dirty="0" err="1">
                <a:ea typeface="+mn-lt"/>
                <a:cs typeface="+mn-lt"/>
              </a:rPr>
              <a:t>img</a:t>
            </a:r>
            <a:r>
              <a:rPr lang="es-ES" dirty="0">
                <a:ea typeface="+mn-lt"/>
                <a:cs typeface="+mn-lt"/>
              </a:rPr>
              <a:t>&gt;.</a:t>
            </a:r>
            <a:endParaRPr lang="es-ES"/>
          </a:p>
          <a:p>
            <a:pPr lvl="1">
              <a:buFont typeface="Courier New" panose="020B0604020202020204" pitchFamily="34" charset="0"/>
              <a:buChar char="o"/>
            </a:pPr>
            <a:r>
              <a:rPr lang="es-ES" dirty="0">
                <a:ea typeface="+mn-lt"/>
                <a:cs typeface="+mn-lt"/>
              </a:rPr>
              <a:t>Optimización: Se generan múltiples versiones de cada imagen (pequeña para móviles, mediana para tabletas, grande para escritorio) y se sirven en formatos modernos como </a:t>
            </a:r>
            <a:r>
              <a:rPr lang="es-ES" dirty="0" err="1">
                <a:ea typeface="+mn-lt"/>
                <a:cs typeface="+mn-lt"/>
              </a:rPr>
              <a:t>WebP</a:t>
            </a:r>
            <a:r>
              <a:rPr lang="es-ES" dirty="0">
                <a:ea typeface="+mn-lt"/>
                <a:cs typeface="+mn-lt"/>
              </a:rPr>
              <a:t>.</a:t>
            </a:r>
          </a:p>
          <a:p>
            <a:pPr lvl="1">
              <a:buFont typeface="Courier New" panose="020B0604020202020204" pitchFamily="34" charset="0"/>
              <a:buChar char="o"/>
            </a:pPr>
            <a:r>
              <a:rPr lang="es-ES" dirty="0">
                <a:ea typeface="+mn-lt"/>
                <a:cs typeface="+mn-lt"/>
              </a:rPr>
              <a:t>Finalidad: Acelera la carga de la página en dispositivos móviles, reduce el consumo de datos y garantiza que las imágenes se vean nítidas en pantallas de alta resolución.</a:t>
            </a:r>
          </a:p>
          <a:p>
            <a:pPr marL="0" indent="0">
              <a:buNone/>
            </a:pPr>
            <a:r>
              <a:rPr lang="es-ES" b="1" dirty="0">
                <a:latin typeface="Consolas"/>
                <a:ea typeface="+mn-lt"/>
                <a:cs typeface="+mn-lt"/>
              </a:rPr>
              <a:t>&lt;</a:t>
            </a:r>
            <a:r>
              <a:rPr lang="es-ES" b="1" err="1">
                <a:latin typeface="Consolas"/>
                <a:ea typeface="+mn-lt"/>
                <a:cs typeface="+mn-lt"/>
              </a:rPr>
              <a:t>picture</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media="(min-</a:t>
            </a:r>
            <a:r>
              <a:rPr lang="es-ES" b="1" err="1">
                <a:latin typeface="Consolas"/>
                <a:ea typeface="+mn-lt"/>
                <a:cs typeface="+mn-lt"/>
              </a:rPr>
              <a:t>width</a:t>
            </a:r>
            <a:r>
              <a:rPr lang="es-ES" b="1" dirty="0">
                <a:latin typeface="Consolas"/>
                <a:ea typeface="+mn-lt"/>
                <a:cs typeface="+mn-lt"/>
              </a:rPr>
              <a:t>: 1200px)" </a:t>
            </a:r>
            <a:r>
              <a:rPr lang="es-ES" b="1" err="1">
                <a:latin typeface="Consolas"/>
                <a:ea typeface="+mn-lt"/>
                <a:cs typeface="+mn-lt"/>
              </a:rPr>
              <a:t>srcset</a:t>
            </a:r>
            <a:r>
              <a:rPr lang="es-ES" b="1" dirty="0">
                <a:latin typeface="Consolas"/>
                <a:ea typeface="+mn-lt"/>
                <a:cs typeface="+mn-lt"/>
              </a:rPr>
              <a:t>="</a:t>
            </a:r>
            <a:r>
              <a:rPr lang="es-ES" b="1" err="1">
                <a:latin typeface="Consolas"/>
                <a:ea typeface="+mn-lt"/>
                <a:cs typeface="+mn-lt"/>
              </a:rPr>
              <a:t>img</a:t>
            </a:r>
            <a:r>
              <a:rPr lang="es-ES" b="1" dirty="0">
                <a:latin typeface="Consolas"/>
                <a:ea typeface="+mn-lt"/>
                <a:cs typeface="+mn-lt"/>
              </a:rPr>
              <a:t>/foto-</a:t>
            </a:r>
            <a:r>
              <a:rPr lang="es-ES" b="1" err="1">
                <a:latin typeface="Consolas"/>
                <a:ea typeface="+mn-lt"/>
                <a:cs typeface="+mn-lt"/>
              </a:rPr>
              <a:t>grande.webp</a:t>
            </a:r>
            <a:r>
              <a:rPr lang="es-ES" b="1" dirty="0">
                <a:latin typeface="Consolas"/>
                <a:ea typeface="+mn-lt"/>
                <a:cs typeface="+mn-lt"/>
              </a:rPr>
              <a:t>" </a:t>
            </a:r>
            <a:r>
              <a:rPr lang="es-ES" b="1" err="1">
                <a:latin typeface="Consolas"/>
                <a:ea typeface="+mn-lt"/>
                <a:cs typeface="+mn-lt"/>
              </a:rPr>
              <a:t>type</a:t>
            </a:r>
            <a:r>
              <a:rPr lang="es-ES" b="1" dirty="0">
                <a:latin typeface="Consolas"/>
                <a:ea typeface="+mn-lt"/>
                <a:cs typeface="+mn-lt"/>
              </a:rPr>
              <a:t>="</a:t>
            </a:r>
            <a:r>
              <a:rPr lang="es-ES" b="1" err="1">
                <a:latin typeface="Consolas"/>
                <a:ea typeface="+mn-lt"/>
                <a:cs typeface="+mn-lt"/>
              </a:rPr>
              <a:t>image</a:t>
            </a:r>
            <a:r>
              <a:rPr lang="es-ES" b="1" dirty="0">
                <a:latin typeface="Consolas"/>
                <a:ea typeface="+mn-lt"/>
                <a:cs typeface="+mn-lt"/>
              </a:rPr>
              <a:t>/</a:t>
            </a:r>
            <a:r>
              <a:rPr lang="es-ES" b="1" err="1">
                <a:latin typeface="Consolas"/>
                <a:ea typeface="+mn-lt"/>
                <a:cs typeface="+mn-lt"/>
              </a:rPr>
              <a:t>webp</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source</a:t>
            </a:r>
            <a:r>
              <a:rPr lang="es-ES" b="1" dirty="0">
                <a:latin typeface="Consolas"/>
                <a:ea typeface="+mn-lt"/>
                <a:cs typeface="+mn-lt"/>
              </a:rPr>
              <a:t> media="(min-</a:t>
            </a:r>
            <a:r>
              <a:rPr lang="es-ES" b="1" err="1">
                <a:latin typeface="Consolas"/>
                <a:ea typeface="+mn-lt"/>
                <a:cs typeface="+mn-lt"/>
              </a:rPr>
              <a:t>width</a:t>
            </a:r>
            <a:r>
              <a:rPr lang="es-ES" b="1" dirty="0">
                <a:latin typeface="Consolas"/>
                <a:ea typeface="+mn-lt"/>
                <a:cs typeface="+mn-lt"/>
              </a:rPr>
              <a:t>: 600px)" </a:t>
            </a:r>
            <a:r>
              <a:rPr lang="es-ES" b="1" err="1">
                <a:latin typeface="Consolas"/>
                <a:ea typeface="+mn-lt"/>
                <a:cs typeface="+mn-lt"/>
              </a:rPr>
              <a:t>srcset</a:t>
            </a:r>
            <a:r>
              <a:rPr lang="es-ES" b="1" dirty="0">
                <a:latin typeface="Consolas"/>
                <a:ea typeface="+mn-lt"/>
                <a:cs typeface="+mn-lt"/>
              </a:rPr>
              <a:t>="</a:t>
            </a:r>
            <a:r>
              <a:rPr lang="es-ES" b="1" err="1">
                <a:latin typeface="Consolas"/>
                <a:ea typeface="+mn-lt"/>
                <a:cs typeface="+mn-lt"/>
              </a:rPr>
              <a:t>img</a:t>
            </a:r>
            <a:r>
              <a:rPr lang="es-ES" b="1" dirty="0">
                <a:latin typeface="Consolas"/>
                <a:ea typeface="+mn-lt"/>
                <a:cs typeface="+mn-lt"/>
              </a:rPr>
              <a:t>/foto-</a:t>
            </a:r>
            <a:r>
              <a:rPr lang="es-ES" b="1" err="1">
                <a:latin typeface="Consolas"/>
                <a:ea typeface="+mn-lt"/>
                <a:cs typeface="+mn-lt"/>
              </a:rPr>
              <a:t>mediana.webp</a:t>
            </a:r>
            <a:r>
              <a:rPr lang="es-ES" b="1" dirty="0">
                <a:latin typeface="Consolas"/>
                <a:ea typeface="+mn-lt"/>
                <a:cs typeface="+mn-lt"/>
              </a:rPr>
              <a:t>" </a:t>
            </a:r>
            <a:r>
              <a:rPr lang="es-ES" b="1" err="1">
                <a:latin typeface="Consolas"/>
                <a:ea typeface="+mn-lt"/>
                <a:cs typeface="+mn-lt"/>
              </a:rPr>
              <a:t>type</a:t>
            </a:r>
            <a:r>
              <a:rPr lang="es-ES" b="1" dirty="0">
                <a:latin typeface="Consolas"/>
                <a:ea typeface="+mn-lt"/>
                <a:cs typeface="+mn-lt"/>
              </a:rPr>
              <a:t>="</a:t>
            </a:r>
            <a:r>
              <a:rPr lang="es-ES" b="1" err="1">
                <a:latin typeface="Consolas"/>
                <a:ea typeface="+mn-lt"/>
                <a:cs typeface="+mn-lt"/>
              </a:rPr>
              <a:t>image</a:t>
            </a:r>
            <a:r>
              <a:rPr lang="es-ES" b="1" dirty="0">
                <a:latin typeface="Consolas"/>
                <a:ea typeface="+mn-lt"/>
                <a:cs typeface="+mn-lt"/>
              </a:rPr>
              <a:t>/</a:t>
            </a:r>
            <a:r>
              <a:rPr lang="es-ES" b="1" err="1">
                <a:latin typeface="Consolas"/>
                <a:ea typeface="+mn-lt"/>
                <a:cs typeface="+mn-lt"/>
              </a:rPr>
              <a:t>webp</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  &lt;</a:t>
            </a:r>
            <a:r>
              <a:rPr lang="es-ES" b="1" err="1">
                <a:latin typeface="Consolas"/>
                <a:ea typeface="+mn-lt"/>
                <a:cs typeface="+mn-lt"/>
              </a:rPr>
              <a:t>img</a:t>
            </a:r>
            <a:r>
              <a:rPr lang="es-ES" b="1" dirty="0">
                <a:latin typeface="Consolas"/>
                <a:ea typeface="+mn-lt"/>
                <a:cs typeface="+mn-lt"/>
              </a:rPr>
              <a:t> </a:t>
            </a:r>
            <a:r>
              <a:rPr lang="es-ES" b="1" err="1">
                <a:latin typeface="Consolas"/>
                <a:ea typeface="+mn-lt"/>
                <a:cs typeface="+mn-lt"/>
              </a:rPr>
              <a:t>src</a:t>
            </a:r>
            <a:r>
              <a:rPr lang="es-ES" b="1" dirty="0">
                <a:latin typeface="Consolas"/>
                <a:ea typeface="+mn-lt"/>
                <a:cs typeface="+mn-lt"/>
              </a:rPr>
              <a:t>="</a:t>
            </a:r>
            <a:r>
              <a:rPr lang="es-ES" b="1" err="1">
                <a:latin typeface="Consolas"/>
                <a:ea typeface="+mn-lt"/>
                <a:cs typeface="+mn-lt"/>
              </a:rPr>
              <a:t>img</a:t>
            </a:r>
            <a:r>
              <a:rPr lang="es-ES" b="1" dirty="0">
                <a:latin typeface="Consolas"/>
                <a:ea typeface="+mn-lt"/>
                <a:cs typeface="+mn-lt"/>
              </a:rPr>
              <a:t>/foto-</a:t>
            </a:r>
            <a:r>
              <a:rPr lang="es-ES" b="1" err="1">
                <a:latin typeface="Consolas"/>
                <a:ea typeface="+mn-lt"/>
                <a:cs typeface="+mn-lt"/>
              </a:rPr>
              <a:t>pequena.webp</a:t>
            </a:r>
            <a:r>
              <a:rPr lang="es-ES" b="1" dirty="0">
                <a:latin typeface="Consolas"/>
                <a:ea typeface="+mn-lt"/>
                <a:cs typeface="+mn-lt"/>
              </a:rPr>
              <a:t>" </a:t>
            </a:r>
            <a:r>
              <a:rPr lang="es-ES" b="1" err="1">
                <a:latin typeface="Consolas"/>
                <a:ea typeface="+mn-lt"/>
                <a:cs typeface="+mn-lt"/>
              </a:rPr>
              <a:t>alt</a:t>
            </a:r>
            <a:r>
              <a:rPr lang="es-ES" b="1" dirty="0">
                <a:latin typeface="Consolas"/>
                <a:ea typeface="+mn-lt"/>
                <a:cs typeface="+mn-lt"/>
              </a:rPr>
              <a:t>="Descripción de la imagen"&gt;</a:t>
            </a:r>
            <a:br>
              <a:rPr lang="es-ES" b="1" dirty="0">
                <a:latin typeface="Consolas"/>
                <a:ea typeface="+mn-lt"/>
                <a:cs typeface="+mn-lt"/>
              </a:rPr>
            </a:br>
            <a:r>
              <a:rPr lang="es-ES" b="1" dirty="0">
                <a:latin typeface="Consolas"/>
                <a:ea typeface="+mn-lt"/>
                <a:cs typeface="+mn-lt"/>
              </a:rPr>
              <a:t>&lt;/</a:t>
            </a:r>
            <a:r>
              <a:rPr lang="es-ES" b="1" err="1">
                <a:latin typeface="Consolas"/>
                <a:ea typeface="+mn-lt"/>
                <a:cs typeface="+mn-lt"/>
              </a:rPr>
              <a:t>picture</a:t>
            </a:r>
            <a:r>
              <a:rPr lang="es-ES" b="1" dirty="0">
                <a:latin typeface="Consolas"/>
                <a:ea typeface="+mn-lt"/>
                <a:cs typeface="+mn-lt"/>
              </a:rPr>
              <a:t>&gt;</a:t>
            </a:r>
            <a:endParaRPr lang="es-ES" dirty="0">
              <a:latin typeface="Neue Haas Grotesk Text Pro"/>
              <a:ea typeface="+mn-lt"/>
              <a:cs typeface="+mn-lt"/>
            </a:endParaRPr>
          </a:p>
        </p:txBody>
      </p:sp>
    </p:spTree>
    <p:extLst>
      <p:ext uri="{BB962C8B-B14F-4D97-AF65-F5344CB8AC3E}">
        <p14:creationId xmlns:p14="http://schemas.microsoft.com/office/powerpoint/2010/main" val="323168235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981D15-D24F-7CDC-BCD2-1FBC996E582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F209C04-76FB-001A-35EB-BC4F3582D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ACD890C-B1D7-3B61-7392-ED48D496DA0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3.6.2. Ejemplos de integración multimedia en interfaces web</a:t>
            </a:r>
            <a:endParaRPr lang="es-ES" dirty="0"/>
          </a:p>
        </p:txBody>
      </p:sp>
      <p:sp>
        <p:nvSpPr>
          <p:cNvPr id="10" name="Rectangle 9">
            <a:extLst>
              <a:ext uri="{FF2B5EF4-FFF2-40B4-BE49-F238E27FC236}">
                <a16:creationId xmlns:a16="http://schemas.microsoft.com/office/drawing/2014/main" id="{AFAEE907-FE98-6F32-E717-C3DA3AD2C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517FB96-0296-B310-F30B-5CEC54AF1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6E3536D-44C0-888D-F15A-75EB93BA31AB}"/>
              </a:ext>
            </a:extLst>
          </p:cNvPr>
          <p:cNvSpPr>
            <a:spLocks noGrp="1"/>
          </p:cNvSpPr>
          <p:nvPr>
            <p:ph idx="1"/>
          </p:nvPr>
        </p:nvSpPr>
        <p:spPr>
          <a:xfrm>
            <a:off x="1587710" y="2160016"/>
            <a:ext cx="9486690" cy="3926152"/>
          </a:xfrm>
        </p:spPr>
        <p:txBody>
          <a:bodyPr vert="horz" lIns="91440" tIns="45720" rIns="91440" bIns="45720" rtlCol="0" anchor="t">
            <a:normAutofit fontScale="62500" lnSpcReduction="20000"/>
          </a:bodyPr>
          <a:lstStyle/>
          <a:p>
            <a:r>
              <a:rPr lang="es-ES" dirty="0">
                <a:ea typeface="+mn-lt"/>
                <a:cs typeface="+mn-lt"/>
              </a:rPr>
              <a:t>Animación de iconos con </a:t>
            </a:r>
            <a:r>
              <a:rPr lang="es-ES" dirty="0" err="1">
                <a:ea typeface="+mn-lt"/>
                <a:cs typeface="+mn-lt"/>
              </a:rPr>
              <a:t>Lottie</a:t>
            </a:r>
            <a:r>
              <a:rPr lang="es-ES" dirty="0">
                <a:ea typeface="+mn-lt"/>
                <a:cs typeface="+mn-lt"/>
              </a:rPr>
              <a:t>. En lugar de usar </a:t>
            </a:r>
            <a:r>
              <a:rPr lang="es-ES" dirty="0" err="1">
                <a:ea typeface="+mn-lt"/>
                <a:cs typeface="+mn-lt"/>
              </a:rPr>
              <a:t>GIFs</a:t>
            </a:r>
            <a:r>
              <a:rPr lang="es-ES" dirty="0">
                <a:ea typeface="+mn-lt"/>
                <a:cs typeface="+mn-lt"/>
              </a:rPr>
              <a:t> pesados o animaciones CSS complejas, los iconos animados con </a:t>
            </a:r>
            <a:r>
              <a:rPr lang="es-ES" dirty="0" err="1">
                <a:ea typeface="+mn-lt"/>
                <a:cs typeface="+mn-lt"/>
              </a:rPr>
              <a:t>Lottie</a:t>
            </a:r>
            <a:r>
              <a:rPr lang="es-ES" dirty="0">
                <a:ea typeface="+mn-lt"/>
                <a:cs typeface="+mn-lt"/>
              </a:rPr>
              <a:t> ofrecen una solución ligera y escalable.</a:t>
            </a:r>
          </a:p>
          <a:p>
            <a:pPr lvl="1">
              <a:buFont typeface="Courier New" panose="020B0604020202020204" pitchFamily="34" charset="0"/>
              <a:buChar char="o"/>
            </a:pPr>
            <a:r>
              <a:rPr lang="es-ES" dirty="0">
                <a:ea typeface="+mn-lt"/>
                <a:cs typeface="+mn-lt"/>
              </a:rPr>
              <a:t>Implementación: Se utiliza un script de </a:t>
            </a:r>
            <a:r>
              <a:rPr lang="es-ES" dirty="0" err="1">
                <a:ea typeface="+mn-lt"/>
                <a:cs typeface="+mn-lt"/>
              </a:rPr>
              <a:t>Lottie</a:t>
            </a:r>
            <a:r>
              <a:rPr lang="es-ES" dirty="0">
                <a:ea typeface="+mn-lt"/>
                <a:cs typeface="+mn-lt"/>
              </a:rPr>
              <a:t> y se carga un archivo JSON que contiene la animación vectorial.</a:t>
            </a:r>
            <a:endParaRPr lang="es-ES"/>
          </a:p>
          <a:p>
            <a:pPr lvl="1">
              <a:buFont typeface="Courier New" panose="020B0604020202020204" pitchFamily="34" charset="0"/>
              <a:buChar char="o"/>
            </a:pPr>
            <a:r>
              <a:rPr lang="es-ES" dirty="0">
                <a:ea typeface="+mn-lt"/>
                <a:cs typeface="+mn-lt"/>
              </a:rPr>
              <a:t>Optimización: Los archivos JSON son extremadamente ligeros y se escalan sin perder calidad, lo que los hace perfectos para iconos interactivos.</a:t>
            </a:r>
          </a:p>
          <a:p>
            <a:pPr lvl="1">
              <a:buFont typeface="Courier New" panose="020B0604020202020204" pitchFamily="34" charset="0"/>
              <a:buChar char="o"/>
            </a:pPr>
            <a:r>
              <a:rPr lang="es-ES" dirty="0">
                <a:ea typeface="+mn-lt"/>
                <a:cs typeface="+mn-lt"/>
              </a:rPr>
              <a:t>Finalidad: Añade un toque de vida a la interfaz, proporciona </a:t>
            </a:r>
            <a:r>
              <a:rPr lang="es-ES" dirty="0" err="1">
                <a:ea typeface="+mn-lt"/>
                <a:cs typeface="+mn-lt"/>
              </a:rPr>
              <a:t>feedback</a:t>
            </a:r>
            <a:r>
              <a:rPr lang="es-ES" dirty="0">
                <a:ea typeface="+mn-lt"/>
                <a:cs typeface="+mn-lt"/>
              </a:rPr>
              <a:t> visual al usuario (por ejemplo, un icono de carga o un </a:t>
            </a:r>
            <a:r>
              <a:rPr lang="es-ES" dirty="0" err="1">
                <a:ea typeface="+mn-lt"/>
                <a:cs typeface="+mn-lt"/>
              </a:rPr>
              <a:t>check</a:t>
            </a:r>
            <a:r>
              <a:rPr lang="es-ES" dirty="0">
                <a:ea typeface="+mn-lt"/>
                <a:cs typeface="+mn-lt"/>
              </a:rPr>
              <a:t> de éxito animado) y mantiene el rendimiento.</a:t>
            </a:r>
          </a:p>
          <a:p>
            <a:pPr marL="0" indent="0">
              <a:buNone/>
            </a:pPr>
            <a:r>
              <a:rPr lang="es-ES" b="1" dirty="0">
                <a:latin typeface="Consolas"/>
                <a:ea typeface="+mn-lt"/>
                <a:cs typeface="+mn-lt"/>
              </a:rPr>
              <a:t>&lt;</a:t>
            </a:r>
            <a:r>
              <a:rPr lang="es-ES" b="1" err="1">
                <a:latin typeface="Consolas"/>
                <a:ea typeface="+mn-lt"/>
                <a:cs typeface="+mn-lt"/>
              </a:rPr>
              <a:t>div</a:t>
            </a:r>
            <a:r>
              <a:rPr lang="es-ES" b="1" dirty="0">
                <a:latin typeface="Consolas"/>
                <a:ea typeface="+mn-lt"/>
                <a:cs typeface="+mn-lt"/>
              </a:rPr>
              <a:t> id="</a:t>
            </a:r>
            <a:r>
              <a:rPr lang="es-ES" b="1" err="1">
                <a:latin typeface="Consolas"/>
                <a:ea typeface="+mn-lt"/>
                <a:cs typeface="+mn-lt"/>
              </a:rPr>
              <a:t>lottie-check</a:t>
            </a:r>
            <a:r>
              <a:rPr lang="es-ES" b="1" dirty="0">
                <a:latin typeface="Consolas"/>
                <a:ea typeface="+mn-lt"/>
                <a:cs typeface="+mn-lt"/>
              </a:rPr>
              <a:t>" </a:t>
            </a:r>
            <a:r>
              <a:rPr lang="es-ES" b="1" err="1">
                <a:latin typeface="Consolas"/>
                <a:ea typeface="+mn-lt"/>
                <a:cs typeface="+mn-lt"/>
              </a:rPr>
              <a:t>style</a:t>
            </a:r>
            <a:r>
              <a:rPr lang="es-ES" b="1" dirty="0">
                <a:latin typeface="Consolas"/>
                <a:ea typeface="+mn-lt"/>
                <a:cs typeface="+mn-lt"/>
              </a:rPr>
              <a:t>="</a:t>
            </a:r>
            <a:r>
              <a:rPr lang="es-ES" b="1" err="1">
                <a:latin typeface="Consolas"/>
                <a:ea typeface="+mn-lt"/>
                <a:cs typeface="+mn-lt"/>
              </a:rPr>
              <a:t>width</a:t>
            </a:r>
            <a:r>
              <a:rPr lang="es-ES" b="1" dirty="0">
                <a:latin typeface="Consolas"/>
                <a:ea typeface="+mn-lt"/>
                <a:cs typeface="+mn-lt"/>
              </a:rPr>
              <a:t>: 100px; </a:t>
            </a:r>
            <a:r>
              <a:rPr lang="es-ES" b="1" err="1">
                <a:latin typeface="Consolas"/>
                <a:ea typeface="+mn-lt"/>
                <a:cs typeface="+mn-lt"/>
              </a:rPr>
              <a:t>height</a:t>
            </a:r>
            <a:r>
              <a:rPr lang="es-ES" b="1" dirty="0">
                <a:latin typeface="Consolas"/>
                <a:ea typeface="+mn-lt"/>
                <a:cs typeface="+mn-lt"/>
              </a:rPr>
              <a:t>: 100px;"&gt;&lt;/</a:t>
            </a:r>
            <a:r>
              <a:rPr lang="es-ES" b="1" err="1">
                <a:latin typeface="Consolas"/>
                <a:ea typeface="+mn-lt"/>
                <a:cs typeface="+mn-lt"/>
              </a:rPr>
              <a:t>div</a:t>
            </a:r>
            <a:r>
              <a:rPr lang="es-ES" b="1" dirty="0">
                <a:latin typeface="Consolas"/>
                <a:ea typeface="+mn-lt"/>
                <a:cs typeface="+mn-lt"/>
              </a:rPr>
              <a:t>&gt;</a:t>
            </a:r>
            <a:br>
              <a:rPr lang="es-ES" b="1" dirty="0">
                <a:latin typeface="Consolas"/>
                <a:ea typeface="+mn-lt"/>
                <a:cs typeface="+mn-lt"/>
              </a:rPr>
            </a:br>
            <a:r>
              <a:rPr lang="es-ES" b="1" dirty="0">
                <a:latin typeface="Consolas"/>
                <a:ea typeface="+mn-lt"/>
                <a:cs typeface="+mn-lt"/>
              </a:rPr>
              <a:t>&lt;script </a:t>
            </a:r>
            <a:r>
              <a:rPr lang="es-ES" b="1" err="1">
                <a:latin typeface="Consolas"/>
                <a:ea typeface="+mn-lt"/>
                <a:cs typeface="+mn-lt"/>
              </a:rPr>
              <a:t>src</a:t>
            </a:r>
            <a:r>
              <a:rPr lang="es-ES" b="1" dirty="0">
                <a:latin typeface="Consolas"/>
                <a:ea typeface="+mn-lt"/>
                <a:cs typeface="+mn-lt"/>
              </a:rPr>
              <a:t>="https://cdnjs.cloudflare.com/</a:t>
            </a:r>
            <a:r>
              <a:rPr lang="es-ES" b="1" err="1">
                <a:latin typeface="Consolas"/>
                <a:ea typeface="+mn-lt"/>
                <a:cs typeface="+mn-lt"/>
              </a:rPr>
              <a:t>ajax</a:t>
            </a:r>
            <a:r>
              <a:rPr lang="es-ES" b="1" dirty="0">
                <a:latin typeface="Consolas"/>
                <a:ea typeface="+mn-lt"/>
                <a:cs typeface="+mn-lt"/>
              </a:rPr>
              <a:t>/</a:t>
            </a:r>
            <a:r>
              <a:rPr lang="es-ES" b="1" err="1">
                <a:latin typeface="Consolas"/>
                <a:ea typeface="+mn-lt"/>
                <a:cs typeface="+mn-lt"/>
              </a:rPr>
              <a:t>libs</a:t>
            </a:r>
            <a:r>
              <a:rPr lang="es-ES" b="1" dirty="0">
                <a:latin typeface="Consolas"/>
                <a:ea typeface="+mn-lt"/>
                <a:cs typeface="+mn-lt"/>
              </a:rPr>
              <a:t>/</a:t>
            </a:r>
            <a:r>
              <a:rPr lang="es-ES" b="1" err="1">
                <a:latin typeface="Consolas"/>
                <a:ea typeface="+mn-lt"/>
                <a:cs typeface="+mn-lt"/>
              </a:rPr>
              <a:t>lottie</a:t>
            </a:r>
            <a:r>
              <a:rPr lang="es-ES" b="1" dirty="0">
                <a:latin typeface="Consolas"/>
                <a:ea typeface="+mn-lt"/>
                <a:cs typeface="+mn-lt"/>
              </a:rPr>
              <a:t>-web/5.12.2/lottie.min.js"&gt;&lt;/script&gt;</a:t>
            </a:r>
            <a:br>
              <a:rPr lang="es-ES" b="1" dirty="0">
                <a:latin typeface="Consolas"/>
                <a:ea typeface="+mn-lt"/>
                <a:cs typeface="+mn-lt"/>
              </a:rPr>
            </a:br>
            <a:r>
              <a:rPr lang="es-ES" b="1" dirty="0">
                <a:latin typeface="Consolas"/>
                <a:ea typeface="+mn-lt"/>
                <a:cs typeface="+mn-lt"/>
              </a:rPr>
              <a:t>&lt;script&gt;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lottie.loadAnimation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container: </a:t>
            </a:r>
            <a:r>
              <a:rPr lang="es-ES" b="1" err="1">
                <a:latin typeface="Consolas"/>
                <a:ea typeface="+mn-lt"/>
                <a:cs typeface="+mn-lt"/>
              </a:rPr>
              <a:t>document.getElementById</a:t>
            </a:r>
            <a:r>
              <a:rPr lang="es-ES" b="1" dirty="0">
                <a:latin typeface="Consolas"/>
                <a:ea typeface="+mn-lt"/>
                <a:cs typeface="+mn-lt"/>
              </a:rPr>
              <a:t>('</a:t>
            </a:r>
            <a:r>
              <a:rPr lang="es-ES" b="1" err="1">
                <a:latin typeface="Consolas"/>
                <a:ea typeface="+mn-lt"/>
                <a:cs typeface="+mn-lt"/>
              </a:rPr>
              <a:t>lottie-check</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renderer</a:t>
            </a:r>
            <a:r>
              <a:rPr lang="es-ES" b="1" dirty="0">
                <a:latin typeface="Consolas"/>
                <a:ea typeface="+mn-lt"/>
                <a:cs typeface="+mn-lt"/>
              </a:rPr>
              <a:t>: '</a:t>
            </a:r>
            <a:r>
              <a:rPr lang="es-ES" b="1" err="1">
                <a:latin typeface="Consolas"/>
                <a:ea typeface="+mn-lt"/>
                <a:cs typeface="+mn-lt"/>
              </a:rPr>
              <a:t>svg</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loop</a:t>
            </a:r>
            <a:r>
              <a:rPr lang="es-ES" b="1" dirty="0">
                <a:latin typeface="Consolas"/>
                <a:ea typeface="+mn-lt"/>
                <a:cs typeface="+mn-lt"/>
              </a:rPr>
              <a:t>: false,</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autoplay</a:t>
            </a:r>
            <a:r>
              <a:rPr lang="es-ES" b="1" dirty="0">
                <a:latin typeface="Consolas"/>
                <a:ea typeface="+mn-lt"/>
                <a:cs typeface="+mn-lt"/>
              </a:rPr>
              <a:t>: false,</a:t>
            </a:r>
            <a:br>
              <a:rPr lang="es-ES" b="1" dirty="0">
                <a:latin typeface="Consolas"/>
                <a:ea typeface="+mn-lt"/>
                <a:cs typeface="+mn-lt"/>
              </a:rPr>
            </a:br>
            <a:r>
              <a:rPr lang="es-ES" b="1" dirty="0">
                <a:latin typeface="Consolas"/>
                <a:ea typeface="+mn-lt"/>
                <a:cs typeface="+mn-lt"/>
              </a:rPr>
              <a:t>    </a:t>
            </a:r>
            <a:r>
              <a:rPr lang="es-ES" b="1" err="1">
                <a:latin typeface="Consolas"/>
                <a:ea typeface="+mn-lt"/>
                <a:cs typeface="+mn-lt"/>
              </a:rPr>
              <a:t>path</a:t>
            </a:r>
            <a:r>
              <a:rPr lang="es-ES" b="1" dirty="0">
                <a:latin typeface="Consolas"/>
                <a:ea typeface="+mn-lt"/>
                <a:cs typeface="+mn-lt"/>
              </a:rPr>
              <a:t>: '</a:t>
            </a:r>
            <a:r>
              <a:rPr lang="es-ES" b="1" dirty="0">
                <a:latin typeface="Consolas"/>
                <a:ea typeface="+mn-lt"/>
                <a:cs typeface="+mn-lt"/>
                <a:hlinkClick r:id="rId2"/>
              </a:rPr>
              <a:t>https://assets5.lottiefiles.com/packages/lf20_qf3v9g5n.json</a:t>
            </a:r>
            <a:r>
              <a:rPr lang="es-ES" b="1" dirty="0">
                <a:latin typeface="Consolas"/>
                <a:ea typeface="+mn-lt"/>
                <a:cs typeface="+mn-lt"/>
              </a:rPr>
              <a:t>'</a:t>
            </a:r>
            <a:br>
              <a:rPr lang="es-ES" b="1" dirty="0">
                <a:latin typeface="Consolas"/>
                <a:ea typeface="+mn-lt"/>
                <a:cs typeface="+mn-lt"/>
              </a:rPr>
            </a:br>
            <a:r>
              <a:rPr lang="es-ES" b="1" dirty="0">
                <a:latin typeface="Consolas"/>
                <a:ea typeface="+mn-lt"/>
                <a:cs typeface="+mn-lt"/>
              </a:rPr>
              <a:t>  });</a:t>
            </a:r>
            <a:br>
              <a:rPr lang="es-ES" b="1" dirty="0">
                <a:latin typeface="Consolas"/>
                <a:ea typeface="+mn-lt"/>
                <a:cs typeface="+mn-lt"/>
              </a:rPr>
            </a:br>
            <a:r>
              <a:rPr lang="es-ES" b="1" dirty="0">
                <a:latin typeface="Consolas"/>
                <a:ea typeface="+mn-lt"/>
                <a:cs typeface="+mn-lt"/>
              </a:rPr>
              <a:t>&lt;/script&gt;</a:t>
            </a:r>
          </a:p>
        </p:txBody>
      </p:sp>
    </p:spTree>
    <p:extLst>
      <p:ext uri="{BB962C8B-B14F-4D97-AF65-F5344CB8AC3E}">
        <p14:creationId xmlns:p14="http://schemas.microsoft.com/office/powerpoint/2010/main" val="132966380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CBB32A-76F4-8F08-8D4F-DE723EC449C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40883A8-C44A-ACD5-8DCD-D1D66CF48B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1F8054-45E0-7C08-0F37-295DA234BDB7}"/>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3.6.2. Ejemplos de integración multimedia en interfaces web</a:t>
            </a:r>
            <a:endParaRPr lang="es-ES" dirty="0"/>
          </a:p>
        </p:txBody>
      </p:sp>
      <p:sp>
        <p:nvSpPr>
          <p:cNvPr id="10" name="Rectangle 9">
            <a:extLst>
              <a:ext uri="{FF2B5EF4-FFF2-40B4-BE49-F238E27FC236}">
                <a16:creationId xmlns:a16="http://schemas.microsoft.com/office/drawing/2014/main" id="{89AC0807-267E-AC6E-A139-FDB78BCD99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F56CACB-C6AA-5016-8091-40F103CB85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30C3509-7E75-DABA-464D-82AFA52771EC}"/>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Narrativa de audio en un </a:t>
            </a:r>
            <a:r>
              <a:rPr lang="es-ES" dirty="0" err="1">
                <a:ea typeface="+mn-lt"/>
                <a:cs typeface="+mn-lt"/>
              </a:rPr>
              <a:t>scroll</a:t>
            </a:r>
            <a:r>
              <a:rPr lang="es-ES" dirty="0">
                <a:ea typeface="+mn-lt"/>
                <a:cs typeface="+mn-lt"/>
              </a:rPr>
              <a:t>. Se puede sincronizar la reproducción de audio con el desplazamiento de la página.</a:t>
            </a:r>
          </a:p>
          <a:p>
            <a:pPr lvl="1">
              <a:buFont typeface="Courier New" panose="020B0604020202020204" pitchFamily="34" charset="0"/>
              <a:buChar char="o"/>
            </a:pPr>
            <a:r>
              <a:rPr lang="es-ES" dirty="0">
                <a:ea typeface="+mn-lt"/>
                <a:cs typeface="+mn-lt"/>
              </a:rPr>
              <a:t>Implementación: Se usa JavaScript para detectar la posición de </a:t>
            </a:r>
            <a:r>
              <a:rPr lang="es-ES" dirty="0" err="1">
                <a:ea typeface="+mn-lt"/>
                <a:cs typeface="+mn-lt"/>
              </a:rPr>
              <a:t>scroll</a:t>
            </a:r>
            <a:r>
              <a:rPr lang="es-ES" dirty="0">
                <a:ea typeface="+mn-lt"/>
                <a:cs typeface="+mn-lt"/>
              </a:rPr>
              <a:t> y controlar la propiedad </a:t>
            </a:r>
            <a:r>
              <a:rPr lang="es-ES" dirty="0" err="1">
                <a:ea typeface="+mn-lt"/>
                <a:cs typeface="+mn-lt"/>
              </a:rPr>
              <a:t>currentTime</a:t>
            </a:r>
            <a:r>
              <a:rPr lang="es-ES" dirty="0">
                <a:ea typeface="+mn-lt"/>
                <a:cs typeface="+mn-lt"/>
              </a:rPr>
              <a:t> de un elemento &lt;audio&gt;.</a:t>
            </a:r>
            <a:endParaRPr lang="es-ES" dirty="0"/>
          </a:p>
          <a:p>
            <a:pPr lvl="1">
              <a:buFont typeface="Courier New" panose="020B0604020202020204" pitchFamily="34" charset="0"/>
              <a:buChar char="o"/>
            </a:pPr>
            <a:r>
              <a:rPr lang="es-ES" dirty="0">
                <a:ea typeface="+mn-lt"/>
                <a:cs typeface="+mn-lt"/>
              </a:rPr>
              <a:t>Optimización: Se utiliza un audio optimizado y se carga con </a:t>
            </a:r>
            <a:r>
              <a:rPr lang="es-ES" dirty="0" err="1">
                <a:ea typeface="+mn-lt"/>
                <a:cs typeface="+mn-lt"/>
              </a:rPr>
              <a:t>preload</a:t>
            </a:r>
            <a:r>
              <a:rPr lang="es-ES" dirty="0">
                <a:ea typeface="+mn-lt"/>
                <a:cs typeface="+mn-lt"/>
              </a:rPr>
              <a:t>="</a:t>
            </a:r>
            <a:r>
              <a:rPr lang="es-ES" dirty="0" err="1">
                <a:ea typeface="+mn-lt"/>
                <a:cs typeface="+mn-lt"/>
              </a:rPr>
              <a:t>none</a:t>
            </a:r>
            <a:r>
              <a:rPr lang="es-ES" dirty="0">
                <a:ea typeface="+mn-lt"/>
                <a:cs typeface="+mn-lt"/>
              </a:rPr>
              <a:t>" para evitar descargas innecesarias.</a:t>
            </a:r>
          </a:p>
          <a:p>
            <a:pPr lvl="1">
              <a:buFont typeface="Courier New" panose="020B0604020202020204" pitchFamily="34" charset="0"/>
              <a:buChar char="o"/>
            </a:pPr>
            <a:r>
              <a:rPr lang="es-ES" dirty="0">
                <a:ea typeface="+mn-lt"/>
                <a:cs typeface="+mn-lt"/>
              </a:rPr>
              <a:t>Finalidad: Crea una experiencia de usuario única, guiando al lector a través de una historia o presentación, con el audio como un acompañamiento narrativo.</a:t>
            </a:r>
          </a:p>
        </p:txBody>
      </p:sp>
    </p:spTree>
    <p:extLst>
      <p:ext uri="{BB962C8B-B14F-4D97-AF65-F5344CB8AC3E}">
        <p14:creationId xmlns:p14="http://schemas.microsoft.com/office/powerpoint/2010/main" val="7697017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A40C16-1217-BD82-71A5-1DF4B6D4E2E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80EA04B-C49E-CA00-27B1-01A8A622BD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0F14D29-4030-0914-3BC1-72DA9304A9F6}"/>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3.6.2. Ejemplos de integración multimedia en interfaces web</a:t>
            </a:r>
            <a:endParaRPr lang="es-ES" dirty="0"/>
          </a:p>
        </p:txBody>
      </p:sp>
      <p:sp>
        <p:nvSpPr>
          <p:cNvPr id="10" name="Rectangle 9">
            <a:extLst>
              <a:ext uri="{FF2B5EF4-FFF2-40B4-BE49-F238E27FC236}">
                <a16:creationId xmlns:a16="http://schemas.microsoft.com/office/drawing/2014/main" id="{8A759C43-07DF-9315-221A-E141DD99D4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B641F02-D29D-EF90-A80B-548B372D2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920D8F1-0D53-683E-543A-AB7FA9675ED4}"/>
              </a:ext>
            </a:extLst>
          </p:cNvPr>
          <p:cNvSpPr>
            <a:spLocks noGrp="1"/>
          </p:cNvSpPr>
          <p:nvPr>
            <p:ph idx="1"/>
          </p:nvPr>
        </p:nvSpPr>
        <p:spPr>
          <a:xfrm>
            <a:off x="1587710" y="2160016"/>
            <a:ext cx="9486690" cy="3926152"/>
          </a:xfrm>
        </p:spPr>
        <p:txBody>
          <a:bodyPr vert="horz" lIns="91440" tIns="45720" rIns="91440" bIns="45720" rtlCol="0" anchor="t">
            <a:normAutofit fontScale="92500"/>
          </a:bodyPr>
          <a:lstStyle/>
          <a:p>
            <a:r>
              <a:rPr lang="es-ES" dirty="0">
                <a:ea typeface="+mn-lt"/>
                <a:cs typeface="+mn-lt"/>
              </a:rPr>
              <a:t>Visualización de datos animada (infografía). Las visualizaciones de datos se vuelven más atractivas y fáciles de entender con animaciones. En lugar de una imagen estática, un gráfico de barras puede animarse para mostrar el crecimiento o la disminución de los datos a lo largo del tiempo.</a:t>
            </a:r>
          </a:p>
          <a:p>
            <a:pPr lvl="1">
              <a:buFont typeface="Courier New" panose="020B0604020202020204" pitchFamily="34" charset="0"/>
              <a:buChar char="o"/>
            </a:pPr>
            <a:r>
              <a:rPr lang="es-ES" dirty="0">
                <a:ea typeface="+mn-lt"/>
                <a:cs typeface="+mn-lt"/>
              </a:rPr>
              <a:t>Implementación: Se usan librerías de JavaScript como D3.js o Chart.js para crear los gráficos y animar los cambios de estado.</a:t>
            </a:r>
            <a:endParaRPr lang="es-ES" dirty="0"/>
          </a:p>
          <a:p>
            <a:pPr lvl="1">
              <a:buFont typeface="Courier New" panose="020B0604020202020204" pitchFamily="34" charset="0"/>
              <a:buChar char="o"/>
            </a:pPr>
            <a:r>
              <a:rPr lang="es-ES" dirty="0">
                <a:ea typeface="+mn-lt"/>
                <a:cs typeface="+mn-lt"/>
              </a:rPr>
              <a:t>Optimización: El gráfico se genera a partir de datos ligeros (JSON o CSV) y la animación se renderiza en el cliente, lo que mantiene el tamaño de la página al mínimo.</a:t>
            </a:r>
          </a:p>
          <a:p>
            <a:pPr lvl="1">
              <a:buFont typeface="Courier New" panose="020B0604020202020204" pitchFamily="34" charset="0"/>
              <a:buChar char="o"/>
            </a:pPr>
            <a:r>
              <a:rPr lang="es-ES" dirty="0">
                <a:ea typeface="+mn-lt"/>
                <a:cs typeface="+mn-lt"/>
              </a:rPr>
              <a:t>Finalidad: Hace que los datos sean más accesibles y atractivos, permitiendo que el usuario vea la evolución de la información de forma dinámica.</a:t>
            </a:r>
          </a:p>
        </p:txBody>
      </p:sp>
    </p:spTree>
    <p:extLst>
      <p:ext uri="{BB962C8B-B14F-4D97-AF65-F5344CB8AC3E}">
        <p14:creationId xmlns:p14="http://schemas.microsoft.com/office/powerpoint/2010/main" val="364801986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8B0806-69ED-87F6-EC3F-76E036A302A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CF7CC75-4D30-FF78-757C-9B9438906A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22F9459-FE1F-490E-E2C2-9B6F17565F8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3.6.2. Ejemplos de integración multimedia en interfaces web</a:t>
            </a:r>
            <a:endParaRPr lang="es-ES" dirty="0"/>
          </a:p>
        </p:txBody>
      </p:sp>
      <p:sp>
        <p:nvSpPr>
          <p:cNvPr id="10" name="Rectangle 9">
            <a:extLst>
              <a:ext uri="{FF2B5EF4-FFF2-40B4-BE49-F238E27FC236}">
                <a16:creationId xmlns:a16="http://schemas.microsoft.com/office/drawing/2014/main" id="{93ECB508-75A3-139C-D762-69028F2BD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046849-9CF6-AE45-7153-9E6BA61CB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548DCBAC-88A5-660A-3FDF-64958428E881}"/>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Carrusel de productos interactivo. Un carrusel que no solo muestra imágenes, sino que también reproduce un vídeo corto al pasar el cursor sobre un producto.</a:t>
            </a:r>
          </a:p>
          <a:p>
            <a:pPr lvl="1">
              <a:buFont typeface="Courier New" panose="020B0604020202020204" pitchFamily="34" charset="0"/>
              <a:buChar char="o"/>
            </a:pPr>
            <a:r>
              <a:rPr lang="es-ES" dirty="0">
                <a:ea typeface="+mn-lt"/>
                <a:cs typeface="+mn-lt"/>
              </a:rPr>
              <a:t>Implementación: Se usa JavaScript para controlar la reproducción de un video de fondo cuando se activa un evento de :</a:t>
            </a:r>
            <a:r>
              <a:rPr lang="es-ES" dirty="0" err="1">
                <a:ea typeface="+mn-lt"/>
                <a:cs typeface="+mn-lt"/>
              </a:rPr>
              <a:t>hover</a:t>
            </a:r>
            <a:r>
              <a:rPr lang="es-ES" dirty="0">
                <a:ea typeface="+mn-lt"/>
                <a:cs typeface="+mn-lt"/>
              </a:rPr>
              <a:t>.</a:t>
            </a:r>
          </a:p>
          <a:p>
            <a:pPr lvl="1">
              <a:buFont typeface="Courier New" panose="020B0604020202020204" pitchFamily="34" charset="0"/>
              <a:buChar char="o"/>
            </a:pPr>
            <a:r>
              <a:rPr lang="es-ES" dirty="0">
                <a:ea typeface="+mn-lt"/>
                <a:cs typeface="+mn-lt"/>
              </a:rPr>
              <a:t>Optimización: Los videos son cortos, sin sonido, en formato MP4/</a:t>
            </a:r>
            <a:r>
              <a:rPr lang="es-ES" dirty="0" err="1">
                <a:ea typeface="+mn-lt"/>
                <a:cs typeface="+mn-lt"/>
              </a:rPr>
              <a:t>WebM</a:t>
            </a:r>
            <a:r>
              <a:rPr lang="es-ES" dirty="0">
                <a:ea typeface="+mn-lt"/>
                <a:cs typeface="+mn-lt"/>
              </a:rPr>
              <a:t>, y se cargan de forma diferida (</a:t>
            </a:r>
            <a:r>
              <a:rPr lang="es-ES" dirty="0" err="1">
                <a:ea typeface="+mn-lt"/>
                <a:cs typeface="+mn-lt"/>
              </a:rPr>
              <a:t>loading</a:t>
            </a:r>
            <a:r>
              <a:rPr lang="es-ES" dirty="0">
                <a:ea typeface="+mn-lt"/>
                <a:cs typeface="+mn-lt"/>
              </a:rPr>
              <a:t>="</a:t>
            </a:r>
            <a:r>
              <a:rPr lang="es-ES" dirty="0" err="1">
                <a:ea typeface="+mn-lt"/>
                <a:cs typeface="+mn-lt"/>
              </a:rPr>
              <a:t>lazy</a:t>
            </a:r>
            <a:r>
              <a:rPr lang="es-ES" dirty="0">
                <a:ea typeface="+mn-lt"/>
                <a:cs typeface="+mn-lt"/>
              </a:rPr>
              <a:t>") para no ralentizar la carga inicial de la página.</a:t>
            </a:r>
          </a:p>
          <a:p>
            <a:pPr lvl="1">
              <a:buFont typeface="Courier New" panose="020B0604020202020204" pitchFamily="34" charset="0"/>
              <a:buChar char="o"/>
            </a:pPr>
            <a:r>
              <a:rPr lang="es-ES" dirty="0">
                <a:ea typeface="+mn-lt"/>
                <a:cs typeface="+mn-lt"/>
              </a:rPr>
              <a:t>Finalidad: Aumenta la interacción del usuario y proporciona una vista previa más rica del producto sin que el usuario tenga que hacer clic.</a:t>
            </a:r>
          </a:p>
        </p:txBody>
      </p:sp>
    </p:spTree>
    <p:extLst>
      <p:ext uri="{BB962C8B-B14F-4D97-AF65-F5344CB8AC3E}">
        <p14:creationId xmlns:p14="http://schemas.microsoft.com/office/powerpoint/2010/main" val="129356867"/>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3E4CD6-E2B4-72D3-5A67-F11A9C74C6E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B603FB-57DB-7E9C-B16C-C4DC41805F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FF23CAE-8191-CF9E-1E7E-BB8D999D04ED}"/>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3.6.2. Ejemplos de integración multimedia en interfaces web</a:t>
            </a:r>
            <a:endParaRPr lang="es-ES" dirty="0"/>
          </a:p>
        </p:txBody>
      </p:sp>
      <p:sp>
        <p:nvSpPr>
          <p:cNvPr id="10" name="Rectangle 9">
            <a:extLst>
              <a:ext uri="{FF2B5EF4-FFF2-40B4-BE49-F238E27FC236}">
                <a16:creationId xmlns:a16="http://schemas.microsoft.com/office/drawing/2014/main" id="{64682B2E-9A30-3E5D-6949-BF57E8407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AB91D5-D2FA-947F-8BE4-9A0FFEBCA5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06177BD-6A7A-66CA-3A98-89BC77EB49B8}"/>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Efectos de sonido en la interfaz de usuario. Los efectos de sonido (UI </a:t>
            </a:r>
            <a:r>
              <a:rPr lang="es-ES" dirty="0" err="1">
                <a:ea typeface="+mn-lt"/>
                <a:cs typeface="+mn-lt"/>
              </a:rPr>
              <a:t>sound</a:t>
            </a:r>
            <a:r>
              <a:rPr lang="es-ES" dirty="0">
                <a:ea typeface="+mn-lt"/>
                <a:cs typeface="+mn-lt"/>
              </a:rPr>
              <a:t> </a:t>
            </a:r>
            <a:r>
              <a:rPr lang="es-ES" dirty="0" err="1">
                <a:ea typeface="+mn-lt"/>
                <a:cs typeface="+mn-lt"/>
              </a:rPr>
              <a:t>effects</a:t>
            </a:r>
            <a:r>
              <a:rPr lang="es-ES" dirty="0">
                <a:ea typeface="+mn-lt"/>
                <a:cs typeface="+mn-lt"/>
              </a:rPr>
              <a:t>) pueden mejorar la usabilidad al proporcionar una respuesta auditiva a las acciones del usuario, como un sonido al hacer clic en un botón o una notificación.</a:t>
            </a:r>
          </a:p>
          <a:p>
            <a:pPr lvl="1">
              <a:buFont typeface="Courier New" panose="020B0604020202020204" pitchFamily="34" charset="0"/>
              <a:buChar char="o"/>
            </a:pPr>
            <a:r>
              <a:rPr lang="es-ES" dirty="0">
                <a:ea typeface="+mn-lt"/>
                <a:cs typeface="+mn-lt"/>
              </a:rPr>
              <a:t>Implementación: Se utiliza un elemento &lt;audio&gt; oculto (</a:t>
            </a:r>
            <a:r>
              <a:rPr lang="es-ES" dirty="0" err="1">
                <a:ea typeface="+mn-lt"/>
                <a:cs typeface="+mn-lt"/>
              </a:rPr>
              <a:t>display</a:t>
            </a:r>
            <a:r>
              <a:rPr lang="es-ES" dirty="0">
                <a:ea typeface="+mn-lt"/>
                <a:cs typeface="+mn-lt"/>
              </a:rPr>
              <a:t>: </a:t>
            </a:r>
            <a:r>
              <a:rPr lang="es-ES" dirty="0" err="1">
                <a:ea typeface="+mn-lt"/>
                <a:cs typeface="+mn-lt"/>
              </a:rPr>
              <a:t>none</a:t>
            </a:r>
            <a:r>
              <a:rPr lang="es-ES" dirty="0">
                <a:ea typeface="+mn-lt"/>
                <a:cs typeface="+mn-lt"/>
              </a:rPr>
              <a:t>) y JavaScript para llamar al método .</a:t>
            </a:r>
            <a:r>
              <a:rPr lang="es-ES" dirty="0" err="1">
                <a:ea typeface="+mn-lt"/>
                <a:cs typeface="+mn-lt"/>
              </a:rPr>
              <a:t>play</a:t>
            </a:r>
            <a:r>
              <a:rPr lang="es-ES" dirty="0">
                <a:ea typeface="+mn-lt"/>
                <a:cs typeface="+mn-lt"/>
              </a:rPr>
              <a:t>() cuando se produce un evento.</a:t>
            </a:r>
          </a:p>
          <a:p>
            <a:pPr lvl="1">
              <a:buFont typeface="Courier New" panose="020B0604020202020204" pitchFamily="34" charset="0"/>
              <a:buChar char="o"/>
            </a:pPr>
            <a:r>
              <a:rPr lang="es-ES" dirty="0">
                <a:ea typeface="+mn-lt"/>
                <a:cs typeface="+mn-lt"/>
              </a:rPr>
              <a:t>Optimización: Los archivos de audio son muy pequeños, en formato MP3 o Ogg </a:t>
            </a:r>
            <a:r>
              <a:rPr lang="es-ES" dirty="0" err="1">
                <a:ea typeface="+mn-lt"/>
                <a:cs typeface="+mn-lt"/>
              </a:rPr>
              <a:t>Vorbis</a:t>
            </a:r>
            <a:r>
              <a:rPr lang="es-ES" dirty="0">
                <a:ea typeface="+mn-lt"/>
                <a:cs typeface="+mn-lt"/>
              </a:rPr>
              <a:t>, y se cargan con </a:t>
            </a:r>
            <a:r>
              <a:rPr lang="es-ES" dirty="0" err="1">
                <a:ea typeface="+mn-lt"/>
                <a:cs typeface="+mn-lt"/>
              </a:rPr>
              <a:t>preload</a:t>
            </a:r>
            <a:r>
              <a:rPr lang="es-ES" dirty="0">
                <a:ea typeface="+mn-lt"/>
                <a:cs typeface="+mn-lt"/>
              </a:rPr>
              <a:t>="</a:t>
            </a:r>
            <a:r>
              <a:rPr lang="es-ES" dirty="0" err="1">
                <a:ea typeface="+mn-lt"/>
                <a:cs typeface="+mn-lt"/>
              </a:rPr>
              <a:t>metadata</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Finalidad: Mejora la experiencia del usuario, confirma acciones y hace la interfaz más dinámica y atractiva.</a:t>
            </a:r>
          </a:p>
        </p:txBody>
      </p:sp>
    </p:spTree>
    <p:extLst>
      <p:ext uri="{BB962C8B-B14F-4D97-AF65-F5344CB8AC3E}">
        <p14:creationId xmlns:p14="http://schemas.microsoft.com/office/powerpoint/2010/main" val="282736305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D81501-E221-E08C-2532-78254F65906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7111FEA-0F0E-EA37-CFB3-94FC9888C0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C7B2F5B-1875-86EC-FD09-B4CBB0F303CB}"/>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3.6.2. Ejemplos de integración multimedia en interfaces web</a:t>
            </a:r>
            <a:endParaRPr lang="es-ES" dirty="0"/>
          </a:p>
        </p:txBody>
      </p:sp>
      <p:sp>
        <p:nvSpPr>
          <p:cNvPr id="10" name="Rectangle 9">
            <a:extLst>
              <a:ext uri="{FF2B5EF4-FFF2-40B4-BE49-F238E27FC236}">
                <a16:creationId xmlns:a16="http://schemas.microsoft.com/office/drawing/2014/main" id="{77943ED3-80F3-07D4-A727-57832A2162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3CB2BA2-5EF7-2966-B385-77BBBFB10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0910D02D-FA9A-68E4-1C2F-3D8C874E4046}"/>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"Animación </a:t>
            </a:r>
            <a:r>
              <a:rPr lang="es-ES" dirty="0" err="1">
                <a:ea typeface="+mn-lt"/>
                <a:cs typeface="+mn-lt"/>
              </a:rPr>
              <a:t>parallax</a:t>
            </a:r>
            <a:r>
              <a:rPr lang="es-ES" dirty="0">
                <a:ea typeface="+mn-lt"/>
                <a:cs typeface="+mn-lt"/>
              </a:rPr>
              <a:t>" con vídeo. Una animación </a:t>
            </a:r>
            <a:r>
              <a:rPr lang="es-ES" dirty="0" err="1">
                <a:ea typeface="+mn-lt"/>
                <a:cs typeface="+mn-lt"/>
              </a:rPr>
              <a:t>parallax</a:t>
            </a:r>
            <a:r>
              <a:rPr lang="es-ES" dirty="0">
                <a:ea typeface="+mn-lt"/>
                <a:cs typeface="+mn-lt"/>
              </a:rPr>
              <a:t> se crea cuando el fondo se mueve a una velocidad diferente a la del contenido del primer plano. Se puede lograr un efecto de paralaje avanzado con video.</a:t>
            </a:r>
          </a:p>
          <a:p>
            <a:pPr lvl="1">
              <a:buFont typeface="Courier New" panose="020B0604020202020204" pitchFamily="34" charset="0"/>
              <a:buChar char="o"/>
            </a:pPr>
            <a:r>
              <a:rPr lang="es-ES" dirty="0">
                <a:ea typeface="+mn-lt"/>
                <a:cs typeface="+mn-lt"/>
              </a:rPr>
              <a:t>Implementación: Se usa un video en la sección de fondo y JavaScript para cambiar su </a:t>
            </a:r>
            <a:r>
              <a:rPr lang="es-ES" dirty="0" err="1">
                <a:ea typeface="+mn-lt"/>
                <a:cs typeface="+mn-lt"/>
              </a:rPr>
              <a:t>currentTime</a:t>
            </a:r>
            <a:r>
              <a:rPr lang="es-ES" dirty="0">
                <a:ea typeface="+mn-lt"/>
                <a:cs typeface="+mn-lt"/>
              </a:rPr>
              <a:t> en función de la posición del </a:t>
            </a:r>
            <a:r>
              <a:rPr lang="es-ES" dirty="0" err="1">
                <a:ea typeface="+mn-lt"/>
                <a:cs typeface="+mn-lt"/>
              </a:rPr>
              <a:t>scroll</a:t>
            </a:r>
            <a:r>
              <a:rPr lang="es-ES" dirty="0">
                <a:ea typeface="+mn-lt"/>
                <a:cs typeface="+mn-lt"/>
              </a:rPr>
              <a:t> del usuario.</a:t>
            </a:r>
          </a:p>
          <a:p>
            <a:pPr lvl="1">
              <a:buFont typeface="Courier New" panose="020B0604020202020204" pitchFamily="34" charset="0"/>
              <a:buChar char="o"/>
            </a:pPr>
            <a:r>
              <a:rPr lang="es-ES" dirty="0">
                <a:ea typeface="+mn-lt"/>
                <a:cs typeface="+mn-lt"/>
              </a:rPr>
              <a:t>Optimización: El video debe ser ligero, sin sonido y con una duración adecuada para el efecto deseado.</a:t>
            </a:r>
            <a:endParaRPr lang="es-ES"/>
          </a:p>
          <a:p>
            <a:pPr lvl="1">
              <a:buFont typeface="Courier New" panose="020B0604020202020204" pitchFamily="34" charset="0"/>
              <a:buChar char="o"/>
            </a:pPr>
            <a:r>
              <a:rPr lang="es-ES" dirty="0">
                <a:ea typeface="+mn-lt"/>
                <a:cs typeface="+mn-lt"/>
              </a:rPr>
              <a:t>Finalidad: Crea una experiencia de usuario única y memorable, utilizada a menudo para contar una historia o presentar un producto de forma inmersiva.</a:t>
            </a:r>
          </a:p>
        </p:txBody>
      </p:sp>
    </p:spTree>
    <p:extLst>
      <p:ext uri="{BB962C8B-B14F-4D97-AF65-F5344CB8AC3E}">
        <p14:creationId xmlns:p14="http://schemas.microsoft.com/office/powerpoint/2010/main" val="187840585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151201-3A2E-D44E-1FDD-39160374378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3FC5E39-D2F4-82E2-0EC0-ECE99FEEE9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84B999C-790B-83A3-0089-0D7C611ADBF9}"/>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3.6.2. Ejemplos de integración multimedia en interfaces web</a:t>
            </a:r>
            <a:endParaRPr lang="es-ES" dirty="0"/>
          </a:p>
        </p:txBody>
      </p:sp>
      <p:sp>
        <p:nvSpPr>
          <p:cNvPr id="10" name="Rectangle 9">
            <a:extLst>
              <a:ext uri="{FF2B5EF4-FFF2-40B4-BE49-F238E27FC236}">
                <a16:creationId xmlns:a16="http://schemas.microsoft.com/office/drawing/2014/main" id="{A5890904-10C9-870C-CD5B-3C7395A9A4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E560EBB-3DFB-B2B8-909C-7A5FA096AF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48F8BDA-1F88-BF9F-BEC4-C3605E23CA36}"/>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err="1">
                <a:ea typeface="+mn-lt"/>
                <a:cs typeface="+mn-lt"/>
              </a:rPr>
              <a:t>Mini-juegos</a:t>
            </a:r>
            <a:r>
              <a:rPr lang="es-ES" dirty="0">
                <a:ea typeface="+mn-lt"/>
                <a:cs typeface="+mn-lt"/>
              </a:rPr>
              <a:t> o animaciones interactivas. Para sitios web más lúdicos, se pueden usar animaciones interactivas que responden a los movimientos del ratón o del teclado.</a:t>
            </a:r>
          </a:p>
          <a:p>
            <a:pPr lvl="1">
              <a:buFont typeface="Courier New" panose="020B0604020202020204" pitchFamily="34" charset="0"/>
              <a:buChar char="o"/>
            </a:pPr>
            <a:r>
              <a:rPr lang="es-ES" dirty="0">
                <a:ea typeface="+mn-lt"/>
                <a:cs typeface="+mn-lt"/>
              </a:rPr>
              <a:t>Implementación: Se usa JavaScript y la API de </a:t>
            </a:r>
            <a:r>
              <a:rPr lang="es-ES" dirty="0" err="1">
                <a:ea typeface="+mn-lt"/>
                <a:cs typeface="+mn-lt"/>
              </a:rPr>
              <a:t>Canvas</a:t>
            </a:r>
            <a:r>
              <a:rPr lang="es-ES" dirty="0">
                <a:ea typeface="+mn-lt"/>
                <a:cs typeface="+mn-lt"/>
              </a:rPr>
              <a:t> para dibujar y animar gráficos vectoriales o de píxeles en tiempo real.</a:t>
            </a:r>
          </a:p>
          <a:p>
            <a:pPr lvl="1">
              <a:buFont typeface="Courier New" panose="020B0604020202020204" pitchFamily="34" charset="0"/>
              <a:buChar char="o"/>
            </a:pPr>
            <a:r>
              <a:rPr lang="es-ES" dirty="0">
                <a:ea typeface="+mn-lt"/>
                <a:cs typeface="+mn-lt"/>
              </a:rPr>
              <a:t>Optimización: Los recursos (imágenes, sonidos) se cargan de forma eficiente y la animación se ejecuta en el cliente.</a:t>
            </a:r>
          </a:p>
          <a:p>
            <a:pPr lvl="1">
              <a:buFont typeface="Courier New" panose="020B0604020202020204" pitchFamily="34" charset="0"/>
              <a:buChar char="o"/>
            </a:pPr>
            <a:r>
              <a:rPr lang="es-ES" dirty="0">
                <a:ea typeface="+mn-lt"/>
                <a:cs typeface="+mn-lt"/>
              </a:rPr>
              <a:t>Finalidad: Aumenta el tiempo de permanencia del usuario en la página y lo recompensa con una experiencia interactiva.</a:t>
            </a:r>
          </a:p>
        </p:txBody>
      </p:sp>
    </p:spTree>
    <p:extLst>
      <p:ext uri="{BB962C8B-B14F-4D97-AF65-F5344CB8AC3E}">
        <p14:creationId xmlns:p14="http://schemas.microsoft.com/office/powerpoint/2010/main" val="380520560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A49CE9-AC8B-5C81-A126-8E74C8AB4F3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9C0B52D-4CEC-FF51-E328-F42F4E605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89B661C-D9AA-B938-F357-A112035B9BB2}"/>
              </a:ext>
            </a:extLst>
          </p:cNvPr>
          <p:cNvSpPr>
            <a:spLocks noGrp="1"/>
          </p:cNvSpPr>
          <p:nvPr>
            <p:ph type="title"/>
          </p:nvPr>
        </p:nvSpPr>
        <p:spPr>
          <a:xfrm>
            <a:off x="1587710" y="455362"/>
            <a:ext cx="9486690" cy="1550419"/>
          </a:xfrm>
        </p:spPr>
        <p:txBody>
          <a:bodyPr>
            <a:normAutofit/>
          </a:bodyPr>
          <a:lstStyle/>
          <a:p>
            <a:r>
              <a:rPr lang="es-ES" b="0" dirty="0">
                <a:ea typeface="+mj-lt"/>
                <a:cs typeface="+mj-lt"/>
              </a:rPr>
              <a:t>3.6.2. Ejemplos de integración multimedia en interfaces web</a:t>
            </a:r>
            <a:endParaRPr lang="es-ES" dirty="0"/>
          </a:p>
        </p:txBody>
      </p:sp>
      <p:sp>
        <p:nvSpPr>
          <p:cNvPr id="10" name="Rectangle 9">
            <a:extLst>
              <a:ext uri="{FF2B5EF4-FFF2-40B4-BE49-F238E27FC236}">
                <a16:creationId xmlns:a16="http://schemas.microsoft.com/office/drawing/2014/main" id="{2A127241-1590-60BE-88DE-8E72A0118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ED6136F-0B9E-FCF1-F293-F5BB739C47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196664C-C65E-A3DE-90EF-CE94A3DB2547}"/>
              </a:ext>
            </a:extLst>
          </p:cNvPr>
          <p:cNvSpPr>
            <a:spLocks noGrp="1"/>
          </p:cNvSpPr>
          <p:nvPr>
            <p:ph idx="1"/>
          </p:nvPr>
        </p:nvSpPr>
        <p:spPr>
          <a:xfrm>
            <a:off x="1587710" y="2160016"/>
            <a:ext cx="9486690" cy="3926152"/>
          </a:xfrm>
        </p:spPr>
        <p:txBody>
          <a:bodyPr vert="horz" lIns="91440" tIns="45720" rIns="91440" bIns="45720" rtlCol="0" anchor="t">
            <a:normAutofit/>
          </a:bodyPr>
          <a:lstStyle/>
          <a:p>
            <a:r>
              <a:rPr lang="es-ES" dirty="0">
                <a:ea typeface="+mn-lt"/>
                <a:cs typeface="+mn-lt"/>
              </a:rPr>
              <a:t>Muestra de productos 360°. Una animación que permite al usuario arrastrar un producto para rotarlo y verlo desde todos los ángulos.</a:t>
            </a:r>
          </a:p>
          <a:p>
            <a:pPr lvl="1">
              <a:buFont typeface="Courier New" panose="020B0604020202020204" pitchFamily="34" charset="0"/>
              <a:buChar char="o"/>
            </a:pPr>
            <a:r>
              <a:rPr lang="es-ES" dirty="0">
                <a:ea typeface="+mn-lt"/>
                <a:cs typeface="+mn-lt"/>
              </a:rPr>
              <a:t>Implementación: Se utiliza una secuencia de imágenes fijas tomadas desde diferentes ángulos. JavaScript se encarga de cambiar la imagen mostrada en función del arrastre del ratón.</a:t>
            </a:r>
          </a:p>
          <a:p>
            <a:pPr lvl="1">
              <a:buFont typeface="Courier New" panose="020B0604020202020204" pitchFamily="34" charset="0"/>
              <a:buChar char="o"/>
            </a:pPr>
            <a:r>
              <a:rPr lang="es-ES" dirty="0">
                <a:ea typeface="+mn-lt"/>
                <a:cs typeface="+mn-lt"/>
              </a:rPr>
              <a:t>Optimización: Las imágenes se cargan de forma diferida (</a:t>
            </a:r>
            <a:r>
              <a:rPr lang="es-ES" dirty="0" err="1">
                <a:ea typeface="+mn-lt"/>
                <a:cs typeface="+mn-lt"/>
              </a:rPr>
              <a:t>lazy-loading</a:t>
            </a:r>
            <a:r>
              <a:rPr lang="es-ES" dirty="0">
                <a:ea typeface="+mn-lt"/>
                <a:cs typeface="+mn-lt"/>
              </a:rPr>
              <a:t>) y se optimizan para la web.</a:t>
            </a:r>
          </a:p>
          <a:p>
            <a:pPr lvl="1">
              <a:buFont typeface="Courier New" panose="020B0604020202020204" pitchFamily="34" charset="0"/>
              <a:buChar char="o"/>
            </a:pPr>
            <a:r>
              <a:rPr lang="es-ES" dirty="0">
                <a:ea typeface="+mn-lt"/>
                <a:cs typeface="+mn-lt"/>
              </a:rPr>
              <a:t>Finalidad: Proporciona una experiencia de compra más completa, similar a la de una tienda física, y reduce la incertidumbre del usuario.</a:t>
            </a:r>
          </a:p>
        </p:txBody>
      </p:sp>
    </p:spTree>
    <p:extLst>
      <p:ext uri="{BB962C8B-B14F-4D97-AF65-F5344CB8AC3E}">
        <p14:creationId xmlns:p14="http://schemas.microsoft.com/office/powerpoint/2010/main" val="1279311296"/>
      </p:ext>
    </p:extLst>
  </p:cSld>
  <p:clrMapOvr>
    <a:masterClrMapping/>
  </p:clrMapOvr>
</p:sld>
</file>

<file path=ppt/theme/theme1.xml><?xml version="1.0" encoding="utf-8"?>
<a:theme xmlns:a="http://schemas.openxmlformats.org/drawingml/2006/main" name="InterweaveVTI">
  <a:themeElements>
    <a:clrScheme name="Interweave-R1">
      <a:dk1>
        <a:srgbClr val="000000"/>
      </a:dk1>
      <a:lt1>
        <a:srgbClr val="FFFFFF"/>
      </a:lt1>
      <a:dk2>
        <a:srgbClr val="292C2D"/>
      </a:dk2>
      <a:lt2>
        <a:srgbClr val="DDDEDD"/>
      </a:lt2>
      <a:accent1>
        <a:srgbClr val="0BA5E8"/>
      </a:accent1>
      <a:accent2>
        <a:srgbClr val="5066E1"/>
      </a:accent2>
      <a:accent3>
        <a:srgbClr val="894EC0"/>
      </a:accent3>
      <a:accent4>
        <a:srgbClr val="E54196"/>
      </a:accent4>
      <a:accent5>
        <a:srgbClr val="BE4449"/>
      </a:accent5>
      <a:accent6>
        <a:srgbClr val="F55822"/>
      </a:accent6>
      <a:hlink>
        <a:srgbClr val="C22DD8"/>
      </a:hlink>
      <a:folHlink>
        <a:srgbClr val="737F82"/>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Panorámica</PresentationFormat>
  <Paragraphs>0</Paragraphs>
  <Slides>187</Slides>
  <Notes>0</Notes>
  <HiddenSlides>0</HiddenSlides>
  <MMClips>0</MMClips>
  <ScaleCrop>false</ScaleCrop>
  <HeadingPairs>
    <vt:vector size="4" baseType="variant">
      <vt:variant>
        <vt:lpstr>Tema</vt:lpstr>
      </vt:variant>
      <vt:variant>
        <vt:i4>1</vt:i4>
      </vt:variant>
      <vt:variant>
        <vt:lpstr>Títulos de diapositiva</vt:lpstr>
      </vt:variant>
      <vt:variant>
        <vt:i4>187</vt:i4>
      </vt:variant>
    </vt:vector>
  </HeadingPairs>
  <TitlesOfParts>
    <vt:vector size="188" baseType="lpstr">
      <vt:lpstr>InterweaveVTI</vt:lpstr>
      <vt:lpstr>UT 03 Implantación de contenido multimedia</vt:lpstr>
      <vt:lpstr>Índice</vt:lpstr>
      <vt:lpstr>3.1. Derechos de Autor y Licencias de Contenido Multimedia</vt:lpstr>
      <vt:lpstr>3.1. Derechos de Autor y Licencias de Contenido Multimedia</vt:lpstr>
      <vt:lpstr>3.1. Derechos de Autor y Licencias de Contenido Multimedia</vt:lpstr>
      <vt:lpstr>3.1. Derechos de Autor y Licencias de Contenido Multimedia</vt:lpstr>
      <vt:lpstr>3.1.1. Propiedad intelectual y derechos de autor en la web.</vt:lpstr>
      <vt:lpstr>3.1.1. Propiedad intelectual y derechos de autor en la web.</vt:lpstr>
      <vt:lpstr>3.1.1. Propiedad intelectual y derechos de autor en la web.</vt:lpstr>
      <vt:lpstr>3.1.1. Propiedad intelectual y derechos de autor en la web.</vt:lpstr>
      <vt:lpstr>3.1.2. Tipos de licencias: del copyright a las licencias libres.</vt:lpstr>
      <vt:lpstr>3.1.2. Tipos de licencias: del copyright a las licencias libres.</vt:lpstr>
      <vt:lpstr>3.1.2. Tipos de licencias: del copyright a las licencias libres.</vt:lpstr>
      <vt:lpstr>3.1.2. Tipos de licencias: del copyright a las licencias libres.</vt:lpstr>
      <vt:lpstr>3.1.2. Tipos de licencias: del copyright a las licencias libres.</vt:lpstr>
      <vt:lpstr>3.1.3. Licencias Creative Commons (CC): usos y significado.</vt:lpstr>
      <vt:lpstr>3.1.3. Licencias Creative Commons (CC): usos y significado.</vt:lpstr>
      <vt:lpstr>3.1.3. Licencias Creative Commons (CC): usos y significado.</vt:lpstr>
      <vt:lpstr>3.1.4. Búsqueda y uso de contenido multimedia con licencias libres.</vt:lpstr>
      <vt:lpstr>3.1.4. Búsqueda y uso de contenido multimedia con licencias libres.</vt:lpstr>
      <vt:lpstr>3.1.4. Búsqueda y uso de contenido multimedia con licencias libres.</vt:lpstr>
      <vt:lpstr>3.1.5. Aplicación de la guía de estilo en el uso de contenido multimedia</vt:lpstr>
      <vt:lpstr>3.1.5. Aplicación de la guía de estilo en el uso de contenido multimedia</vt:lpstr>
      <vt:lpstr>3.1.5. Aplicación de la guía de estilo en el uso de contenido multimedia</vt:lpstr>
      <vt:lpstr>3.2. Imágenes para la Web: Formatos, Edición y Optimización</vt:lpstr>
      <vt:lpstr>3.2. Imágenes para la Web: Formatos, Edición y Optimización</vt:lpstr>
      <vt:lpstr>3.2.1. Características de los formatos de imagen modernos:</vt:lpstr>
      <vt:lpstr>3.2.1. Características de los formatos de imagen modernos:</vt:lpstr>
      <vt:lpstr>3.2.1.1. Rasterizados: PNG, JPG (JPEG), GIF.</vt:lpstr>
      <vt:lpstr>3.2.1.1. Rasterizados: PNG, JPG (JPEG), GIF.</vt:lpstr>
      <vt:lpstr>3.2.1.2. Vectoriales: SVG.</vt:lpstr>
      <vt:lpstr>3.2.1.2. Vectoriales: SVG.</vt:lpstr>
      <vt:lpstr>3.2.1.3. Formatos de nueva generación: WebP y AVIF.</vt:lpstr>
      <vt:lpstr>3.2.1.3. Formatos de nueva generación: WebP y AVIF.</vt:lpstr>
      <vt:lpstr>3.2.1.3. Formatos de nueva generación: WebP y AVIF.</vt:lpstr>
      <vt:lpstr>3.2.2. Software para la creación y edición de imágenes</vt:lpstr>
      <vt:lpstr>3.2.2. Software para la creación y edición de imágenes</vt:lpstr>
      <vt:lpstr>3.2.2. Software para la creación y edición de imágenes</vt:lpstr>
      <vt:lpstr>3.2.2.1. Ajustes básicos: brillo, contraste, saturación</vt:lpstr>
      <vt:lpstr>3.2.2.1. Ajustes básicos: brillo, contraste, saturación</vt:lpstr>
      <vt:lpstr>3.2.2.1. Ajustes básicos: brillo, contraste, saturación</vt:lpstr>
      <vt:lpstr>3.2.2.2. Recorte, redimensionado y escalado</vt:lpstr>
      <vt:lpstr>3.2.2.2. Recorte, redimensionado y escalado</vt:lpstr>
      <vt:lpstr>3.2.2.2. Recorte, redimensionado y escalado</vt:lpstr>
      <vt:lpstr>3.2.2.2. Recorte, redimensionado y escalado</vt:lpstr>
      <vt:lpstr>3.2.2.3. Aplicación de efectos y filtros</vt:lpstr>
      <vt:lpstr>3.2.2.3. Aplicación de efectos y filtros</vt:lpstr>
      <vt:lpstr>3.2.2.3. Aplicación de efectos y filtros</vt:lpstr>
      <vt:lpstr>3.2.3. Efectos CSS para imágenes y formas</vt:lpstr>
      <vt:lpstr>3.2.3. Efectos CSS para imágenes y formas</vt:lpstr>
      <vt:lpstr>3.2.3. Efectos CSS para imágenes y formas</vt:lpstr>
      <vt:lpstr>3.2.3. Efectos CSS para imágenes y formas</vt:lpstr>
      <vt:lpstr>3.2.3.1. Filtros CSS (filter)</vt:lpstr>
      <vt:lpstr>3.2.3.1. Filtros CSS (filter)</vt:lpstr>
      <vt:lpstr>3.2.3.2. Recorte de imágenes con clip-path</vt:lpstr>
      <vt:lpstr>3.2.3.2. Recorte de imágenes con clip-path</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3.2.3.3. Creación de formas complejas con CSS</vt:lpstr>
      <vt:lpstr>3.2.4. Optimización y manipulación de imágenes en la web</vt:lpstr>
      <vt:lpstr>3.2.4. Optimización y manipulación de imágenes en la web</vt:lpstr>
      <vt:lpstr>3.2.4.1. Técnicas de compresión.</vt:lpstr>
      <vt:lpstr>3.2.4.1. Técnicas de compresión.</vt:lpstr>
      <vt:lpstr>3.2.4.2. Redimensionado y escalado.</vt:lpstr>
      <vt:lpstr>3.2.4.2. Redimensionado y escalado.</vt:lpstr>
      <vt:lpstr>3.2.4.3. Uso de la API de Canvas para manipulación de imágenes en el navegador</vt:lpstr>
      <vt:lpstr>3.2.4.3. Uso de la API de Canvas para manipulación de imágenes en el navegador</vt:lpstr>
      <vt:lpstr>3.2.4.4. Librerías de servidor para manipulación de imágenes</vt:lpstr>
      <vt:lpstr>3.2.4.4. Librerías de servidor para manipulación de imágenes</vt:lpstr>
      <vt:lpstr>3.2.4.4. Librerías de servidor para manipulación de imágenes</vt:lpstr>
      <vt:lpstr>3.2.4.4. Librerías de servidor para manipulación de imágenes</vt:lpstr>
      <vt:lpstr>3.2.4.4. Librerías de servidor para manipulación de imágenes</vt:lpstr>
      <vt:lpstr>3.2.4.5. Herramientas de automatización de la optimización</vt:lpstr>
      <vt:lpstr>3.2.4.5. Herramientas de automatización de la optimización</vt:lpstr>
      <vt:lpstr>3.2.5. Uso de etiquetas &lt;picture&gt; y srcset para imágenes adaptables</vt:lpstr>
      <vt:lpstr>3.2.5. Uso de etiquetas &lt;picture&gt; y srcset para imágenes adaptables</vt:lpstr>
      <vt:lpstr>3.2.5.1. Uso de etiquetas &lt;picture&gt; y srcset</vt:lpstr>
      <vt:lpstr>3.2.5.1. Uso de etiquetas &lt;picture&gt; y srcset</vt:lpstr>
      <vt:lpstr>3.2.5.1. Uso de etiquetas &lt;picture&gt; y srcset</vt:lpstr>
      <vt:lpstr>3.2.5.1. Uso de etiquetas &lt;picture&gt; y srcset</vt:lpstr>
      <vt:lpstr>3.2.5.1. Uso de etiquetas &lt;picture&gt; y srcset</vt:lpstr>
      <vt:lpstr>3.2.5.2. Buenas prácticas para imágenes responsive</vt:lpstr>
      <vt:lpstr>3.2.5.2. Buenas prácticas para imágenes responsive</vt:lpstr>
      <vt:lpstr>3.2.6. Importación y exportación de imágenes según finalidad</vt:lpstr>
      <vt:lpstr>3.2.6. Importación y exportación de imágenes según finalidad</vt:lpstr>
      <vt:lpstr>3.3. Audio para la Web</vt:lpstr>
      <vt:lpstr>3.3. Audio para la Web</vt:lpstr>
      <vt:lpstr>3.3.1. Formatos de audio para la web</vt:lpstr>
      <vt:lpstr>3.3.1. Formatos de audio para la web</vt:lpstr>
      <vt:lpstr>3.3.2. Codificación y compresión de audio.</vt:lpstr>
      <vt:lpstr>3.3.2. Codificación y compresión de audio.</vt:lpstr>
      <vt:lpstr>3.3.3. Conversión de formatos de audio</vt:lpstr>
      <vt:lpstr>3.3.3. Conversión de formatos de audio</vt:lpstr>
      <vt:lpstr>3.3.3. Conversión de formatos de audio</vt:lpstr>
      <vt:lpstr>3.3.3. Conversión de formatos de audio</vt:lpstr>
      <vt:lpstr>3.3.4. Herramientas para manipulación de audio</vt:lpstr>
      <vt:lpstr>3.3.4. Herramientas para manipulación de audio</vt:lpstr>
      <vt:lpstr>3.3.4. Herramientas para manipulación de audio</vt:lpstr>
      <vt:lpstr>3.3.4. Herramientas para manipulación de audio</vt:lpstr>
      <vt:lpstr>3.3.4. Herramientas para manipulación de audio</vt:lpstr>
      <vt:lpstr>3.3.5. Integración de audio en la web: la etiqueta &lt;audio&gt; de HTML5</vt:lpstr>
      <vt:lpstr>3.3.5. Integración de audio en la web: la etiqueta &lt;audio&gt; de HTML5</vt:lpstr>
      <vt:lpstr>3.3.5. Integración de audio en la web: la etiqueta &lt;audio&gt; de HTML5</vt:lpstr>
      <vt:lpstr>3.3.5. Integración de audio en la web: la etiqueta &lt;audio&gt; de HTML5</vt:lpstr>
      <vt:lpstr>3.3.6. Importación y exportación de audio según finalidad</vt:lpstr>
      <vt:lpstr>3.3.6. Importación y exportación de audio según finalidad</vt:lpstr>
      <vt:lpstr>3.3.6. Importación y exportación de audio según finalidad</vt:lpstr>
      <vt:lpstr>3.3.7. Consideraciones para el uso de audio en un sitio web</vt:lpstr>
      <vt:lpstr>3.3.7. Consideraciones para el uso de audio en un sitio web</vt:lpstr>
      <vt:lpstr>3.4. Video para la Web</vt:lpstr>
      <vt:lpstr>3.4. Video para la Web</vt:lpstr>
      <vt:lpstr>3.4.1. Formatos y códecs de video</vt:lpstr>
      <vt:lpstr>3.4.1. Formatos y códecs de video</vt:lpstr>
      <vt:lpstr>3.4.1. Formatos y códecs de video</vt:lpstr>
      <vt:lpstr>3.4.2. Codificación y optimización de video para streaming</vt:lpstr>
      <vt:lpstr>3.4.2. Codificación y optimización de video para streaming</vt:lpstr>
      <vt:lpstr>3.4.2. Codificación y optimización de video para streaming</vt:lpstr>
      <vt:lpstr>3.4.3. Conversión de formatos de video</vt:lpstr>
      <vt:lpstr>3.4.3. Conversión de formatos de video</vt:lpstr>
      <vt:lpstr>3.4.4. Herramientas para manipulación de vídeo</vt:lpstr>
      <vt:lpstr>3.4.4. Herramientas para manipulación de vídeo</vt:lpstr>
      <vt:lpstr>3.4.4. Herramientas para manipulación de vídeo</vt:lpstr>
      <vt:lpstr>3.4.5. Integración de video en la web: la etiqueta &lt;video&gt; de HTML5</vt:lpstr>
      <vt:lpstr>3.4.5. Integración de video en la web: la etiqueta &lt;video&gt; de HTML5</vt:lpstr>
      <vt:lpstr>3.4.5. Integración de video en la web: la etiqueta &lt;video&gt; de HTML5</vt:lpstr>
      <vt:lpstr>3.4.6. Importación y exportación de vídeo según finalidad</vt:lpstr>
      <vt:lpstr>3.4.6. Importación y exportación de vídeo según finalidad</vt:lpstr>
      <vt:lpstr>3.4.6. Importación y exportación de vídeo según finalidad</vt:lpstr>
      <vt:lpstr>3.4.7. Transmisiones en vivo (streaming) y plataformas de video </vt:lpstr>
      <vt:lpstr>3.4.7. Transmisiones en vivo (streaming) y plataformas de video </vt:lpstr>
      <vt:lpstr>3.4.7. Transmisiones en vivo (streaming) y plataformas de video </vt:lpstr>
      <vt:lpstr>3.5. Animaciones Web y Contenido Interactivo</vt:lpstr>
      <vt:lpstr>3.5. Animaciones Web y Contenido Interactivo</vt:lpstr>
      <vt:lpstr>3.5.1. Tipos de animaciones en la web</vt:lpstr>
      <vt:lpstr>3.5.1. Tipos de animaciones en la web</vt:lpstr>
      <vt:lpstr>3.5.1. Tipos de animaciones en la web</vt:lpstr>
      <vt:lpstr>3.5.1.1. GIF animado</vt:lpstr>
      <vt:lpstr>3.5.1.1. GIF animado</vt:lpstr>
      <vt:lpstr>3.5.1.2. Animaciones con CSS</vt:lpstr>
      <vt:lpstr>3.5.1.2. Animaciones con CSS</vt:lpstr>
      <vt:lpstr>3.5.1.2. Animaciones con CSS</vt:lpstr>
      <vt:lpstr>3.5.1.2. Animaciones con CSS</vt:lpstr>
      <vt:lpstr>3.5.1.3. Animaciones con SVG</vt:lpstr>
      <vt:lpstr>3.5.1.3. Animaciones con SVG</vt:lpstr>
      <vt:lpstr>3.5.1.3. Animaciones con SVG</vt:lpstr>
      <vt:lpstr>3.5.1.4. Librerías de animaciones</vt:lpstr>
      <vt:lpstr>3.5.1.4. Librerías de animaciones</vt:lpstr>
      <vt:lpstr>3.5.1.4. Librerías de animaciones</vt:lpstr>
      <vt:lpstr>3.5.1.4. Librerías de animaciones</vt:lpstr>
      <vt:lpstr>3.5.1.4. Librerías de animaciones</vt:lpstr>
      <vt:lpstr>3.5.1.4. Librerías de animaciones</vt:lpstr>
      <vt:lpstr>3.5.2. Integración de audio y vídeo en una animación</vt:lpstr>
      <vt:lpstr>3.5.2. Integración de audio y vídeo en una animación</vt:lpstr>
      <vt:lpstr>3.5.2. Integración de audio y vídeo en una animación</vt:lpstr>
      <vt:lpstr>3.5.3. Integración de audio y vídeo en una animación</vt:lpstr>
      <vt:lpstr>3.5.3. Integración de audio y vídeo en una animación</vt:lpstr>
      <vt:lpstr>3.5.4. Herramientas de creación de animaciones</vt:lpstr>
      <vt:lpstr>3.5.4. Herramientas de creación de animaciones</vt:lpstr>
      <vt:lpstr>3.5.4. Herramientas de creación de animaciones</vt:lpstr>
      <vt:lpstr>3.6. Evaluación y aplicación práctica</vt:lpstr>
      <vt:lpstr>3.6. Evaluación y aplicación práctica</vt:lpstr>
      <vt:lpstr>3.6.1. Aplicación de la guía de estilo en contenido multimedia</vt:lpstr>
      <vt:lpstr>3.6.1. Aplicación de la guía de estilo en contenido multimedia</vt:lpstr>
      <vt:lpstr>3.6.2. Ejemplos de integración multimedia en interfaces web</vt:lpstr>
      <vt:lpstr>3.6.2. Ejemplos de integración multimedia en interfaces web</vt:lpstr>
      <vt:lpstr>3.6.2. Ejemplos de integración multimedia en interfaces web</vt:lpstr>
      <vt:lpstr>3.6.2. Ejemplos de integración multimedia en interfaces web</vt:lpstr>
      <vt:lpstr>3.6.2. Ejemplos de integración multimedia en interfaces web</vt:lpstr>
      <vt:lpstr>3.6.2. Ejemplos de integración multimedia en interfaces web</vt:lpstr>
      <vt:lpstr>3.6.2. Ejemplos de integración multimedia en interfaces web</vt:lpstr>
      <vt:lpstr>3.6.2. Ejemplos de integración multimedia en interfaces web</vt:lpstr>
      <vt:lpstr>3.6.2. Ejemplos de integración multimedia en interfaces web</vt:lpstr>
      <vt:lpstr>3.6.2. Ejemplos de integración multimedia en interfaces web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1748</cp:revision>
  <dcterms:created xsi:type="dcterms:W3CDTF">2025-08-15T08:00:51Z</dcterms:created>
  <dcterms:modified xsi:type="dcterms:W3CDTF">2025-09-10T13:44:23Z</dcterms:modified>
</cp:coreProperties>
</file>